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baaa325642414a" /><Relationship Type="http://schemas.openxmlformats.org/officeDocument/2006/relationships/extended-properties" Target="/docProps/app.xml" Id="R576fce4702cb4a6f" /><Relationship Type="http://schemas.openxmlformats.org/officeDocument/2006/relationships/officeDocument" Target="/ppt/presentation.xml" Id="Ra2f42e7012bf4495" /></Relationships>
</file>

<file path=ppt/presentation.xml><?xml version="1.0" encoding="utf-8"?>
<p:presentation xmlns:p="http://schemas.openxmlformats.org/presentationml/2006/main">
  <p:sldMasterIdLst>
    <p:sldMasterId xmlns:r="http://schemas.openxmlformats.org/officeDocument/2006/relationships" id="2147483648" r:id="R14b9c56a3b594fff"/>
  </p:sldMasterIdLst>
  <p:notesMasterIdLst>
    <p:notesMasterId xmlns:r="http://schemas.openxmlformats.org/officeDocument/2006/relationships" r:id="R8164d7453d014838"/>
  </p:notesMasterIdLst>
  <p:sldIdLst>
    <p:sldId xmlns:r="http://schemas.openxmlformats.org/officeDocument/2006/relationships" id="256" r:id="R982b34e123424453"/>
    <p:sldId xmlns:r="http://schemas.openxmlformats.org/officeDocument/2006/relationships" id="257" r:id="R9a852c2524184cc9"/>
    <p:sldId xmlns:r="http://schemas.openxmlformats.org/officeDocument/2006/relationships" id="258" r:id="Rf260f0744b744b24"/>
    <p:sldId xmlns:r="http://schemas.openxmlformats.org/officeDocument/2006/relationships" id="259" r:id="R0c6d69a2aba246f9"/>
    <p:sldId xmlns:r="http://schemas.openxmlformats.org/officeDocument/2006/relationships" id="260" r:id="R28ff8d6b82ec428f"/>
    <p:sldId xmlns:r="http://schemas.openxmlformats.org/officeDocument/2006/relationships" id="261" r:id="R5b2d241ac7f841ce"/>
    <p:sldId xmlns:r="http://schemas.openxmlformats.org/officeDocument/2006/relationships" id="262" r:id="R781f4c13902b43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aa1d119779426d" /><Relationship Type="http://schemas.openxmlformats.org/officeDocument/2006/relationships/slideMaster" Target="/ppt/slideMasters/slideMaster1.xml" Id="R14b9c56a3b594fff" /><Relationship Type="http://schemas.openxmlformats.org/officeDocument/2006/relationships/notesMaster" Target="/ppt/notesMasters/notesMaster1.xml" Id="R8164d7453d014838" /><Relationship Type="http://schemas.openxmlformats.org/officeDocument/2006/relationships/presProps" Target="/ppt/presProps.xml" Id="Rfb6d914140a94584" /><Relationship Type="http://schemas.openxmlformats.org/officeDocument/2006/relationships/tableStyles" Target="/ppt/tableStyles.xml" Id="Rb4749b1cf1d74ccf" /><Relationship Type="http://schemas.openxmlformats.org/officeDocument/2006/relationships/slide" Target="/ppt/slides/slide1.xml" Id="R982b34e123424453" /><Relationship Type="http://schemas.openxmlformats.org/officeDocument/2006/relationships/slide" Target="/ppt/slides/slide2.xml" Id="R9a852c2524184cc9" /><Relationship Type="http://schemas.openxmlformats.org/officeDocument/2006/relationships/slide" Target="/ppt/slides/slide3.xml" Id="Rf260f0744b744b24" /><Relationship Type="http://schemas.openxmlformats.org/officeDocument/2006/relationships/slide" Target="/ppt/slides/slide4.xml" Id="R0c6d69a2aba246f9" /><Relationship Type="http://schemas.openxmlformats.org/officeDocument/2006/relationships/slide" Target="/ppt/slides/slide5.xml" Id="R28ff8d6b82ec428f" /><Relationship Type="http://schemas.openxmlformats.org/officeDocument/2006/relationships/slide" Target="/ppt/slides/slide6.xml" Id="R5b2d241ac7f841ce" /><Relationship Type="http://schemas.openxmlformats.org/officeDocument/2006/relationships/slide" Target="/ppt/slides/slide7.xml" Id="R781f4c13902b43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7624336b4e46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ced728d3094d4b" /><Relationship Type="http://schemas.openxmlformats.org/officeDocument/2006/relationships/notesMaster" Target="/ppt/notesMasters/notesMaster1.xml" Id="Rfa4e571748a74b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a27680bd284e5f" /><Relationship Type="http://schemas.openxmlformats.org/officeDocument/2006/relationships/notesMaster" Target="/ppt/notesMasters/notesMaster1.xml" Id="R720c08bf001c4b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86e1ca246d4926" /><Relationship Type="http://schemas.openxmlformats.org/officeDocument/2006/relationships/notesMaster" Target="/ppt/notesMasters/notesMaster1.xml" Id="R2732b0ee5a5d44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c72abe82244081" /><Relationship Type="http://schemas.openxmlformats.org/officeDocument/2006/relationships/notesMaster" Target="/ppt/notesMasters/notesMaster1.xml" Id="R79bdc55bd5cc4d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2fc9fa396b4170" /><Relationship Type="http://schemas.openxmlformats.org/officeDocument/2006/relationships/notesMaster" Target="/ppt/notesMasters/notesMaster1.xml" Id="Rad72af92417e4b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e14fe837344023" /><Relationship Type="http://schemas.openxmlformats.org/officeDocument/2006/relationships/notesMaster" Target="/ppt/notesMasters/notesMaster1.xml" Id="Rb23bbb1923fc41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09645036fa4d27" /><Relationship Type="http://schemas.openxmlformats.org/officeDocument/2006/relationships/notesMaster" Target="/ppt/notesMasters/notesMaster1.xml" Id="R228f134c7bc044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Waktu: 25 detik.</a:t>
            </a:r>
          </a:p>
          <a:p xmlns:a="http://schemas.openxmlformats.org/drawingml/2006/main">
            <a:r>
              <a:t/>
            </a:r>
          </a:p>
          <a:p xmlns:a="http://schemas.openxmlformats.org/drawingml/2006/main">
            <a:r>
              <a:t>Kami membangun BantengPanel untuk menguji satu pertanyaan: apakah panel marker yang dirancang dengan mempertimbangkan populasi Bali bisa mempertahankan informasi klasifikasi dengan jumlah SNP yang lebih kecil? Hari ini kami menunjukkan pipeline dan bukti komputasional awal, beserta batas yang masih perlu diuji.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Waktu: 45 detik.</a:t>
            </a:r>
          </a:p>
          <a:p xmlns:a="http://schemas.openxmlformats.org/drawingml/2006/main">
            <a:r>
              <a:t/>
            </a:r>
          </a:p>
          <a:p xmlns:a="http://schemas.openxmlformats.org/drawingml/2006/main">
            <a:r>
              <a:t>Masalah pasar di sini adalah hipotesis, bukan hasil wawancara. Populasi lokal punya sejarah dan komposisi yang berbeda, sehingga rancangan panel sebaiknya diuji pada populasi target. Kami juga belum mengukur potensi penghematan biaya. Validasi pengguna dan laboratorium masih menjadi pekerjaan berikutnya.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Waktu: 45 detik.</a:t>
            </a:r>
          </a:p>
          <a:p xmlns:a="http://schemas.openxmlformats.org/drawingml/2006/main">
            <a:r>
              <a:t/>
            </a:r>
          </a:p>
          <a:p xmlns:a="http://schemas.openxmlformats.org/drawingml/2006/main">
            <a:r>
              <a:t>Pipeline memverifikasi checksum sumber, membaca genotipe dan label populasi, menyaring sampel dan marker, lalu meranking marker dari perbedaan frekuensi alel Bali terhadap kelompok pembanding. Setiap panel diuji pada fold yang tidak dipakai dalam pemilihan. Dashboard hanya membaca hasil terbitan dari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Waktu: 50 detik.</a:t>
            </a:r>
          </a:p>
          <a:p xmlns:a="http://schemas.openxmlformats.org/drawingml/2006/main">
            <a:r>
              <a:t/>
            </a:r>
          </a:p>
          <a:p xmlns:a="http://schemas.openxmlformats.org/drawingml/2006/main">
            <a:r>
              <a:t>Decker Dryad memuat 1.543 hewan dan 43.043 marker pada sumber; setelah satu sampel missingness tinggi dan satu marker kromosom nol dikeluarkan, analisis memakai jumlah yang ditampilkan di slide. Figshare memuat 107 hewan dengan 16 Bali. Dua kohort tetap terpisah karena angka 1 dan 2 memiliki arti alel berbeda di setiap sumber.</a:t>
            </a:r>
          </a:p>
          <a:p xmlns:a="http://schemas.openxmlformats.org/drawingml/2006/main">
            <a:r>
              <a:t/>
            </a:r>
          </a:p>
          <a:p xmlns:a="http://schemas.openxmlformats.org/drawingml/2006/main">
            <a:r>
              <a:t>Sumber: Decker et al. 2014, Dryad DOI 10.5061/dryad.th092 · Sudrajad et al. 2020, Figshare DOI 10.6084/m9.figshare.13083587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Waktu: 75 detik.</a:t>
            </a:r>
          </a:p>
          <a:p xmlns:a="http://schemas.openxmlformats.org/drawingml/2006/main">
            <a:r>
              <a:t/>
            </a:r>
          </a:p>
          <a:p xmlns:a="http://schemas.openxmlformats.org/drawingml/2006/main">
            <a:r>
              <a:t>Grafik ini menunjukkan balanced accuracy rerata pada fold uji untuk panel BantengPanel, panel dengan MAF global tertinggi, dan rerata 30 panel acak berukuran sama; angka grafik dibulatkan ke tiga desimal. Pemilihan SNP dan QC memakai data latih. Karena hanya ada 20 sampel Bali dan hubungan kekerabatan tidak diketahui, hasil ini bersifat eksploratif. Variasi antar fold bukan uji signifikansi.</a:t>
            </a:r>
          </a:p>
          <a:p xmlns:a="http://schemas.openxmlformats.org/drawingml/2006/main">
            <a:r>
              <a:t/>
            </a:r>
          </a:p>
          <a:p xmlns:a="http://schemas.openxmlformats.org/drawingml/2006/main">
            <a:r>
              <a:t>Sumber: BantengPanel artifacts/public/dryad_benchmark.json · Protokol: docs/SCIENTIFIC_PROTOCOL.md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Waktu: 50 detik.</a:t>
            </a:r>
          </a:p>
          <a:p xmlns:a="http://schemas.openxmlformats.org/drawingml/2006/main">
            <a:r>
              <a:t/>
            </a:r>
          </a:p>
          <a:p xmlns:a="http://schemas.openxmlformats.org/drawingml/2006/main">
            <a:r>
              <a:t>Pengguna yang ingin kami temui adalah peneliti genetika ternak dan analis laboratorium. Pembeli kemungkinan PI atau kepala lab, tetapi pemilik anggaran dan data perlu dikonfirmasi. Hipotesis penawaran awal adalah layanan desain panel per proyek, bukan SaaS yang belum dibutuhkan. Saat ini belum ada wawancara, harga tervalidasi, LOI, ataupun data biaya; kami tidak menampilkan angka pasar yang dibuat-buat.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Waktu: 50 detik.</a:t>
            </a:r>
          </a:p>
          <a:p xmlns:a="http://schemas.openxmlformats.org/drawingml/2006/main">
            <a:r>
              <a:t/>
            </a:r>
          </a:p>
          <a:p xmlns:a="http://schemas.openxmlformats.org/drawingml/2006/main">
            <a:r>
              <a:t>Dalam 12 bulan kami akan meningkatkan mutu cohort, melakukan validasi group-aware pada data eksternal, menguji kelayakan marker di laboratorium, lalu menyusun pilot prospektif. Permintaan kami hari ini adalah akses ke cohort Bali independen dan diskusi teknis dengan laboratorium yang dapat membantu menetapkan kriteria assay.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373a9f9c144a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6c3cf40a8743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236feef67c45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44c7b7dbb945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3366b78a524c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62550bb7824d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DBEC49-1B9F-43D6-AEC2-67057C00D0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6CA12E-ECF1-4DD8-9B7B-8EDEEB7ABF3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FB4F20-2F85-4C6C-981E-94D10B4303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0C5463-DBF9-4D57-A904-90326BD83A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9AC729-82ED-45F3-99B8-3FD9B9C01D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B15E4B-F161-487C-9AA1-AB2BBD6E20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88459B-AAE2-446C-A3A8-54B0C38CDA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6724E3-61D5-42A9-81DD-2079AF83D3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5CEDE0-3F5D-4EE2-8FC5-7C6FFA226C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1A6CAF-5DC0-42C7-9AD4-7025231163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1a9d6b4c58462d" /><Relationship Type="http://schemas.openxmlformats.org/officeDocument/2006/relationships/slideLayout" Target="/ppt/slideLayouts/slideLayout1.xml" Id="R244c33eb7d2c47b1" /><Relationship Type="http://schemas.openxmlformats.org/officeDocument/2006/relationships/slideLayout" Target="/ppt/slideLayouts/slideLayout2.xml" Id="R4f205b5e0cc9414b" /><Relationship Type="http://schemas.openxmlformats.org/officeDocument/2006/relationships/slideLayout" Target="/ppt/slideLayouts/slideLayout3.xml" Id="R7760160c1e9f45a5" /><Relationship Type="http://schemas.openxmlformats.org/officeDocument/2006/relationships/slideLayout" Target="/ppt/slideLayouts/slideLayout4.xml" Id="R28960f39b2f74def" /><Relationship Type="http://schemas.openxmlformats.org/officeDocument/2006/relationships/slideLayout" Target="/ppt/slideLayouts/slideLayout5.xml" Id="Rdf35b94398a84ed7" /><Relationship Type="http://schemas.openxmlformats.org/officeDocument/2006/relationships/slideLayout" Target="/ppt/slideLayouts/slideLayout6.xml" Id="R9c675e506d4a4f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4c33eb7d2c47b1"/>
    <p:sldLayoutId xmlns:r="http://schemas.openxmlformats.org/officeDocument/2006/relationships" id="2147483650" r:id="R4f205b5e0cc9414b"/>
    <p:sldLayoutId xmlns:r="http://schemas.openxmlformats.org/officeDocument/2006/relationships" id="2147483651" r:id="R7760160c1e9f45a5"/>
    <p:sldLayoutId xmlns:r="http://schemas.openxmlformats.org/officeDocument/2006/relationships" id="2147483652" r:id="R28960f39b2f74def"/>
    <p:sldLayoutId xmlns:r="http://schemas.openxmlformats.org/officeDocument/2006/relationships" id="2147483653" r:id="Rdf35b94398a84ed7"/>
    <p:sldLayoutId xmlns:r="http://schemas.openxmlformats.org/officeDocument/2006/relationships" id="2147483654" r:id="R9c675e506d4a4f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2664e7239b4c07" /><Relationship Type="http://schemas.openxmlformats.org/officeDocument/2006/relationships/notesSlide" Target="/ppt/notesSlides/notesSlide1.xml" Id="R1e5c233ade2342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b5b0c234154918" /><Relationship Type="http://schemas.openxmlformats.org/officeDocument/2006/relationships/notesSlide" Target="/ppt/notesSlides/notesSlide2.xml" Id="R35f7bce05bdc4f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97afd211be4acb" /><Relationship Type="http://schemas.openxmlformats.org/officeDocument/2006/relationships/notesSlide" Target="/ppt/notesSlides/notesSlide3.xml" Id="Rfec90a22117c4f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40fd08ace349fa" /><Relationship Type="http://schemas.openxmlformats.org/officeDocument/2006/relationships/notesSlide" Target="/ppt/notesSlides/notesSlide4.xml" Id="Rb33b842f2d6a40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c70707f57742e2" /><Relationship Type="http://schemas.openxmlformats.org/officeDocument/2006/relationships/chart" Target="/ppt/slides/charts/chart1.xml" Id="R01903e222caa42fd" /><Relationship Type="http://schemas.openxmlformats.org/officeDocument/2006/relationships/notesSlide" Target="/ppt/notesSlides/notesSlide5.xml" Id="R9abfabd4a78b47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01ed052547447a" /><Relationship Type="http://schemas.openxmlformats.org/officeDocument/2006/relationships/notesSlide" Target="/ppt/notesSlides/notesSlide6.xml" Id="Rd72bbb0585534d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ea7049e3304d4d" /><Relationship Type="http://schemas.openxmlformats.org/officeDocument/2006/relationships/notesSlide" Target="/ppt/notesSlides/notesSlide7.xml" Id="R49adab68bde4411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b="1">
                <a:solidFill>
                  <a:srgbClr val="16333A"/>
                </a:solidFill>
                <a:latin typeface="Arial"/>
                <a:ea typeface="Arial"/>
                <a:cs typeface="Arial"/>
              </a:rPr>
              <a:t>Balanced accuracy · mean cross-validation fold</a:t>
            </a:r>
          </a:p>
        </c:rich>
      </c:tx>
      <c:overlay val="0"/>
      <c:txPr>
        <a:bodyPr xmlns:a="http://schemas.openxmlformats.org/drawingml/2006/main" anchorCtr="1"/>
        <a:lstStyle xmlns:a="http://schemas.openxmlformats.org/drawingml/2006/main"/>
        <a:p xmlns:a="http://schemas.openxmlformats.org/drawingml/2006/main">
          <a:pPr>
            <a:defRPr sz="1500" b="1">
              <a:solidFill>
                <a:srgbClr val="16333A"/>
              </a:solidFill>
              <a:latin typeface="Arial"/>
              <a:ea typeface="Arial"/>
              <a:cs typeface="Arial"/>
            </a:defRPr>
          </a:pPr>
        </a:p>
      </c:txPr>
    </c:title>
    <c:plotArea>
      <c:lineChart>
        <c:grouping val="standard"/>
        <c:varyColors val="0"/>
        <c:ser>
          <c:idx val="0"/>
          <c:order val="0"/>
          <c:tx>
            <c:v>BantengPanel</c:v>
          </c:tx>
          <c:spPr>
            <a:ln xmlns:a="http://schemas.openxmlformats.org/drawingml/2006/main" w="28575">
              <a:solidFill>
                <a:srgbClr val="087E72"/>
              </a:solidFill>
              <a:prstDash val="solid"/>
            </a:ln>
          </c:spPr>
          <c:marker>
            <c:symbol val="circle"/>
            <c:size val="6"/>
            <c:spPr>
              <a:solidFill xmlns:a="http://schemas.openxmlformats.org/drawingml/2006/main">
                <a:srgbClr val="087E72"/>
              </a:solidFill>
            </c:spPr>
          </c:marker>
          <c:cat>
            <c:numRef>
              <c:f>'Chart Data'!$A$2:$A$10</c:f>
              <c:numCache>
                <c:formatCode>General</c:formatCode>
                <c:ptCount val="9"/>
                <c:pt idx="0">
                  <c:v>8</c:v>
                </c:pt>
                <c:pt idx="1">
                  <c:v>16</c:v>
                </c:pt>
                <c:pt idx="2">
                  <c:v>24</c:v>
                </c:pt>
                <c:pt idx="3">
                  <c:v>48</c:v>
                </c:pt>
                <c:pt idx="4">
                  <c:v>72</c:v>
                </c:pt>
                <c:pt idx="5">
                  <c:v>96</c:v>
                </c:pt>
                <c:pt idx="6">
                  <c:v>128</c:v>
                </c:pt>
                <c:pt idx="7">
                  <c:v>156</c:v>
                </c:pt>
                <c:pt idx="8">
                  <c:v>200</c:v>
                </c:pt>
              </c:numCache>
            </c:numRef>
          </c:cat>
          <c:val>
            <c:numRef>
              <c:f>'Chart Data'!$B$2:$B$10</c:f>
              <c:numCache>
                <c:formatCode>0.0</c:formatCode>
                <c:ptCount val="9"/>
                <c:pt idx="0">
                  <c:v>0.962</c:v>
                </c:pt>
                <c:pt idx="1">
                  <c:v>0.935</c:v>
                </c:pt>
                <c:pt idx="2">
                  <c:v>0.949</c:v>
                </c:pt>
                <c:pt idx="3">
                  <c:v>0.96</c:v>
                </c:pt>
                <c:pt idx="4">
                  <c:v>0.955</c:v>
                </c:pt>
                <c:pt idx="5">
                  <c:v>0.95</c:v>
                </c:pt>
                <c:pt idx="6">
                  <c:v>0.95</c:v>
                </c:pt>
                <c:pt idx="7">
                  <c:v>0.96</c:v>
                </c:pt>
                <c:pt idx="8">
                  <c:v>0.96</c:v>
                </c:pt>
              </c:numCache>
            </c:numRef>
          </c:val>
        </c:ser>
        <c:ser>
          <c:idx val="1"/>
          <c:order val="1"/>
          <c:tx>
            <c:v>Global-MAF</c:v>
          </c:tx>
          <c:spPr>
            <a:ln xmlns:a="http://schemas.openxmlformats.org/drawingml/2006/main" w="28575">
              <a:solidFill>
                <a:srgbClr val="315779"/>
              </a:solidFill>
              <a:prstDash val="solid"/>
            </a:ln>
          </c:spPr>
          <c:marker>
            <c:symbol val="circle"/>
            <c:size val="6"/>
            <c:spPr>
              <a:solidFill xmlns:a="http://schemas.openxmlformats.org/drawingml/2006/main">
                <a:srgbClr val="315779"/>
              </a:solidFill>
            </c:spPr>
          </c:marker>
          <c:cat>
            <c:numRef>
              <c:f>'Chart Data'!$C$2:$C$10</c:f>
              <c:numCache>
                <c:formatCode>General</c:formatCode>
                <c:ptCount val="9"/>
                <c:pt idx="0">
                  <c:v>8</c:v>
                </c:pt>
                <c:pt idx="1">
                  <c:v>16</c:v>
                </c:pt>
                <c:pt idx="2">
                  <c:v>24</c:v>
                </c:pt>
                <c:pt idx="3">
                  <c:v>48</c:v>
                </c:pt>
                <c:pt idx="4">
                  <c:v>72</c:v>
                </c:pt>
                <c:pt idx="5">
                  <c:v>96</c:v>
                </c:pt>
                <c:pt idx="6">
                  <c:v>128</c:v>
                </c:pt>
                <c:pt idx="7">
                  <c:v>156</c:v>
                </c:pt>
                <c:pt idx="8">
                  <c:v>200</c:v>
                </c:pt>
              </c:numCache>
            </c:numRef>
          </c:cat>
          <c:val>
            <c:numRef>
              <c:f>'Chart Data'!$D$2:$D$10</c:f>
              <c:numCache>
                <c:formatCode>0.0</c:formatCode>
                <c:ptCount val="9"/>
                <c:pt idx="0">
                  <c:v>0.94</c:v>
                </c:pt>
                <c:pt idx="1">
                  <c:v>0.951</c:v>
                </c:pt>
                <c:pt idx="2">
                  <c:v>0.958</c:v>
                </c:pt>
                <c:pt idx="3">
                  <c:v>0.969</c:v>
                </c:pt>
                <c:pt idx="4">
                  <c:v>0.974</c:v>
                </c:pt>
                <c:pt idx="5">
                  <c:v>0.97</c:v>
                </c:pt>
                <c:pt idx="6">
                  <c:v>0.98</c:v>
                </c:pt>
                <c:pt idx="7">
                  <c:v>0.985</c:v>
                </c:pt>
                <c:pt idx="8">
                  <c:v>0.98</c:v>
                </c:pt>
              </c:numCache>
            </c:numRef>
          </c:val>
        </c:ser>
        <c:ser>
          <c:idx val="2"/>
          <c:order val="2"/>
          <c:tx>
            <c:v>Random-mean</c:v>
          </c:tx>
          <c:spPr>
            <a:ln xmlns:a="http://schemas.openxmlformats.org/drawingml/2006/main" w="28575">
              <a:solidFill>
                <a:srgbClr val="C38E37"/>
              </a:solidFill>
              <a:prstDash val="solid"/>
            </a:ln>
          </c:spPr>
          <c:marker>
            <c:symbol val="circle"/>
            <c:size val="6"/>
            <c:spPr>
              <a:solidFill xmlns:a="http://schemas.openxmlformats.org/drawingml/2006/main">
                <a:srgbClr val="C38E37"/>
              </a:solidFill>
            </c:spPr>
          </c:marker>
          <c:cat>
            <c:numRef>
              <c:f>'Chart Data'!$E$2:$E$10</c:f>
              <c:numCache>
                <c:formatCode>General</c:formatCode>
                <c:ptCount val="9"/>
                <c:pt idx="0">
                  <c:v>8</c:v>
                </c:pt>
                <c:pt idx="1">
                  <c:v>16</c:v>
                </c:pt>
                <c:pt idx="2">
                  <c:v>24</c:v>
                </c:pt>
                <c:pt idx="3">
                  <c:v>48</c:v>
                </c:pt>
                <c:pt idx="4">
                  <c:v>72</c:v>
                </c:pt>
                <c:pt idx="5">
                  <c:v>96</c:v>
                </c:pt>
                <c:pt idx="6">
                  <c:v>128</c:v>
                </c:pt>
                <c:pt idx="7">
                  <c:v>156</c:v>
                </c:pt>
                <c:pt idx="8">
                  <c:v>200</c:v>
                </c:pt>
              </c:numCache>
            </c:numRef>
          </c:cat>
          <c:val>
            <c:numRef>
              <c:f>'Chart Data'!$F$2:$F$10</c:f>
              <c:numCache>
                <c:formatCode>0.0</c:formatCode>
                <c:ptCount val="9"/>
                <c:pt idx="0">
                  <c:v>0.915</c:v>
                </c:pt>
                <c:pt idx="1">
                  <c:v>0.941</c:v>
                </c:pt>
                <c:pt idx="2">
                  <c:v>0.955</c:v>
                </c:pt>
                <c:pt idx="3">
                  <c:v>0.962</c:v>
                </c:pt>
                <c:pt idx="4">
                  <c:v>0.965</c:v>
                </c:pt>
                <c:pt idx="5">
                  <c:v>0.968</c:v>
                </c:pt>
                <c:pt idx="6">
                  <c:v>0.968</c:v>
                </c:pt>
                <c:pt idx="7">
                  <c:v>0.968</c:v>
                </c:pt>
                <c:pt idx="8">
                  <c:v>0.966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125">
                    <a:solidFill>
                      <a:srgbClr val="16333A"/>
                    </a:solidFill>
                    <a:latin typeface="Arial"/>
                    <a:ea typeface="Arial"/>
                    <a:cs typeface="Arial"/>
                  </a:rPr>
                  <a:t>Jumlah SNP</a:t>
                </a:r>
              </a:p>
            </c:rich>
          </c:tx>
          <c:overlay val="0"/>
          <c:txPr>
            <a:bodyPr xmlns:a="http://schemas.openxmlformats.org/drawingml/2006/main" anchorCtr="1"/>
            <a:lstStyle xmlns:a="http://schemas.openxmlformats.org/drawingml/2006/main"/>
            <a:p xmlns:a="http://schemas.openxmlformats.org/drawingml/2006/main">
              <a:pPr>
                <a:defRPr sz="1125">
                  <a:solidFill>
                    <a:srgbClr val="16333A"/>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D7273"/>
                </a:solidFill>
                <a:latin typeface="Arial"/>
                <a:ea typeface="Arial"/>
                <a:cs typeface="Arial"/>
              </a:defRPr>
            </a:pPr>
          </a:p>
        </c:txPr>
        <c:crossAx val="48672768"/>
      </c:catAx>
      <c:valAx>
        <c:axId val="48672768"/>
        <c:scaling>
          <c:orientation val="minMax"/>
          <c:max val="1"/>
          <c:min val="0.4"/>
        </c:scaling>
        <c:delete val="0"/>
        <c:axPos val="l"/>
        <c:majorGridlines>
          <c:spPr>
            <a:ln xmlns:a="http://schemas.openxmlformats.org/drawingml/2006/main" w="9525">
              <a:solidFill>
                <a:srgbClr val="D8E4DE"/>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6333A"/>
                    </a:solidFill>
                    <a:latin typeface="Arial"/>
                    <a:ea typeface="Arial"/>
                    <a:cs typeface="Arial"/>
                  </a:rPr>
                  <a:t>Balanced accuracy</a:t>
                </a:r>
              </a:p>
            </c:rich>
          </c:tx>
          <c:overlay val="0"/>
          <c:txPr>
            <a:bodyPr xmlns:a="http://schemas.openxmlformats.org/drawingml/2006/main" anchorCtr="1"/>
            <a:lstStyle xmlns:a="http://schemas.openxmlformats.org/drawingml/2006/main"/>
            <a:p xmlns:a="http://schemas.openxmlformats.org/drawingml/2006/main">
              <a:pPr>
                <a:defRPr sz="1125">
                  <a:solidFill>
                    <a:srgbClr val="16333A"/>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D7273"/>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633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8E4DE"/>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CB2A38-D2B3-496A-8968-A5F6E3EFE59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5D1CF6-2E4D-47B1-928F-3D2E4B473F44}"/>
              </a:ext>
            </a:extLst>
          </p:cNvPr>
          <p:cNvSpPr>
            <a:spLocks xmlns:a="http://schemas.openxmlformats.org/drawingml/2006/main" noGrp="1"/>
          </p:cNvSpPr>
          <p:nvPr/>
        </p:nvSpPr>
        <p:spPr>
          <a:xfrm xmlns:a="http://schemas.openxmlformats.org/drawingml/2006/main">
            <a:off x="742950" y="7048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75" b="1">
                <a:solidFill>
                  <a:srgbClr val="087E72"/>
                </a:solidFill>
                <a:latin typeface="Arial"/>
                <a:ea typeface="Arial"/>
                <a:cs typeface="Arial"/>
              </a:defRPr>
            </a:defPPr>
            <a:lvl1pPr algn="l">
              <a:defRPr sz="1275" b="1">
                <a:solidFill>
                  <a:srgbClr val="087E72"/>
                </a:solidFill>
                <a:latin typeface="Arial"/>
                <a:ea typeface="Arial"/>
                <a:cs typeface="Arial"/>
              </a:defRPr>
            </a:lvl1pPr>
            <a:lvl2pPr algn="l">
              <a:defRPr sz="1275" b="1">
                <a:solidFill>
                  <a:srgbClr val="087E72"/>
                </a:solidFill>
                <a:latin typeface="Arial"/>
                <a:ea typeface="Arial"/>
                <a:cs typeface="Arial"/>
              </a:defRPr>
            </a:lvl2pPr>
            <a:lvl3pPr algn="l">
              <a:defRPr sz="1275" b="1">
                <a:solidFill>
                  <a:srgbClr val="087E72"/>
                </a:solidFill>
                <a:latin typeface="Arial"/>
                <a:ea typeface="Arial"/>
                <a:cs typeface="Arial"/>
              </a:defRPr>
            </a:lvl3pPr>
            <a:lvl4pPr algn="l">
              <a:defRPr sz="1275" b="1">
                <a:solidFill>
                  <a:srgbClr val="087E72"/>
                </a:solidFill>
                <a:latin typeface="Arial"/>
                <a:ea typeface="Arial"/>
                <a:cs typeface="Arial"/>
              </a:defRPr>
            </a:lvl4pPr>
            <a:lvl5pPr algn="l">
              <a:defRPr sz="1275" b="1">
                <a:solidFill>
                  <a:srgbClr val="087E72"/>
                </a:solidFill>
                <a:latin typeface="Arial"/>
                <a:ea typeface="Arial"/>
                <a:cs typeface="Arial"/>
              </a:defRPr>
            </a:lvl5pPr>
            <a:lvl6pPr algn="l">
              <a:defRPr sz="1275" b="1">
                <a:solidFill>
                  <a:srgbClr val="087E72"/>
                </a:solidFill>
                <a:latin typeface="Arial"/>
                <a:ea typeface="Arial"/>
                <a:cs typeface="Arial"/>
              </a:defRPr>
            </a:lvl6pPr>
            <a:lvl7pPr algn="l">
              <a:defRPr sz="1275" b="1">
                <a:solidFill>
                  <a:srgbClr val="087E72"/>
                </a:solidFill>
                <a:latin typeface="Arial"/>
                <a:ea typeface="Arial"/>
                <a:cs typeface="Arial"/>
              </a:defRPr>
            </a:lvl7pPr>
            <a:lvl8pPr algn="l">
              <a:defRPr sz="1275" b="1">
                <a:solidFill>
                  <a:srgbClr val="087E72"/>
                </a:solidFill>
                <a:latin typeface="Arial"/>
                <a:ea typeface="Arial"/>
                <a:cs typeface="Arial"/>
              </a:defRPr>
            </a:lvl8pPr>
            <a:lvl9pPr algn="l">
              <a:defRPr sz="1275" b="1">
                <a:solidFill>
                  <a:srgbClr val="087E72"/>
                </a:solidFill>
                <a:latin typeface="Arial"/>
                <a:ea typeface="Arial"/>
                <a:cs typeface="Arial"/>
              </a:defRPr>
            </a:lvl9pPr>
          </a:lstStyle>
          <a:p xmlns:a="http://schemas.openxmlformats.org/drawingml/2006/main">
            <a:pPr algn="l">
              <a:defRPr sz="1275" b="1">
                <a:solidFill>
                  <a:srgbClr val="087E72"/>
                </a:solidFill>
                <a:latin typeface="Arial"/>
                <a:ea typeface="Arial"/>
                <a:cs typeface="Arial"/>
              </a:defRPr>
            </a:pPr>
            <a:r>
              <a:rPr sz="1275" b="1">
                <a:solidFill>
                  <a:srgbClr val="087E72"/>
                </a:solidFill>
                <a:latin typeface="Arial"/>
                <a:ea typeface="Arial"/>
                <a:cs typeface="Arial"/>
              </a:rPr>
              <a:t>GENOHACK 2026  /  TRACK 2</a:t>
            </a:r>
          </a:p>
        </p:txBody>
      </p:sp>
      <p:sp>
        <p:nvSpPr>
          <p:cNvPr id="3" name="">
            <a:extLst xmlns:a="http://schemas.openxmlformats.org/drawingml/2006/main">
              <a:ext uri="{FF2B5EF4-FFF2-40B4-BE49-F238E27FC236}">
                <a16:creationId xmlns:a16="http://schemas.microsoft.com/office/drawing/2014/main" id="{5F32BD3A-2B90-4731-9E2A-19433998FFC4}"/>
              </a:ext>
            </a:extLst>
          </p:cNvPr>
          <p:cNvSpPr>
            <a:spLocks xmlns:a="http://schemas.openxmlformats.org/drawingml/2006/main" noGrp="1"/>
          </p:cNvSpPr>
          <p:nvPr/>
        </p:nvSpPr>
        <p:spPr>
          <a:xfrm xmlns:a="http://schemas.openxmlformats.org/drawingml/2006/main">
            <a:off x="742950" y="1771650"/>
            <a:ext cx="1000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5250" b="1">
                <a:solidFill>
                  <a:srgbClr val="16333A"/>
                </a:solidFill>
                <a:latin typeface="Arial"/>
                <a:ea typeface="Arial"/>
                <a:cs typeface="Arial"/>
              </a:defRPr>
            </a:defPPr>
            <a:lvl1pPr algn="l">
              <a:defRPr sz="5250" b="1">
                <a:solidFill>
                  <a:srgbClr val="16333A"/>
                </a:solidFill>
                <a:latin typeface="Arial"/>
                <a:ea typeface="Arial"/>
                <a:cs typeface="Arial"/>
              </a:defRPr>
            </a:lvl1pPr>
            <a:lvl2pPr algn="l">
              <a:defRPr sz="5250" b="1">
                <a:solidFill>
                  <a:srgbClr val="16333A"/>
                </a:solidFill>
                <a:latin typeface="Arial"/>
                <a:ea typeface="Arial"/>
                <a:cs typeface="Arial"/>
              </a:defRPr>
            </a:lvl2pPr>
            <a:lvl3pPr algn="l">
              <a:defRPr sz="5250" b="1">
                <a:solidFill>
                  <a:srgbClr val="16333A"/>
                </a:solidFill>
                <a:latin typeface="Arial"/>
                <a:ea typeface="Arial"/>
                <a:cs typeface="Arial"/>
              </a:defRPr>
            </a:lvl3pPr>
            <a:lvl4pPr algn="l">
              <a:defRPr sz="5250" b="1">
                <a:solidFill>
                  <a:srgbClr val="16333A"/>
                </a:solidFill>
                <a:latin typeface="Arial"/>
                <a:ea typeface="Arial"/>
                <a:cs typeface="Arial"/>
              </a:defRPr>
            </a:lvl4pPr>
            <a:lvl5pPr algn="l">
              <a:defRPr sz="5250" b="1">
                <a:solidFill>
                  <a:srgbClr val="16333A"/>
                </a:solidFill>
                <a:latin typeface="Arial"/>
                <a:ea typeface="Arial"/>
                <a:cs typeface="Arial"/>
              </a:defRPr>
            </a:lvl5pPr>
            <a:lvl6pPr algn="l">
              <a:defRPr sz="5250" b="1">
                <a:solidFill>
                  <a:srgbClr val="16333A"/>
                </a:solidFill>
                <a:latin typeface="Arial"/>
                <a:ea typeface="Arial"/>
                <a:cs typeface="Arial"/>
              </a:defRPr>
            </a:lvl6pPr>
            <a:lvl7pPr algn="l">
              <a:defRPr sz="5250" b="1">
                <a:solidFill>
                  <a:srgbClr val="16333A"/>
                </a:solidFill>
                <a:latin typeface="Arial"/>
                <a:ea typeface="Arial"/>
                <a:cs typeface="Arial"/>
              </a:defRPr>
            </a:lvl7pPr>
            <a:lvl8pPr algn="l">
              <a:defRPr sz="5250" b="1">
                <a:solidFill>
                  <a:srgbClr val="16333A"/>
                </a:solidFill>
                <a:latin typeface="Arial"/>
                <a:ea typeface="Arial"/>
                <a:cs typeface="Arial"/>
              </a:defRPr>
            </a:lvl8pPr>
            <a:lvl9pPr algn="l">
              <a:defRPr sz="5250" b="1">
                <a:solidFill>
                  <a:srgbClr val="16333A"/>
                </a:solidFill>
                <a:latin typeface="Arial"/>
                <a:ea typeface="Arial"/>
                <a:cs typeface="Arial"/>
              </a:defRPr>
            </a:lvl9pPr>
          </a:lstStyle>
          <a:p xmlns:a="http://schemas.openxmlformats.org/drawingml/2006/main">
            <a:pPr algn="l">
              <a:defRPr sz="5250" b="1">
                <a:solidFill>
                  <a:srgbClr val="16333A"/>
                </a:solidFill>
                <a:latin typeface="Arial"/>
                <a:ea typeface="Arial"/>
                <a:cs typeface="Arial"/>
              </a:defRPr>
            </a:pPr>
            <a:r>
              <a:rPr sz="5250" b="1">
                <a:solidFill>
                  <a:srgbClr val="16333A"/>
                </a:solidFill>
                <a:latin typeface="Arial"/>
                <a:ea typeface="Arial"/>
                <a:cs typeface="Arial"/>
              </a:rPr>
              <a:t>BantengPanel</a:t>
            </a:r>
          </a:p>
        </p:txBody>
      </p:sp>
      <p:sp>
        <p:nvSpPr>
          <p:cNvPr id="4" name="">
            <a:extLst xmlns:a="http://schemas.openxmlformats.org/drawingml/2006/main">
              <a:ext uri="{FF2B5EF4-FFF2-40B4-BE49-F238E27FC236}">
                <a16:creationId xmlns:a16="http://schemas.microsoft.com/office/drawing/2014/main" id="{6A51CE3F-7C74-47E5-90DB-90DEBA265771}"/>
              </a:ext>
            </a:extLst>
          </p:cNvPr>
          <p:cNvSpPr>
            <a:spLocks xmlns:a="http://schemas.openxmlformats.org/drawingml/2006/main" noGrp="1"/>
          </p:cNvSpPr>
          <p:nvPr/>
        </p:nvSpPr>
        <p:spPr>
          <a:xfrm xmlns:a="http://schemas.openxmlformats.org/drawingml/2006/main">
            <a:off x="781050" y="2857500"/>
            <a:ext cx="962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2700" b="0">
                <a:solidFill>
                  <a:srgbClr val="5D7273"/>
                </a:solidFill>
                <a:latin typeface="Arial"/>
                <a:ea typeface="Arial"/>
                <a:cs typeface="Arial"/>
              </a:defRPr>
            </a:defPPr>
            <a:lvl1pPr algn="l">
              <a:defRPr sz="2700" b="0">
                <a:solidFill>
                  <a:srgbClr val="5D7273"/>
                </a:solidFill>
                <a:latin typeface="Arial"/>
                <a:ea typeface="Arial"/>
                <a:cs typeface="Arial"/>
              </a:defRPr>
            </a:lvl1pPr>
            <a:lvl2pPr algn="l">
              <a:defRPr sz="2700" b="0">
                <a:solidFill>
                  <a:srgbClr val="5D7273"/>
                </a:solidFill>
                <a:latin typeface="Arial"/>
                <a:ea typeface="Arial"/>
                <a:cs typeface="Arial"/>
              </a:defRPr>
            </a:lvl2pPr>
            <a:lvl3pPr algn="l">
              <a:defRPr sz="2700" b="0">
                <a:solidFill>
                  <a:srgbClr val="5D7273"/>
                </a:solidFill>
                <a:latin typeface="Arial"/>
                <a:ea typeface="Arial"/>
                <a:cs typeface="Arial"/>
              </a:defRPr>
            </a:lvl3pPr>
            <a:lvl4pPr algn="l">
              <a:defRPr sz="2700" b="0">
                <a:solidFill>
                  <a:srgbClr val="5D7273"/>
                </a:solidFill>
                <a:latin typeface="Arial"/>
                <a:ea typeface="Arial"/>
                <a:cs typeface="Arial"/>
              </a:defRPr>
            </a:lvl4pPr>
            <a:lvl5pPr algn="l">
              <a:defRPr sz="2700" b="0">
                <a:solidFill>
                  <a:srgbClr val="5D7273"/>
                </a:solidFill>
                <a:latin typeface="Arial"/>
                <a:ea typeface="Arial"/>
                <a:cs typeface="Arial"/>
              </a:defRPr>
            </a:lvl5pPr>
            <a:lvl6pPr algn="l">
              <a:defRPr sz="2700" b="0">
                <a:solidFill>
                  <a:srgbClr val="5D7273"/>
                </a:solidFill>
                <a:latin typeface="Arial"/>
                <a:ea typeface="Arial"/>
                <a:cs typeface="Arial"/>
              </a:defRPr>
            </a:lvl6pPr>
            <a:lvl7pPr algn="l">
              <a:defRPr sz="2700" b="0">
                <a:solidFill>
                  <a:srgbClr val="5D7273"/>
                </a:solidFill>
                <a:latin typeface="Arial"/>
                <a:ea typeface="Arial"/>
                <a:cs typeface="Arial"/>
              </a:defRPr>
            </a:lvl7pPr>
            <a:lvl8pPr algn="l">
              <a:defRPr sz="2700" b="0">
                <a:solidFill>
                  <a:srgbClr val="5D7273"/>
                </a:solidFill>
                <a:latin typeface="Arial"/>
                <a:ea typeface="Arial"/>
                <a:cs typeface="Arial"/>
              </a:defRPr>
            </a:lvl8pPr>
            <a:lvl9pPr algn="l">
              <a:defRPr sz="2700" b="0">
                <a:solidFill>
                  <a:srgbClr val="5D7273"/>
                </a:solidFill>
                <a:latin typeface="Arial"/>
                <a:ea typeface="Arial"/>
                <a:cs typeface="Arial"/>
              </a:defRPr>
            </a:lvl9pPr>
          </a:lstStyle>
          <a:p xmlns:a="http://schemas.openxmlformats.org/drawingml/2006/main">
            <a:pPr algn="l">
              <a:defRPr sz="2700" b="0">
                <a:solidFill>
                  <a:srgbClr val="5D7273"/>
                </a:solidFill>
                <a:latin typeface="Arial"/>
                <a:ea typeface="Arial"/>
                <a:cs typeface="Arial"/>
              </a:defRPr>
            </a:pPr>
            <a:r>
              <a:rPr sz="2700" b="0">
                <a:solidFill>
                  <a:srgbClr val="5D7273"/>
                </a:solidFill>
                <a:latin typeface="Arial"/>
                <a:ea typeface="Arial"/>
                <a:cs typeface="Arial"/>
              </a:rPr>
              <a:t>Merancang panel SNP untuk populasi sapi Bali</a:t>
            </a:r>
          </a:p>
          <a:p xmlns:a="http://schemas.openxmlformats.org/drawingml/2006/main">
            <a:pPr algn="l">
              <a:defRPr sz="2700" b="0">
                <a:solidFill>
                  <a:srgbClr val="5D7273"/>
                </a:solidFill>
                <a:latin typeface="Arial"/>
                <a:ea typeface="Arial"/>
                <a:cs typeface="Arial"/>
              </a:defRPr>
            </a:pPr>
            <a:r>
              <a:rPr sz="2700" b="0">
                <a:solidFill>
                  <a:srgbClr val="5D7273"/>
                </a:solidFill>
                <a:latin typeface="Arial"/>
                <a:ea typeface="Arial"/>
                <a:cs typeface="Arial"/>
              </a:rPr>
              <a:t>dengan bukti yang dapat diuji.</a:t>
            </a:r>
          </a:p>
        </p:txBody>
      </p:sp>
      <p:sp>
        <p:nvSpPr>
          <p:cNvPr id="5" name="">
            <a:extLst xmlns:a="http://schemas.openxmlformats.org/drawingml/2006/main">
              <a:ext uri="{FF2B5EF4-FFF2-40B4-BE49-F238E27FC236}">
                <a16:creationId xmlns:a16="http://schemas.microsoft.com/office/drawing/2014/main" id="{6C469AC7-0C60-4C22-A83D-E075F856ED81}"/>
              </a:ext>
            </a:extLst>
          </p:cNvPr>
          <p:cNvSpPr>
            <a:spLocks xmlns:a="http://schemas.openxmlformats.org/drawingml/2006/main" noGrp="1"/>
          </p:cNvSpPr>
          <p:nvPr/>
        </p:nvSpPr>
        <p:spPr>
          <a:xfrm xmlns:a="http://schemas.openxmlformats.org/drawingml/2006/main">
            <a:off x="781050" y="4524375"/>
            <a:ext cx="3714750" cy="38100"/>
          </a:xfrm>
          <a:prstGeom xmlns:a="http://schemas.openxmlformats.org/drawingml/2006/main" prst="rect">
            <a:avLst/>
          </a:prstGeom>
          <a:solidFill xmlns:a="http://schemas.openxmlformats.org/drawingml/2006/main">
            <a:srgbClr val="C38E3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3F97E4-9B7C-40CF-8D8E-01A8F9C503DC}"/>
              </a:ext>
            </a:extLst>
          </p:cNvPr>
          <p:cNvSpPr>
            <a:spLocks xmlns:a="http://schemas.openxmlformats.org/drawingml/2006/main" noGrp="1"/>
          </p:cNvSpPr>
          <p:nvPr/>
        </p:nvSpPr>
        <p:spPr>
          <a:xfrm xmlns:a="http://schemas.openxmlformats.org/drawingml/2006/main">
            <a:off x="781050" y="48196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875" b="1">
                <a:solidFill>
                  <a:srgbClr val="16333A"/>
                </a:solidFill>
                <a:latin typeface="Arial"/>
                <a:ea typeface="Arial"/>
                <a:cs typeface="Arial"/>
              </a:defRPr>
            </a:defPPr>
            <a:lvl1pPr algn="l">
              <a:defRPr sz="1875" b="1">
                <a:solidFill>
                  <a:srgbClr val="16333A"/>
                </a:solidFill>
                <a:latin typeface="Arial"/>
                <a:ea typeface="Arial"/>
                <a:cs typeface="Arial"/>
              </a:defRPr>
            </a:lvl1pPr>
            <a:lvl2pPr algn="l">
              <a:defRPr sz="1875" b="1">
                <a:solidFill>
                  <a:srgbClr val="16333A"/>
                </a:solidFill>
                <a:latin typeface="Arial"/>
                <a:ea typeface="Arial"/>
                <a:cs typeface="Arial"/>
              </a:defRPr>
            </a:lvl2pPr>
            <a:lvl3pPr algn="l">
              <a:defRPr sz="1875" b="1">
                <a:solidFill>
                  <a:srgbClr val="16333A"/>
                </a:solidFill>
                <a:latin typeface="Arial"/>
                <a:ea typeface="Arial"/>
                <a:cs typeface="Arial"/>
              </a:defRPr>
            </a:lvl3pPr>
            <a:lvl4pPr algn="l">
              <a:defRPr sz="1875" b="1">
                <a:solidFill>
                  <a:srgbClr val="16333A"/>
                </a:solidFill>
                <a:latin typeface="Arial"/>
                <a:ea typeface="Arial"/>
                <a:cs typeface="Arial"/>
              </a:defRPr>
            </a:lvl4pPr>
            <a:lvl5pPr algn="l">
              <a:defRPr sz="1875" b="1">
                <a:solidFill>
                  <a:srgbClr val="16333A"/>
                </a:solidFill>
                <a:latin typeface="Arial"/>
                <a:ea typeface="Arial"/>
                <a:cs typeface="Arial"/>
              </a:defRPr>
            </a:lvl5pPr>
            <a:lvl6pPr algn="l">
              <a:defRPr sz="1875" b="1">
                <a:solidFill>
                  <a:srgbClr val="16333A"/>
                </a:solidFill>
                <a:latin typeface="Arial"/>
                <a:ea typeface="Arial"/>
                <a:cs typeface="Arial"/>
              </a:defRPr>
            </a:lvl6pPr>
            <a:lvl7pPr algn="l">
              <a:defRPr sz="1875" b="1">
                <a:solidFill>
                  <a:srgbClr val="16333A"/>
                </a:solidFill>
                <a:latin typeface="Arial"/>
                <a:ea typeface="Arial"/>
                <a:cs typeface="Arial"/>
              </a:defRPr>
            </a:lvl7pPr>
            <a:lvl8pPr algn="l">
              <a:defRPr sz="1875" b="1">
                <a:solidFill>
                  <a:srgbClr val="16333A"/>
                </a:solidFill>
                <a:latin typeface="Arial"/>
                <a:ea typeface="Arial"/>
                <a:cs typeface="Arial"/>
              </a:defRPr>
            </a:lvl8pPr>
            <a:lvl9pPr algn="l">
              <a:defRPr sz="1875" b="1">
                <a:solidFill>
                  <a:srgbClr val="16333A"/>
                </a:solidFill>
                <a:latin typeface="Arial"/>
                <a:ea typeface="Arial"/>
                <a:cs typeface="Arial"/>
              </a:defRPr>
            </a:lvl9pPr>
          </a:lstStyle>
          <a:p xmlns:a="http://schemas.openxmlformats.org/drawingml/2006/main">
            <a:pPr algn="l">
              <a:defRPr sz="1875" b="1">
                <a:solidFill>
                  <a:srgbClr val="16333A"/>
                </a:solidFill>
                <a:latin typeface="Arial"/>
                <a:ea typeface="Arial"/>
                <a:cs typeface="Arial"/>
              </a:defRPr>
            </a:pPr>
            <a:r>
              <a:rPr sz="1875" b="1">
                <a:solidFill>
                  <a:srgbClr val="16333A"/>
                </a:solidFill>
                <a:latin typeface="Arial"/>
                <a:ea typeface="Arial"/>
                <a:cs typeface="Arial"/>
              </a:rPr>
              <a:t>Exastra</a:t>
            </a:r>
          </a:p>
        </p:txBody>
      </p:sp>
      <p:sp>
        <p:nvSpPr>
          <p:cNvPr id="7" name="">
            <a:extLst xmlns:a="http://schemas.openxmlformats.org/drawingml/2006/main">
              <a:ext uri="{FF2B5EF4-FFF2-40B4-BE49-F238E27FC236}">
                <a16:creationId xmlns:a16="http://schemas.microsoft.com/office/drawing/2014/main" id="{BDDF45CC-CAFE-4E97-9B32-901EA8446A00}"/>
              </a:ext>
            </a:extLst>
          </p:cNvPr>
          <p:cNvSpPr>
            <a:spLocks xmlns:a="http://schemas.openxmlformats.org/drawingml/2006/main" noGrp="1"/>
          </p:cNvSpPr>
          <p:nvPr/>
        </p:nvSpPr>
        <p:spPr>
          <a:xfrm xmlns:a="http://schemas.openxmlformats.org/drawingml/2006/main">
            <a:off x="781050" y="5324475"/>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75" b="0">
                <a:solidFill>
                  <a:srgbClr val="5D7273"/>
                </a:solidFill>
                <a:latin typeface="Arial"/>
                <a:ea typeface="Arial"/>
                <a:cs typeface="Arial"/>
              </a:defRPr>
            </a:defPPr>
            <a:lvl1pPr algn="l">
              <a:defRPr sz="1275" b="0">
                <a:solidFill>
                  <a:srgbClr val="5D7273"/>
                </a:solidFill>
                <a:latin typeface="Arial"/>
                <a:ea typeface="Arial"/>
                <a:cs typeface="Arial"/>
              </a:defRPr>
            </a:lvl1pPr>
            <a:lvl2pPr algn="l">
              <a:defRPr sz="1275" b="0">
                <a:solidFill>
                  <a:srgbClr val="5D7273"/>
                </a:solidFill>
                <a:latin typeface="Arial"/>
                <a:ea typeface="Arial"/>
                <a:cs typeface="Arial"/>
              </a:defRPr>
            </a:lvl2pPr>
            <a:lvl3pPr algn="l">
              <a:defRPr sz="1275" b="0">
                <a:solidFill>
                  <a:srgbClr val="5D7273"/>
                </a:solidFill>
                <a:latin typeface="Arial"/>
                <a:ea typeface="Arial"/>
                <a:cs typeface="Arial"/>
              </a:defRPr>
            </a:lvl3pPr>
            <a:lvl4pPr algn="l">
              <a:defRPr sz="1275" b="0">
                <a:solidFill>
                  <a:srgbClr val="5D7273"/>
                </a:solidFill>
                <a:latin typeface="Arial"/>
                <a:ea typeface="Arial"/>
                <a:cs typeface="Arial"/>
              </a:defRPr>
            </a:lvl4pPr>
            <a:lvl5pPr algn="l">
              <a:defRPr sz="1275" b="0">
                <a:solidFill>
                  <a:srgbClr val="5D7273"/>
                </a:solidFill>
                <a:latin typeface="Arial"/>
                <a:ea typeface="Arial"/>
                <a:cs typeface="Arial"/>
              </a:defRPr>
            </a:lvl5pPr>
            <a:lvl6pPr algn="l">
              <a:defRPr sz="1275" b="0">
                <a:solidFill>
                  <a:srgbClr val="5D7273"/>
                </a:solidFill>
                <a:latin typeface="Arial"/>
                <a:ea typeface="Arial"/>
                <a:cs typeface="Arial"/>
              </a:defRPr>
            </a:lvl6pPr>
            <a:lvl7pPr algn="l">
              <a:defRPr sz="1275" b="0">
                <a:solidFill>
                  <a:srgbClr val="5D7273"/>
                </a:solidFill>
                <a:latin typeface="Arial"/>
                <a:ea typeface="Arial"/>
                <a:cs typeface="Arial"/>
              </a:defRPr>
            </a:lvl7pPr>
            <a:lvl8pPr algn="l">
              <a:defRPr sz="1275" b="0">
                <a:solidFill>
                  <a:srgbClr val="5D7273"/>
                </a:solidFill>
                <a:latin typeface="Arial"/>
                <a:ea typeface="Arial"/>
                <a:cs typeface="Arial"/>
              </a:defRPr>
            </a:lvl8pPr>
            <a:lvl9pPr algn="l">
              <a:defRPr sz="1275" b="0">
                <a:solidFill>
                  <a:srgbClr val="5D7273"/>
                </a:solidFill>
                <a:latin typeface="Arial"/>
                <a:ea typeface="Arial"/>
                <a:cs typeface="Arial"/>
              </a:defRPr>
            </a:lvl9pPr>
          </a:lstStyle>
          <a:p xmlns:a="http://schemas.openxmlformats.org/drawingml/2006/main">
            <a:pPr algn="l">
              <a:defRPr sz="1275" b="0">
                <a:solidFill>
                  <a:srgbClr val="5D7273"/>
                </a:solidFill>
                <a:latin typeface="Arial"/>
                <a:ea typeface="Arial"/>
                <a:cs typeface="Arial"/>
              </a:defRPr>
            </a:pPr>
            <a:r>
              <a:rPr sz="1275" b="0">
                <a:solidFill>
                  <a:srgbClr val="5D7273"/>
                </a:solidFill>
                <a:latin typeface="Arial"/>
                <a:ea typeface="Arial"/>
                <a:cs typeface="Arial"/>
              </a:rPr>
              <a:t>Prototipe komputasional · riset awal · 24 Oktober 2026</a:t>
            </a:r>
          </a:p>
        </p:txBody>
      </p:sp>
    </p:spTree>
    <p:extLst>
      <p:ext uri="{BB962C8B-B14F-4D97-AF65-F5344CB8AC3E}">
        <p14:creationId xmlns:p14="http://schemas.microsoft.com/office/powerpoint/2010/main" val="19766240"/>
      </p:ext>
    </p:extLst>
  </p:cSld>
</p:sld>
</file>

<file path=ppt/slides/slide2.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C9A109-0520-481F-9B4A-3E3B7BD9BBA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E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F748A3-C539-43C1-A389-E34B710CE525}"/>
              </a:ext>
            </a:extLst>
          </p:cNvPr>
          <p:cNvSpPr>
            <a:spLocks xmlns:a="http://schemas.openxmlformats.org/drawingml/2006/main" noGrp="1"/>
          </p:cNvSpPr>
          <p:nvPr/>
        </p:nvSpPr>
        <p:spPr>
          <a:xfrm xmlns:a="http://schemas.openxmlformats.org/drawingml/2006/main">
            <a:off x="666750" y="3619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087E72"/>
                </a:solidFill>
                <a:latin typeface="Arial"/>
                <a:ea typeface="Arial"/>
                <a:cs typeface="Arial"/>
              </a:defRPr>
            </a:defPPr>
            <a:lvl1pPr algn="l">
              <a:defRPr sz="1200" b="1">
                <a:solidFill>
                  <a:srgbClr val="087E72"/>
                </a:solidFill>
                <a:latin typeface="Arial"/>
                <a:ea typeface="Arial"/>
                <a:cs typeface="Arial"/>
              </a:defRPr>
            </a:lvl1pPr>
            <a:lvl2pPr algn="l">
              <a:defRPr sz="1200" b="1">
                <a:solidFill>
                  <a:srgbClr val="087E72"/>
                </a:solidFill>
                <a:latin typeface="Arial"/>
                <a:ea typeface="Arial"/>
                <a:cs typeface="Arial"/>
              </a:defRPr>
            </a:lvl2pPr>
            <a:lvl3pPr algn="l">
              <a:defRPr sz="1200" b="1">
                <a:solidFill>
                  <a:srgbClr val="087E72"/>
                </a:solidFill>
                <a:latin typeface="Arial"/>
                <a:ea typeface="Arial"/>
                <a:cs typeface="Arial"/>
              </a:defRPr>
            </a:lvl3pPr>
            <a:lvl4pPr algn="l">
              <a:defRPr sz="1200" b="1">
                <a:solidFill>
                  <a:srgbClr val="087E72"/>
                </a:solidFill>
                <a:latin typeface="Arial"/>
                <a:ea typeface="Arial"/>
                <a:cs typeface="Arial"/>
              </a:defRPr>
            </a:lvl4pPr>
            <a:lvl5pPr algn="l">
              <a:defRPr sz="1200" b="1">
                <a:solidFill>
                  <a:srgbClr val="087E72"/>
                </a:solidFill>
                <a:latin typeface="Arial"/>
                <a:ea typeface="Arial"/>
                <a:cs typeface="Arial"/>
              </a:defRPr>
            </a:lvl5pPr>
            <a:lvl6pPr algn="l">
              <a:defRPr sz="1200" b="1">
                <a:solidFill>
                  <a:srgbClr val="087E72"/>
                </a:solidFill>
                <a:latin typeface="Arial"/>
                <a:ea typeface="Arial"/>
                <a:cs typeface="Arial"/>
              </a:defRPr>
            </a:lvl6pPr>
            <a:lvl7pPr algn="l">
              <a:defRPr sz="1200" b="1">
                <a:solidFill>
                  <a:srgbClr val="087E72"/>
                </a:solidFill>
                <a:latin typeface="Arial"/>
                <a:ea typeface="Arial"/>
                <a:cs typeface="Arial"/>
              </a:defRPr>
            </a:lvl7pPr>
            <a:lvl8pPr algn="l">
              <a:defRPr sz="1200" b="1">
                <a:solidFill>
                  <a:srgbClr val="087E72"/>
                </a:solidFill>
                <a:latin typeface="Arial"/>
                <a:ea typeface="Arial"/>
                <a:cs typeface="Arial"/>
              </a:defRPr>
            </a:lvl8pPr>
            <a:lvl9pPr algn="l">
              <a:defRPr sz="1200" b="1">
                <a:solidFill>
                  <a:srgbClr val="087E72"/>
                </a:solidFill>
                <a:latin typeface="Arial"/>
                <a:ea typeface="Arial"/>
                <a:cs typeface="Arial"/>
              </a:defRPr>
            </a:lvl9pPr>
          </a:lstStyle>
          <a:p xmlns:a="http://schemas.openxmlformats.org/drawingml/2006/main">
            <a:pPr algn="l">
              <a:defRPr sz="1200" b="1">
                <a:solidFill>
                  <a:srgbClr val="087E72"/>
                </a:solidFill>
                <a:latin typeface="Arial"/>
                <a:ea typeface="Arial"/>
                <a:cs typeface="Arial"/>
              </a:defRPr>
            </a:pPr>
            <a:r>
              <a:rPr sz="1200" b="1">
                <a:solidFill>
                  <a:srgbClr val="087E72"/>
                </a:solidFill>
                <a:latin typeface="Arial"/>
                <a:ea typeface="Arial"/>
                <a:cs typeface="Arial"/>
              </a:rPr>
              <a:t>MASALAH DAN HIPOTESIS</a:t>
            </a:r>
          </a:p>
        </p:txBody>
      </p:sp>
      <p:sp>
        <p:nvSpPr>
          <p:cNvPr id="3" name="">
            <a:extLst xmlns:a="http://schemas.openxmlformats.org/drawingml/2006/main">
              <a:ext uri="{FF2B5EF4-FFF2-40B4-BE49-F238E27FC236}">
                <a16:creationId xmlns:a16="http://schemas.microsoft.com/office/drawing/2014/main" id="{F7B85536-09CD-47B4-A8AE-12FB652F5535}"/>
              </a:ext>
            </a:extLst>
          </p:cNvPr>
          <p:cNvSpPr>
            <a:spLocks xmlns:a="http://schemas.openxmlformats.org/drawingml/2006/main" noGrp="1"/>
          </p:cNvSpPr>
          <p:nvPr/>
        </p:nvSpPr>
        <p:spPr>
          <a:xfrm xmlns:a="http://schemas.openxmlformats.org/drawingml/2006/main">
            <a:off x="666750" y="723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3600" b="1">
                <a:solidFill>
                  <a:srgbClr val="16333A"/>
                </a:solidFill>
                <a:latin typeface="Arial"/>
                <a:ea typeface="Arial"/>
                <a:cs typeface="Arial"/>
              </a:defRPr>
            </a:defPPr>
            <a:lvl1pPr algn="l">
              <a:defRPr sz="3600" b="1">
                <a:solidFill>
                  <a:srgbClr val="16333A"/>
                </a:solidFill>
                <a:latin typeface="Arial"/>
                <a:ea typeface="Arial"/>
                <a:cs typeface="Arial"/>
              </a:defRPr>
            </a:lvl1pPr>
            <a:lvl2pPr algn="l">
              <a:defRPr sz="3600" b="1">
                <a:solidFill>
                  <a:srgbClr val="16333A"/>
                </a:solidFill>
                <a:latin typeface="Arial"/>
                <a:ea typeface="Arial"/>
                <a:cs typeface="Arial"/>
              </a:defRPr>
            </a:lvl2pPr>
            <a:lvl3pPr algn="l">
              <a:defRPr sz="3600" b="1">
                <a:solidFill>
                  <a:srgbClr val="16333A"/>
                </a:solidFill>
                <a:latin typeface="Arial"/>
                <a:ea typeface="Arial"/>
                <a:cs typeface="Arial"/>
              </a:defRPr>
            </a:lvl3pPr>
            <a:lvl4pPr algn="l">
              <a:defRPr sz="3600" b="1">
                <a:solidFill>
                  <a:srgbClr val="16333A"/>
                </a:solidFill>
                <a:latin typeface="Arial"/>
                <a:ea typeface="Arial"/>
                <a:cs typeface="Arial"/>
              </a:defRPr>
            </a:lvl4pPr>
            <a:lvl5pPr algn="l">
              <a:defRPr sz="3600" b="1">
                <a:solidFill>
                  <a:srgbClr val="16333A"/>
                </a:solidFill>
                <a:latin typeface="Arial"/>
                <a:ea typeface="Arial"/>
                <a:cs typeface="Arial"/>
              </a:defRPr>
            </a:lvl5pPr>
            <a:lvl6pPr algn="l">
              <a:defRPr sz="3600" b="1">
                <a:solidFill>
                  <a:srgbClr val="16333A"/>
                </a:solidFill>
                <a:latin typeface="Arial"/>
                <a:ea typeface="Arial"/>
                <a:cs typeface="Arial"/>
              </a:defRPr>
            </a:lvl6pPr>
            <a:lvl7pPr algn="l">
              <a:defRPr sz="3600" b="1">
                <a:solidFill>
                  <a:srgbClr val="16333A"/>
                </a:solidFill>
                <a:latin typeface="Arial"/>
                <a:ea typeface="Arial"/>
                <a:cs typeface="Arial"/>
              </a:defRPr>
            </a:lvl7pPr>
            <a:lvl8pPr algn="l">
              <a:defRPr sz="3600" b="1">
                <a:solidFill>
                  <a:srgbClr val="16333A"/>
                </a:solidFill>
                <a:latin typeface="Arial"/>
                <a:ea typeface="Arial"/>
                <a:cs typeface="Arial"/>
              </a:defRPr>
            </a:lvl8pPr>
            <a:lvl9pPr algn="l">
              <a:defRPr sz="3600" b="1">
                <a:solidFill>
                  <a:srgbClr val="16333A"/>
                </a:solidFill>
                <a:latin typeface="Arial"/>
                <a:ea typeface="Arial"/>
                <a:cs typeface="Arial"/>
              </a:defRPr>
            </a:lvl9pPr>
          </a:lstStyle>
          <a:p xmlns:a="http://schemas.openxmlformats.org/drawingml/2006/main">
            <a:pPr algn="l">
              <a:defRPr sz="3600" b="1">
                <a:solidFill>
                  <a:srgbClr val="16333A"/>
                </a:solidFill>
                <a:latin typeface="Arial"/>
                <a:ea typeface="Arial"/>
                <a:cs typeface="Arial"/>
              </a:defRPr>
            </a:pPr>
            <a:r>
              <a:rPr sz="3600" b="1">
                <a:solidFill>
                  <a:srgbClr val="16333A"/>
                </a:solidFill>
                <a:latin typeface="Arial"/>
                <a:ea typeface="Arial"/>
                <a:cs typeface="Arial"/>
              </a:rPr>
              <a:t>Panel populasi lokal perlu diuji</a:t>
            </a:r>
          </a:p>
        </p:txBody>
      </p:sp>
      <p:sp>
        <p:nvSpPr>
          <p:cNvPr id="4" name="">
            <a:extLst xmlns:a="http://schemas.openxmlformats.org/drawingml/2006/main">
              <a:ext uri="{FF2B5EF4-FFF2-40B4-BE49-F238E27FC236}">
                <a16:creationId xmlns:a16="http://schemas.microsoft.com/office/drawing/2014/main" id="{B275EE09-7B05-4245-9E8D-C76684265DC9}"/>
              </a:ext>
            </a:extLst>
          </p:cNvPr>
          <p:cNvSpPr>
            <a:spLocks xmlns:a="http://schemas.openxmlformats.org/drawingml/2006/main" noGrp="1"/>
          </p:cNvSpPr>
          <p:nvPr/>
        </p:nvSpPr>
        <p:spPr>
          <a:xfrm xmlns:a="http://schemas.openxmlformats.org/drawingml/2006/main">
            <a:off x="666750" y="1552575"/>
            <a:ext cx="108585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60816-ECBA-41F6-BEB8-CD8D0C25E0BA}"/>
              </a:ext>
            </a:extLst>
          </p:cNvPr>
          <p:cNvSpPr>
            <a:spLocks xmlns:a="http://schemas.openxmlformats.org/drawingml/2006/main" noGrp="1"/>
          </p:cNvSpPr>
          <p:nvPr/>
        </p:nvSpPr>
        <p:spPr>
          <a:xfrm xmlns:a="http://schemas.openxmlformats.org/drawingml/2006/main">
            <a:off x="66675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050" b="1">
                <a:solidFill>
                  <a:srgbClr val="5D7273"/>
                </a:solidFill>
                <a:latin typeface="Arial"/>
                <a:ea typeface="Arial"/>
                <a:cs typeface="Arial"/>
              </a:defRPr>
            </a:defPPr>
            <a:lvl1pPr algn="l">
              <a:defRPr sz="1050" b="1">
                <a:solidFill>
                  <a:srgbClr val="5D7273"/>
                </a:solidFill>
                <a:latin typeface="Arial"/>
                <a:ea typeface="Arial"/>
                <a:cs typeface="Arial"/>
              </a:defRPr>
            </a:lvl1pPr>
            <a:lvl2pPr algn="l">
              <a:defRPr sz="1050" b="1">
                <a:solidFill>
                  <a:srgbClr val="5D7273"/>
                </a:solidFill>
                <a:latin typeface="Arial"/>
                <a:ea typeface="Arial"/>
                <a:cs typeface="Arial"/>
              </a:defRPr>
            </a:lvl2pPr>
            <a:lvl3pPr algn="l">
              <a:defRPr sz="1050" b="1">
                <a:solidFill>
                  <a:srgbClr val="5D7273"/>
                </a:solidFill>
                <a:latin typeface="Arial"/>
                <a:ea typeface="Arial"/>
                <a:cs typeface="Arial"/>
              </a:defRPr>
            </a:lvl3pPr>
            <a:lvl4pPr algn="l">
              <a:defRPr sz="1050" b="1">
                <a:solidFill>
                  <a:srgbClr val="5D7273"/>
                </a:solidFill>
                <a:latin typeface="Arial"/>
                <a:ea typeface="Arial"/>
                <a:cs typeface="Arial"/>
              </a:defRPr>
            </a:lvl4pPr>
            <a:lvl5pPr algn="l">
              <a:defRPr sz="1050" b="1">
                <a:solidFill>
                  <a:srgbClr val="5D7273"/>
                </a:solidFill>
                <a:latin typeface="Arial"/>
                <a:ea typeface="Arial"/>
                <a:cs typeface="Arial"/>
              </a:defRPr>
            </a:lvl5pPr>
            <a:lvl6pPr algn="l">
              <a:defRPr sz="1050" b="1">
                <a:solidFill>
                  <a:srgbClr val="5D7273"/>
                </a:solidFill>
                <a:latin typeface="Arial"/>
                <a:ea typeface="Arial"/>
                <a:cs typeface="Arial"/>
              </a:defRPr>
            </a:lvl6pPr>
            <a:lvl7pPr algn="l">
              <a:defRPr sz="1050" b="1">
                <a:solidFill>
                  <a:srgbClr val="5D7273"/>
                </a:solidFill>
                <a:latin typeface="Arial"/>
                <a:ea typeface="Arial"/>
                <a:cs typeface="Arial"/>
              </a:defRPr>
            </a:lvl7pPr>
            <a:lvl8pPr algn="l">
              <a:defRPr sz="1050" b="1">
                <a:solidFill>
                  <a:srgbClr val="5D7273"/>
                </a:solidFill>
                <a:latin typeface="Arial"/>
                <a:ea typeface="Arial"/>
                <a:cs typeface="Arial"/>
              </a:defRPr>
            </a:lvl8pPr>
            <a:lvl9pPr algn="l">
              <a:defRPr sz="1050" b="1">
                <a:solidFill>
                  <a:srgbClr val="5D7273"/>
                </a:solidFill>
                <a:latin typeface="Arial"/>
                <a:ea typeface="Arial"/>
                <a:cs typeface="Arial"/>
              </a:defRPr>
            </a:lvl9pPr>
          </a:lstStyle>
          <a:p xmlns:a="http://schemas.openxmlformats.org/drawingml/2006/main">
            <a:pPr algn="l">
              <a:defRPr sz="1050" b="1">
                <a:solidFill>
                  <a:srgbClr val="5D7273"/>
                </a:solidFill>
                <a:latin typeface="Arial"/>
                <a:ea typeface="Arial"/>
                <a:cs typeface="Arial"/>
              </a:defRPr>
            </a:pPr>
            <a:r>
              <a:rPr sz="1050" b="1">
                <a:solidFill>
                  <a:srgbClr val="5D7273"/>
                </a:solidFill>
                <a:latin typeface="Arial"/>
                <a:ea typeface="Arial"/>
                <a:cs typeface="Arial"/>
              </a:rPr>
              <a:t>EXASTRA  ·  GENOHACK 2026</a:t>
            </a:r>
          </a:p>
        </p:txBody>
      </p:sp>
      <p:sp>
        <p:nvSpPr>
          <p:cNvPr id="6" name="">
            <a:extLst xmlns:a="http://schemas.openxmlformats.org/drawingml/2006/main">
              <a:ext uri="{FF2B5EF4-FFF2-40B4-BE49-F238E27FC236}">
                <a16:creationId xmlns:a16="http://schemas.microsoft.com/office/drawing/2014/main" id="{142912F3-98A1-491A-B081-380701AF1D36}"/>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050" b="1">
                <a:solidFill>
                  <a:srgbClr val="5D7273"/>
                </a:solidFill>
                <a:latin typeface="Arial"/>
                <a:ea typeface="Arial"/>
                <a:cs typeface="Arial"/>
              </a:defRPr>
            </a:defPPr>
            <a:lvl1pPr algn="r">
              <a:defRPr sz="1050" b="1">
                <a:solidFill>
                  <a:srgbClr val="5D7273"/>
                </a:solidFill>
                <a:latin typeface="Arial"/>
                <a:ea typeface="Arial"/>
                <a:cs typeface="Arial"/>
              </a:defRPr>
            </a:lvl1pPr>
            <a:lvl2pPr algn="r">
              <a:defRPr sz="1050" b="1">
                <a:solidFill>
                  <a:srgbClr val="5D7273"/>
                </a:solidFill>
                <a:latin typeface="Arial"/>
                <a:ea typeface="Arial"/>
                <a:cs typeface="Arial"/>
              </a:defRPr>
            </a:lvl2pPr>
            <a:lvl3pPr algn="r">
              <a:defRPr sz="1050" b="1">
                <a:solidFill>
                  <a:srgbClr val="5D7273"/>
                </a:solidFill>
                <a:latin typeface="Arial"/>
                <a:ea typeface="Arial"/>
                <a:cs typeface="Arial"/>
              </a:defRPr>
            </a:lvl3pPr>
            <a:lvl4pPr algn="r">
              <a:defRPr sz="1050" b="1">
                <a:solidFill>
                  <a:srgbClr val="5D7273"/>
                </a:solidFill>
                <a:latin typeface="Arial"/>
                <a:ea typeface="Arial"/>
                <a:cs typeface="Arial"/>
              </a:defRPr>
            </a:lvl4pPr>
            <a:lvl5pPr algn="r">
              <a:defRPr sz="1050" b="1">
                <a:solidFill>
                  <a:srgbClr val="5D7273"/>
                </a:solidFill>
                <a:latin typeface="Arial"/>
                <a:ea typeface="Arial"/>
                <a:cs typeface="Arial"/>
              </a:defRPr>
            </a:lvl5pPr>
            <a:lvl6pPr algn="r">
              <a:defRPr sz="1050" b="1">
                <a:solidFill>
                  <a:srgbClr val="5D7273"/>
                </a:solidFill>
                <a:latin typeface="Arial"/>
                <a:ea typeface="Arial"/>
                <a:cs typeface="Arial"/>
              </a:defRPr>
            </a:lvl6pPr>
            <a:lvl7pPr algn="r">
              <a:defRPr sz="1050" b="1">
                <a:solidFill>
                  <a:srgbClr val="5D7273"/>
                </a:solidFill>
                <a:latin typeface="Arial"/>
                <a:ea typeface="Arial"/>
                <a:cs typeface="Arial"/>
              </a:defRPr>
            </a:lvl7pPr>
            <a:lvl8pPr algn="r">
              <a:defRPr sz="1050" b="1">
                <a:solidFill>
                  <a:srgbClr val="5D7273"/>
                </a:solidFill>
                <a:latin typeface="Arial"/>
                <a:ea typeface="Arial"/>
                <a:cs typeface="Arial"/>
              </a:defRPr>
            </a:lvl8pPr>
            <a:lvl9pPr algn="r">
              <a:defRPr sz="1050" b="1">
                <a:solidFill>
                  <a:srgbClr val="5D7273"/>
                </a:solidFill>
                <a:latin typeface="Arial"/>
                <a:ea typeface="Arial"/>
                <a:cs typeface="Arial"/>
              </a:defRPr>
            </a:lvl9pPr>
          </a:lstStyle>
          <a:p xmlns:a="http://schemas.openxmlformats.org/drawingml/2006/main">
            <a:pPr algn="r">
              <a:defRPr sz="1050" b="1">
                <a:solidFill>
                  <a:srgbClr val="5D7273"/>
                </a:solidFill>
                <a:latin typeface="Arial"/>
                <a:ea typeface="Arial"/>
                <a:cs typeface="Arial"/>
              </a:defRPr>
            </a:pPr>
            <a:r>
              <a:rPr sz="1050" b="1">
                <a:solidFill>
                  <a:srgbClr val="5D727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25B9675-3ADB-4FBD-99D3-16BB0EB04A4F}"/>
              </a:ext>
            </a:extLst>
          </p:cNvPr>
          <p:cNvSpPr>
            <a:spLocks xmlns:a="http://schemas.openxmlformats.org/drawingml/2006/main" noGrp="1"/>
          </p:cNvSpPr>
          <p:nvPr/>
        </p:nvSpPr>
        <p:spPr>
          <a:xfrm xmlns:a="http://schemas.openxmlformats.org/drawingml/2006/main">
            <a:off x="742950" y="194310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575" b="1">
                <a:solidFill>
                  <a:srgbClr val="087E72"/>
                </a:solidFill>
                <a:latin typeface="Arial"/>
                <a:ea typeface="Arial"/>
                <a:cs typeface="Arial"/>
              </a:defRPr>
            </a:defPPr>
            <a:lvl1pPr algn="l">
              <a:defRPr sz="1575" b="1">
                <a:solidFill>
                  <a:srgbClr val="087E72"/>
                </a:solidFill>
                <a:latin typeface="Arial"/>
                <a:ea typeface="Arial"/>
                <a:cs typeface="Arial"/>
              </a:defRPr>
            </a:lvl1pPr>
            <a:lvl2pPr algn="l">
              <a:defRPr sz="1575" b="1">
                <a:solidFill>
                  <a:srgbClr val="087E72"/>
                </a:solidFill>
                <a:latin typeface="Arial"/>
                <a:ea typeface="Arial"/>
                <a:cs typeface="Arial"/>
              </a:defRPr>
            </a:lvl2pPr>
            <a:lvl3pPr algn="l">
              <a:defRPr sz="1575" b="1">
                <a:solidFill>
                  <a:srgbClr val="087E72"/>
                </a:solidFill>
                <a:latin typeface="Arial"/>
                <a:ea typeface="Arial"/>
                <a:cs typeface="Arial"/>
              </a:defRPr>
            </a:lvl3pPr>
            <a:lvl4pPr algn="l">
              <a:defRPr sz="1575" b="1">
                <a:solidFill>
                  <a:srgbClr val="087E72"/>
                </a:solidFill>
                <a:latin typeface="Arial"/>
                <a:ea typeface="Arial"/>
                <a:cs typeface="Arial"/>
              </a:defRPr>
            </a:lvl4pPr>
            <a:lvl5pPr algn="l">
              <a:defRPr sz="1575" b="1">
                <a:solidFill>
                  <a:srgbClr val="087E72"/>
                </a:solidFill>
                <a:latin typeface="Arial"/>
                <a:ea typeface="Arial"/>
                <a:cs typeface="Arial"/>
              </a:defRPr>
            </a:lvl5pPr>
            <a:lvl6pPr algn="l">
              <a:defRPr sz="1575" b="1">
                <a:solidFill>
                  <a:srgbClr val="087E72"/>
                </a:solidFill>
                <a:latin typeface="Arial"/>
                <a:ea typeface="Arial"/>
                <a:cs typeface="Arial"/>
              </a:defRPr>
            </a:lvl6pPr>
            <a:lvl7pPr algn="l">
              <a:defRPr sz="1575" b="1">
                <a:solidFill>
                  <a:srgbClr val="087E72"/>
                </a:solidFill>
                <a:latin typeface="Arial"/>
                <a:ea typeface="Arial"/>
                <a:cs typeface="Arial"/>
              </a:defRPr>
            </a:lvl7pPr>
            <a:lvl8pPr algn="l">
              <a:defRPr sz="1575" b="1">
                <a:solidFill>
                  <a:srgbClr val="087E72"/>
                </a:solidFill>
                <a:latin typeface="Arial"/>
                <a:ea typeface="Arial"/>
                <a:cs typeface="Arial"/>
              </a:defRPr>
            </a:lvl8pPr>
            <a:lvl9pPr algn="l">
              <a:defRPr sz="1575" b="1">
                <a:solidFill>
                  <a:srgbClr val="087E72"/>
                </a:solidFill>
                <a:latin typeface="Arial"/>
                <a:ea typeface="Arial"/>
                <a:cs typeface="Arial"/>
              </a:defRPr>
            </a:lvl9pPr>
          </a:lstStyle>
          <a:p xmlns:a="http://schemas.openxmlformats.org/drawingml/2006/main">
            <a:pPr algn="l">
              <a:defRPr sz="1575" b="1">
                <a:solidFill>
                  <a:srgbClr val="087E72"/>
                </a:solidFill>
                <a:latin typeface="Arial"/>
                <a:ea typeface="Arial"/>
                <a:cs typeface="Arial"/>
              </a:defRPr>
            </a:pPr>
            <a:r>
              <a:rPr sz="1575" b="1">
                <a:solidFill>
                  <a:srgbClr val="087E72"/>
                </a:solidFill>
                <a:latin typeface="Arial"/>
                <a:ea typeface="Arial"/>
                <a:cs typeface="Arial"/>
              </a:rPr>
              <a:t>Hipotesis masalah</a:t>
            </a:r>
          </a:p>
        </p:txBody>
      </p:sp>
      <p:sp>
        <p:nvSpPr>
          <p:cNvPr id="8" name="">
            <a:extLst xmlns:a="http://schemas.openxmlformats.org/drawingml/2006/main">
              <a:ext uri="{FF2B5EF4-FFF2-40B4-BE49-F238E27FC236}">
                <a16:creationId xmlns:a16="http://schemas.microsoft.com/office/drawing/2014/main" id="{BDD268E7-ECC3-430E-AA72-8EECF827D248}"/>
              </a:ext>
            </a:extLst>
          </p:cNvPr>
          <p:cNvSpPr>
            <a:spLocks xmlns:a="http://schemas.openxmlformats.org/drawingml/2006/main" noGrp="1"/>
          </p:cNvSpPr>
          <p:nvPr/>
        </p:nvSpPr>
        <p:spPr>
          <a:xfrm xmlns:a="http://schemas.openxmlformats.org/drawingml/2006/main">
            <a:off x="742950" y="23622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2250" b="1">
                <a:solidFill>
                  <a:srgbClr val="16333A"/>
                </a:solidFill>
                <a:latin typeface="Arial"/>
                <a:ea typeface="Arial"/>
                <a:cs typeface="Arial"/>
              </a:defRPr>
            </a:defPPr>
            <a:lvl1pPr algn="l">
              <a:defRPr sz="2250" b="1">
                <a:solidFill>
                  <a:srgbClr val="16333A"/>
                </a:solidFill>
                <a:latin typeface="Arial"/>
                <a:ea typeface="Arial"/>
                <a:cs typeface="Arial"/>
              </a:defRPr>
            </a:lvl1pPr>
            <a:lvl2pPr algn="l">
              <a:defRPr sz="2250" b="1">
                <a:solidFill>
                  <a:srgbClr val="16333A"/>
                </a:solidFill>
                <a:latin typeface="Arial"/>
                <a:ea typeface="Arial"/>
                <a:cs typeface="Arial"/>
              </a:defRPr>
            </a:lvl2pPr>
            <a:lvl3pPr algn="l">
              <a:defRPr sz="2250" b="1">
                <a:solidFill>
                  <a:srgbClr val="16333A"/>
                </a:solidFill>
                <a:latin typeface="Arial"/>
                <a:ea typeface="Arial"/>
                <a:cs typeface="Arial"/>
              </a:defRPr>
            </a:lvl3pPr>
            <a:lvl4pPr algn="l">
              <a:defRPr sz="2250" b="1">
                <a:solidFill>
                  <a:srgbClr val="16333A"/>
                </a:solidFill>
                <a:latin typeface="Arial"/>
                <a:ea typeface="Arial"/>
                <a:cs typeface="Arial"/>
              </a:defRPr>
            </a:lvl4pPr>
            <a:lvl5pPr algn="l">
              <a:defRPr sz="2250" b="1">
                <a:solidFill>
                  <a:srgbClr val="16333A"/>
                </a:solidFill>
                <a:latin typeface="Arial"/>
                <a:ea typeface="Arial"/>
                <a:cs typeface="Arial"/>
              </a:defRPr>
            </a:lvl5pPr>
            <a:lvl6pPr algn="l">
              <a:defRPr sz="2250" b="1">
                <a:solidFill>
                  <a:srgbClr val="16333A"/>
                </a:solidFill>
                <a:latin typeface="Arial"/>
                <a:ea typeface="Arial"/>
                <a:cs typeface="Arial"/>
              </a:defRPr>
            </a:lvl6pPr>
            <a:lvl7pPr algn="l">
              <a:defRPr sz="2250" b="1">
                <a:solidFill>
                  <a:srgbClr val="16333A"/>
                </a:solidFill>
                <a:latin typeface="Arial"/>
                <a:ea typeface="Arial"/>
                <a:cs typeface="Arial"/>
              </a:defRPr>
            </a:lvl7pPr>
            <a:lvl8pPr algn="l">
              <a:defRPr sz="2250" b="1">
                <a:solidFill>
                  <a:srgbClr val="16333A"/>
                </a:solidFill>
                <a:latin typeface="Arial"/>
                <a:ea typeface="Arial"/>
                <a:cs typeface="Arial"/>
              </a:defRPr>
            </a:lvl8pPr>
            <a:lvl9pPr algn="l">
              <a:defRPr sz="2250" b="1">
                <a:solidFill>
                  <a:srgbClr val="16333A"/>
                </a:solidFill>
                <a:latin typeface="Arial"/>
                <a:ea typeface="Arial"/>
                <a:cs typeface="Arial"/>
              </a:defRPr>
            </a:lvl9pPr>
          </a:lstStyle>
          <a:p xmlns:a="http://schemas.openxmlformats.org/drawingml/2006/main">
            <a:pPr algn="l">
              <a:defRPr sz="2250" b="1">
                <a:solidFill>
                  <a:srgbClr val="16333A"/>
                </a:solidFill>
                <a:latin typeface="Arial"/>
                <a:ea typeface="Arial"/>
                <a:cs typeface="Arial"/>
              </a:defRPr>
            </a:pPr>
            <a:r>
              <a:rPr sz="2250" b="1">
                <a:solidFill>
                  <a:srgbClr val="16333A"/>
                </a:solidFill>
                <a:latin typeface="Arial"/>
                <a:ea typeface="Arial"/>
                <a:cs typeface="Arial"/>
              </a:rPr>
              <a:t>Panel genetik umum belum tentu memberi informasi yang sama untuk setiap populasi lokal.</a:t>
            </a:r>
          </a:p>
        </p:txBody>
      </p:sp>
      <p:sp>
        <p:nvSpPr>
          <p:cNvPr id="9" name="">
            <a:extLst xmlns:a="http://schemas.openxmlformats.org/drawingml/2006/main">
              <a:ext uri="{FF2B5EF4-FFF2-40B4-BE49-F238E27FC236}">
                <a16:creationId xmlns:a16="http://schemas.microsoft.com/office/drawing/2014/main" id="{539CFF9E-85C8-4781-8E23-A5E3C40F1B41}"/>
              </a:ext>
            </a:extLst>
          </p:cNvPr>
          <p:cNvSpPr>
            <a:spLocks xmlns:a="http://schemas.openxmlformats.org/drawingml/2006/main" noGrp="1"/>
          </p:cNvSpPr>
          <p:nvPr/>
        </p:nvSpPr>
        <p:spPr>
          <a:xfrm xmlns:a="http://schemas.openxmlformats.org/drawingml/2006/main">
            <a:off x="742950" y="3724275"/>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725" b="0">
                <a:solidFill>
                  <a:srgbClr val="5D7273"/>
                </a:solidFill>
                <a:latin typeface="Arial"/>
                <a:ea typeface="Arial"/>
                <a:cs typeface="Arial"/>
              </a:defRPr>
            </a:defPPr>
            <a:lvl1pPr algn="l">
              <a:defRPr sz="1725" b="0">
                <a:solidFill>
                  <a:srgbClr val="5D7273"/>
                </a:solidFill>
                <a:latin typeface="Arial"/>
                <a:ea typeface="Arial"/>
                <a:cs typeface="Arial"/>
              </a:defRPr>
            </a:lvl1pPr>
            <a:lvl2pPr algn="l">
              <a:defRPr sz="1725" b="0">
                <a:solidFill>
                  <a:srgbClr val="5D7273"/>
                </a:solidFill>
                <a:latin typeface="Arial"/>
                <a:ea typeface="Arial"/>
                <a:cs typeface="Arial"/>
              </a:defRPr>
            </a:lvl2pPr>
            <a:lvl3pPr algn="l">
              <a:defRPr sz="1725" b="0">
                <a:solidFill>
                  <a:srgbClr val="5D7273"/>
                </a:solidFill>
                <a:latin typeface="Arial"/>
                <a:ea typeface="Arial"/>
                <a:cs typeface="Arial"/>
              </a:defRPr>
            </a:lvl3pPr>
            <a:lvl4pPr algn="l">
              <a:defRPr sz="1725" b="0">
                <a:solidFill>
                  <a:srgbClr val="5D7273"/>
                </a:solidFill>
                <a:latin typeface="Arial"/>
                <a:ea typeface="Arial"/>
                <a:cs typeface="Arial"/>
              </a:defRPr>
            </a:lvl4pPr>
            <a:lvl5pPr algn="l">
              <a:defRPr sz="1725" b="0">
                <a:solidFill>
                  <a:srgbClr val="5D7273"/>
                </a:solidFill>
                <a:latin typeface="Arial"/>
                <a:ea typeface="Arial"/>
                <a:cs typeface="Arial"/>
              </a:defRPr>
            </a:lvl5pPr>
            <a:lvl6pPr algn="l">
              <a:defRPr sz="1725" b="0">
                <a:solidFill>
                  <a:srgbClr val="5D7273"/>
                </a:solidFill>
                <a:latin typeface="Arial"/>
                <a:ea typeface="Arial"/>
                <a:cs typeface="Arial"/>
              </a:defRPr>
            </a:lvl6pPr>
            <a:lvl7pPr algn="l">
              <a:defRPr sz="1725" b="0">
                <a:solidFill>
                  <a:srgbClr val="5D7273"/>
                </a:solidFill>
                <a:latin typeface="Arial"/>
                <a:ea typeface="Arial"/>
                <a:cs typeface="Arial"/>
              </a:defRPr>
            </a:lvl7pPr>
            <a:lvl8pPr algn="l">
              <a:defRPr sz="1725" b="0">
                <a:solidFill>
                  <a:srgbClr val="5D7273"/>
                </a:solidFill>
                <a:latin typeface="Arial"/>
                <a:ea typeface="Arial"/>
                <a:cs typeface="Arial"/>
              </a:defRPr>
            </a:lvl8pPr>
            <a:lvl9pPr algn="l">
              <a:defRPr sz="1725" b="0">
                <a:solidFill>
                  <a:srgbClr val="5D7273"/>
                </a:solidFill>
                <a:latin typeface="Arial"/>
                <a:ea typeface="Arial"/>
                <a:cs typeface="Arial"/>
              </a:defRPr>
            </a:lvl9pPr>
          </a:lstStyle>
          <a:p xmlns:a="http://schemas.openxmlformats.org/drawingml/2006/main">
            <a:pPr algn="l">
              <a:defRPr sz="1725" b="0">
                <a:solidFill>
                  <a:srgbClr val="5D7273"/>
                </a:solidFill>
                <a:latin typeface="Arial"/>
                <a:ea typeface="Arial"/>
                <a:cs typeface="Arial"/>
              </a:defRPr>
            </a:pPr>
            <a:r>
              <a:rPr sz="1725" b="0">
                <a:solidFill>
                  <a:srgbClr val="5D7273"/>
                </a:solidFill>
                <a:latin typeface="Arial"/>
                <a:ea typeface="Arial"/>
                <a:cs typeface="Arial"/>
              </a:rPr>
              <a:t>Jumlah marker juga memengaruhi biaya dan alur genotyping, tetapi penghematan belum diukur untuk Bali cattle.</a:t>
            </a:r>
          </a:p>
        </p:txBody>
      </p:sp>
      <p:sp>
        <p:nvSpPr>
          <p:cNvPr id="10" name="">
            <a:extLst xmlns:a="http://schemas.openxmlformats.org/drawingml/2006/main">
              <a:ext uri="{FF2B5EF4-FFF2-40B4-BE49-F238E27FC236}">
                <a16:creationId xmlns:a16="http://schemas.microsoft.com/office/drawing/2014/main" id="{4F68FD59-99BF-4557-850B-4867AC79E915}"/>
              </a:ext>
            </a:extLst>
          </p:cNvPr>
          <p:cNvSpPr>
            <a:spLocks xmlns:a="http://schemas.openxmlformats.org/drawingml/2006/main" noGrp="1"/>
          </p:cNvSpPr>
          <p:nvPr/>
        </p:nvSpPr>
        <p:spPr>
          <a:xfrm xmlns:a="http://schemas.openxmlformats.org/drawingml/2006/main">
            <a:off x="6096000" y="2009775"/>
            <a:ext cx="19050" cy="3476625"/>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8B3EE3-F440-4C81-9BE6-053E5F4DE14D}"/>
              </a:ext>
            </a:extLst>
          </p:cNvPr>
          <p:cNvSpPr>
            <a:spLocks xmlns:a="http://schemas.openxmlformats.org/drawingml/2006/main" noGrp="1"/>
          </p:cNvSpPr>
          <p:nvPr/>
        </p:nvSpPr>
        <p:spPr>
          <a:xfrm xmlns:a="http://schemas.openxmlformats.org/drawingml/2006/main">
            <a:off x="6572250" y="19431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575" b="1">
                <a:solidFill>
                  <a:srgbClr val="087E72"/>
                </a:solidFill>
                <a:latin typeface="Arial"/>
                <a:ea typeface="Arial"/>
                <a:cs typeface="Arial"/>
              </a:defRPr>
            </a:defPPr>
            <a:lvl1pPr algn="l">
              <a:defRPr sz="1575" b="1">
                <a:solidFill>
                  <a:srgbClr val="087E72"/>
                </a:solidFill>
                <a:latin typeface="Arial"/>
                <a:ea typeface="Arial"/>
                <a:cs typeface="Arial"/>
              </a:defRPr>
            </a:lvl1pPr>
            <a:lvl2pPr algn="l">
              <a:defRPr sz="1575" b="1">
                <a:solidFill>
                  <a:srgbClr val="087E72"/>
                </a:solidFill>
                <a:latin typeface="Arial"/>
                <a:ea typeface="Arial"/>
                <a:cs typeface="Arial"/>
              </a:defRPr>
            </a:lvl2pPr>
            <a:lvl3pPr algn="l">
              <a:defRPr sz="1575" b="1">
                <a:solidFill>
                  <a:srgbClr val="087E72"/>
                </a:solidFill>
                <a:latin typeface="Arial"/>
                <a:ea typeface="Arial"/>
                <a:cs typeface="Arial"/>
              </a:defRPr>
            </a:lvl3pPr>
            <a:lvl4pPr algn="l">
              <a:defRPr sz="1575" b="1">
                <a:solidFill>
                  <a:srgbClr val="087E72"/>
                </a:solidFill>
                <a:latin typeface="Arial"/>
                <a:ea typeface="Arial"/>
                <a:cs typeface="Arial"/>
              </a:defRPr>
            </a:lvl4pPr>
            <a:lvl5pPr algn="l">
              <a:defRPr sz="1575" b="1">
                <a:solidFill>
                  <a:srgbClr val="087E72"/>
                </a:solidFill>
                <a:latin typeface="Arial"/>
                <a:ea typeface="Arial"/>
                <a:cs typeface="Arial"/>
              </a:defRPr>
            </a:lvl5pPr>
            <a:lvl6pPr algn="l">
              <a:defRPr sz="1575" b="1">
                <a:solidFill>
                  <a:srgbClr val="087E72"/>
                </a:solidFill>
                <a:latin typeface="Arial"/>
                <a:ea typeface="Arial"/>
                <a:cs typeface="Arial"/>
              </a:defRPr>
            </a:lvl6pPr>
            <a:lvl7pPr algn="l">
              <a:defRPr sz="1575" b="1">
                <a:solidFill>
                  <a:srgbClr val="087E72"/>
                </a:solidFill>
                <a:latin typeface="Arial"/>
                <a:ea typeface="Arial"/>
                <a:cs typeface="Arial"/>
              </a:defRPr>
            </a:lvl7pPr>
            <a:lvl8pPr algn="l">
              <a:defRPr sz="1575" b="1">
                <a:solidFill>
                  <a:srgbClr val="087E72"/>
                </a:solidFill>
                <a:latin typeface="Arial"/>
                <a:ea typeface="Arial"/>
                <a:cs typeface="Arial"/>
              </a:defRPr>
            </a:lvl8pPr>
            <a:lvl9pPr algn="l">
              <a:defRPr sz="1575" b="1">
                <a:solidFill>
                  <a:srgbClr val="087E72"/>
                </a:solidFill>
                <a:latin typeface="Arial"/>
                <a:ea typeface="Arial"/>
                <a:cs typeface="Arial"/>
              </a:defRPr>
            </a:lvl9pPr>
          </a:lstStyle>
          <a:p xmlns:a="http://schemas.openxmlformats.org/drawingml/2006/main">
            <a:pPr algn="l">
              <a:defRPr sz="1575" b="1">
                <a:solidFill>
                  <a:srgbClr val="087E72"/>
                </a:solidFill>
                <a:latin typeface="Arial"/>
                <a:ea typeface="Arial"/>
                <a:cs typeface="Arial"/>
              </a:defRPr>
            </a:pPr>
            <a:r>
              <a:rPr sz="1575" b="1">
                <a:solidFill>
                  <a:srgbClr val="087E72"/>
                </a:solidFill>
                <a:latin typeface="Arial"/>
                <a:ea typeface="Arial"/>
                <a:cs typeface="Arial"/>
              </a:rPr>
              <a:t>Yang harus dibuktikan</a:t>
            </a:r>
          </a:p>
        </p:txBody>
      </p:sp>
      <p:sp>
        <p:nvSpPr>
          <p:cNvPr id="12" name="">
            <a:extLst xmlns:a="http://schemas.openxmlformats.org/drawingml/2006/main">
              <a:ext uri="{FF2B5EF4-FFF2-40B4-BE49-F238E27FC236}">
                <a16:creationId xmlns:a16="http://schemas.microsoft.com/office/drawing/2014/main" id="{5681448A-C007-455F-B6F9-9EA26E736FEF}"/>
              </a:ext>
            </a:extLst>
          </p:cNvPr>
          <p:cNvSpPr>
            <a:spLocks xmlns:a="http://schemas.openxmlformats.org/drawingml/2006/main" noGrp="1"/>
          </p:cNvSpPr>
          <p:nvPr/>
        </p:nvSpPr>
        <p:spPr>
          <a:xfrm xmlns:a="http://schemas.openxmlformats.org/drawingml/2006/main">
            <a:off x="6591300" y="245745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2250" b="1">
                <a:solidFill>
                  <a:srgbClr val="C38E37"/>
                </a:solidFill>
                <a:latin typeface="Arial"/>
                <a:ea typeface="Arial"/>
                <a:cs typeface="Arial"/>
              </a:defRPr>
            </a:defPPr>
            <a:lvl1pPr algn="l">
              <a:defRPr sz="2250" b="1">
                <a:solidFill>
                  <a:srgbClr val="C38E37"/>
                </a:solidFill>
                <a:latin typeface="Arial"/>
                <a:ea typeface="Arial"/>
                <a:cs typeface="Arial"/>
              </a:defRPr>
            </a:lvl1pPr>
            <a:lvl2pPr algn="l">
              <a:defRPr sz="2250" b="1">
                <a:solidFill>
                  <a:srgbClr val="C38E37"/>
                </a:solidFill>
                <a:latin typeface="Arial"/>
                <a:ea typeface="Arial"/>
                <a:cs typeface="Arial"/>
              </a:defRPr>
            </a:lvl2pPr>
            <a:lvl3pPr algn="l">
              <a:defRPr sz="2250" b="1">
                <a:solidFill>
                  <a:srgbClr val="C38E37"/>
                </a:solidFill>
                <a:latin typeface="Arial"/>
                <a:ea typeface="Arial"/>
                <a:cs typeface="Arial"/>
              </a:defRPr>
            </a:lvl3pPr>
            <a:lvl4pPr algn="l">
              <a:defRPr sz="2250" b="1">
                <a:solidFill>
                  <a:srgbClr val="C38E37"/>
                </a:solidFill>
                <a:latin typeface="Arial"/>
                <a:ea typeface="Arial"/>
                <a:cs typeface="Arial"/>
              </a:defRPr>
            </a:lvl4pPr>
            <a:lvl5pPr algn="l">
              <a:defRPr sz="2250" b="1">
                <a:solidFill>
                  <a:srgbClr val="C38E37"/>
                </a:solidFill>
                <a:latin typeface="Arial"/>
                <a:ea typeface="Arial"/>
                <a:cs typeface="Arial"/>
              </a:defRPr>
            </a:lvl5pPr>
            <a:lvl6pPr algn="l">
              <a:defRPr sz="2250" b="1">
                <a:solidFill>
                  <a:srgbClr val="C38E37"/>
                </a:solidFill>
                <a:latin typeface="Arial"/>
                <a:ea typeface="Arial"/>
                <a:cs typeface="Arial"/>
              </a:defRPr>
            </a:lvl6pPr>
            <a:lvl7pPr algn="l">
              <a:defRPr sz="2250" b="1">
                <a:solidFill>
                  <a:srgbClr val="C38E37"/>
                </a:solidFill>
                <a:latin typeface="Arial"/>
                <a:ea typeface="Arial"/>
                <a:cs typeface="Arial"/>
              </a:defRPr>
            </a:lvl7pPr>
            <a:lvl8pPr algn="l">
              <a:defRPr sz="2250" b="1">
                <a:solidFill>
                  <a:srgbClr val="C38E37"/>
                </a:solidFill>
                <a:latin typeface="Arial"/>
                <a:ea typeface="Arial"/>
                <a:cs typeface="Arial"/>
              </a:defRPr>
            </a:lvl8pPr>
            <a:lvl9pPr algn="l">
              <a:defRPr sz="2250" b="1">
                <a:solidFill>
                  <a:srgbClr val="C38E37"/>
                </a:solidFill>
                <a:latin typeface="Arial"/>
                <a:ea typeface="Arial"/>
                <a:cs typeface="Arial"/>
              </a:defRPr>
            </a:lvl9pPr>
          </a:lstStyle>
          <a:p xmlns:a="http://schemas.openxmlformats.org/drawingml/2006/main">
            <a:pPr algn="l">
              <a:defRPr sz="2250" b="1">
                <a:solidFill>
                  <a:srgbClr val="C38E37"/>
                </a:solidFill>
                <a:latin typeface="Arial"/>
                <a:ea typeface="Arial"/>
                <a:cs typeface="Arial"/>
              </a:defRPr>
            </a:pPr>
            <a:r>
              <a:rPr sz="2250" b="1">
                <a:solidFill>
                  <a:srgbClr val="C38E37"/>
                </a:solidFill>
                <a:latin typeface="Arial"/>
                <a:ea typeface="Arial"/>
                <a:cs typeface="Arial"/>
              </a:rPr>
              <a:t>01</a:t>
            </a:r>
          </a:p>
        </p:txBody>
      </p:sp>
      <p:sp>
        <p:nvSpPr>
          <p:cNvPr id="13" name="">
            <a:extLst xmlns:a="http://schemas.openxmlformats.org/drawingml/2006/main">
              <a:ext uri="{FF2B5EF4-FFF2-40B4-BE49-F238E27FC236}">
                <a16:creationId xmlns:a16="http://schemas.microsoft.com/office/drawing/2014/main" id="{96D97DD3-E4AC-4AD2-8449-E2E3950C82D3}"/>
              </a:ext>
            </a:extLst>
          </p:cNvPr>
          <p:cNvSpPr>
            <a:spLocks xmlns:a="http://schemas.openxmlformats.org/drawingml/2006/main" noGrp="1"/>
          </p:cNvSpPr>
          <p:nvPr/>
        </p:nvSpPr>
        <p:spPr>
          <a:xfrm xmlns:a="http://schemas.openxmlformats.org/drawingml/2006/main">
            <a:off x="7296150" y="243840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90580"/>
          </a:bodyPr>
          <a:lstStyle xmlns:a="http://schemas.openxmlformats.org/drawingml/2006/main">
            <a:defPPr algn="l">
              <a:defRPr sz="1725" b="1">
                <a:solidFill>
                  <a:srgbClr val="16333A"/>
                </a:solidFill>
                <a:latin typeface="Arial"/>
                <a:ea typeface="Arial"/>
                <a:cs typeface="Arial"/>
              </a:defRPr>
            </a:defPPr>
            <a:lvl1pPr algn="l">
              <a:defRPr sz="1725" b="1">
                <a:solidFill>
                  <a:srgbClr val="16333A"/>
                </a:solidFill>
                <a:latin typeface="Arial"/>
                <a:ea typeface="Arial"/>
                <a:cs typeface="Arial"/>
              </a:defRPr>
            </a:lvl1pPr>
            <a:lvl2pPr algn="l">
              <a:defRPr sz="1725" b="1">
                <a:solidFill>
                  <a:srgbClr val="16333A"/>
                </a:solidFill>
                <a:latin typeface="Arial"/>
                <a:ea typeface="Arial"/>
                <a:cs typeface="Arial"/>
              </a:defRPr>
            </a:lvl2pPr>
            <a:lvl3pPr algn="l">
              <a:defRPr sz="1725" b="1">
                <a:solidFill>
                  <a:srgbClr val="16333A"/>
                </a:solidFill>
                <a:latin typeface="Arial"/>
                <a:ea typeface="Arial"/>
                <a:cs typeface="Arial"/>
              </a:defRPr>
            </a:lvl3pPr>
            <a:lvl4pPr algn="l">
              <a:defRPr sz="1725" b="1">
                <a:solidFill>
                  <a:srgbClr val="16333A"/>
                </a:solidFill>
                <a:latin typeface="Arial"/>
                <a:ea typeface="Arial"/>
                <a:cs typeface="Arial"/>
              </a:defRPr>
            </a:lvl4pPr>
            <a:lvl5pPr algn="l">
              <a:defRPr sz="1725" b="1">
                <a:solidFill>
                  <a:srgbClr val="16333A"/>
                </a:solidFill>
                <a:latin typeface="Arial"/>
                <a:ea typeface="Arial"/>
                <a:cs typeface="Arial"/>
              </a:defRPr>
            </a:lvl5pPr>
            <a:lvl6pPr algn="l">
              <a:defRPr sz="1725" b="1">
                <a:solidFill>
                  <a:srgbClr val="16333A"/>
                </a:solidFill>
                <a:latin typeface="Arial"/>
                <a:ea typeface="Arial"/>
                <a:cs typeface="Arial"/>
              </a:defRPr>
            </a:lvl6pPr>
            <a:lvl7pPr algn="l">
              <a:defRPr sz="1725" b="1">
                <a:solidFill>
                  <a:srgbClr val="16333A"/>
                </a:solidFill>
                <a:latin typeface="Arial"/>
                <a:ea typeface="Arial"/>
                <a:cs typeface="Arial"/>
              </a:defRPr>
            </a:lvl7pPr>
            <a:lvl8pPr algn="l">
              <a:defRPr sz="1725" b="1">
                <a:solidFill>
                  <a:srgbClr val="16333A"/>
                </a:solidFill>
                <a:latin typeface="Arial"/>
                <a:ea typeface="Arial"/>
                <a:cs typeface="Arial"/>
              </a:defRPr>
            </a:lvl8pPr>
            <a:lvl9pPr algn="l">
              <a:defRPr sz="1725" b="1">
                <a:solidFill>
                  <a:srgbClr val="16333A"/>
                </a:solidFill>
                <a:latin typeface="Arial"/>
                <a:ea typeface="Arial"/>
                <a:cs typeface="Arial"/>
              </a:defRPr>
            </a:lvl9pPr>
          </a:lstStyle>
          <a:p xmlns:a="http://schemas.openxmlformats.org/drawingml/2006/main">
            <a:pPr algn="l">
              <a:defRPr sz="1725" b="1">
                <a:solidFill>
                  <a:srgbClr val="16333A"/>
                </a:solidFill>
                <a:latin typeface="Arial"/>
                <a:ea typeface="Arial"/>
                <a:cs typeface="Arial"/>
              </a:defRPr>
            </a:pPr>
            <a:r>
              <a:rPr sz="1725" b="1">
                <a:solidFill>
                  <a:srgbClr val="16333A"/>
                </a:solidFill>
                <a:latin typeface="Arial"/>
                <a:ea typeface="Arial"/>
                <a:cs typeface="Arial"/>
              </a:rPr>
              <a:t>Kinerja pada data uji yang tidak dipakai untuk memilih SNP</a:t>
            </a:r>
          </a:p>
        </p:txBody>
      </p:sp>
      <p:sp>
        <p:nvSpPr>
          <p:cNvPr id="14" name="">
            <a:extLst xmlns:a="http://schemas.openxmlformats.org/drawingml/2006/main">
              <a:ext uri="{FF2B5EF4-FFF2-40B4-BE49-F238E27FC236}">
                <a16:creationId xmlns:a16="http://schemas.microsoft.com/office/drawing/2014/main" id="{C42019E1-9011-4109-8D83-742F7E69CF95}"/>
              </a:ext>
            </a:extLst>
          </p:cNvPr>
          <p:cNvSpPr>
            <a:spLocks xmlns:a="http://schemas.openxmlformats.org/drawingml/2006/main" noGrp="1"/>
          </p:cNvSpPr>
          <p:nvPr/>
        </p:nvSpPr>
        <p:spPr>
          <a:xfrm xmlns:a="http://schemas.openxmlformats.org/drawingml/2006/main">
            <a:off x="6591300" y="339090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2250" b="1">
                <a:solidFill>
                  <a:srgbClr val="C38E37"/>
                </a:solidFill>
                <a:latin typeface="Arial"/>
                <a:ea typeface="Arial"/>
                <a:cs typeface="Arial"/>
              </a:defRPr>
            </a:defPPr>
            <a:lvl1pPr algn="l">
              <a:defRPr sz="2250" b="1">
                <a:solidFill>
                  <a:srgbClr val="C38E37"/>
                </a:solidFill>
                <a:latin typeface="Arial"/>
                <a:ea typeface="Arial"/>
                <a:cs typeface="Arial"/>
              </a:defRPr>
            </a:lvl1pPr>
            <a:lvl2pPr algn="l">
              <a:defRPr sz="2250" b="1">
                <a:solidFill>
                  <a:srgbClr val="C38E37"/>
                </a:solidFill>
                <a:latin typeface="Arial"/>
                <a:ea typeface="Arial"/>
                <a:cs typeface="Arial"/>
              </a:defRPr>
            </a:lvl2pPr>
            <a:lvl3pPr algn="l">
              <a:defRPr sz="2250" b="1">
                <a:solidFill>
                  <a:srgbClr val="C38E37"/>
                </a:solidFill>
                <a:latin typeface="Arial"/>
                <a:ea typeface="Arial"/>
                <a:cs typeface="Arial"/>
              </a:defRPr>
            </a:lvl3pPr>
            <a:lvl4pPr algn="l">
              <a:defRPr sz="2250" b="1">
                <a:solidFill>
                  <a:srgbClr val="C38E37"/>
                </a:solidFill>
                <a:latin typeface="Arial"/>
                <a:ea typeface="Arial"/>
                <a:cs typeface="Arial"/>
              </a:defRPr>
            </a:lvl4pPr>
            <a:lvl5pPr algn="l">
              <a:defRPr sz="2250" b="1">
                <a:solidFill>
                  <a:srgbClr val="C38E37"/>
                </a:solidFill>
                <a:latin typeface="Arial"/>
                <a:ea typeface="Arial"/>
                <a:cs typeface="Arial"/>
              </a:defRPr>
            </a:lvl5pPr>
            <a:lvl6pPr algn="l">
              <a:defRPr sz="2250" b="1">
                <a:solidFill>
                  <a:srgbClr val="C38E37"/>
                </a:solidFill>
                <a:latin typeface="Arial"/>
                <a:ea typeface="Arial"/>
                <a:cs typeface="Arial"/>
              </a:defRPr>
            </a:lvl6pPr>
            <a:lvl7pPr algn="l">
              <a:defRPr sz="2250" b="1">
                <a:solidFill>
                  <a:srgbClr val="C38E37"/>
                </a:solidFill>
                <a:latin typeface="Arial"/>
                <a:ea typeface="Arial"/>
                <a:cs typeface="Arial"/>
              </a:defRPr>
            </a:lvl7pPr>
            <a:lvl8pPr algn="l">
              <a:defRPr sz="2250" b="1">
                <a:solidFill>
                  <a:srgbClr val="C38E37"/>
                </a:solidFill>
                <a:latin typeface="Arial"/>
                <a:ea typeface="Arial"/>
                <a:cs typeface="Arial"/>
              </a:defRPr>
            </a:lvl8pPr>
            <a:lvl9pPr algn="l">
              <a:defRPr sz="2250" b="1">
                <a:solidFill>
                  <a:srgbClr val="C38E37"/>
                </a:solidFill>
                <a:latin typeface="Arial"/>
                <a:ea typeface="Arial"/>
                <a:cs typeface="Arial"/>
              </a:defRPr>
            </a:lvl9pPr>
          </a:lstStyle>
          <a:p xmlns:a="http://schemas.openxmlformats.org/drawingml/2006/main">
            <a:pPr algn="l">
              <a:defRPr sz="2250" b="1">
                <a:solidFill>
                  <a:srgbClr val="C38E37"/>
                </a:solidFill>
                <a:latin typeface="Arial"/>
                <a:ea typeface="Arial"/>
                <a:cs typeface="Arial"/>
              </a:defRPr>
            </a:pPr>
            <a:r>
              <a:rPr sz="2250" b="1">
                <a:solidFill>
                  <a:srgbClr val="C38E37"/>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371A8E7E-6312-42B7-BA26-C29FB8DC13E1}"/>
              </a:ext>
            </a:extLst>
          </p:cNvPr>
          <p:cNvSpPr>
            <a:spLocks xmlns:a="http://schemas.openxmlformats.org/drawingml/2006/main" noGrp="1"/>
          </p:cNvSpPr>
          <p:nvPr/>
        </p:nvSpPr>
        <p:spPr>
          <a:xfrm xmlns:a="http://schemas.openxmlformats.org/drawingml/2006/main">
            <a:off x="7296150" y="337185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90580"/>
          </a:bodyPr>
          <a:lstStyle xmlns:a="http://schemas.openxmlformats.org/drawingml/2006/main">
            <a:defPPr algn="l">
              <a:defRPr sz="1725" b="1">
                <a:solidFill>
                  <a:srgbClr val="16333A"/>
                </a:solidFill>
                <a:latin typeface="Arial"/>
                <a:ea typeface="Arial"/>
                <a:cs typeface="Arial"/>
              </a:defRPr>
            </a:defPPr>
            <a:lvl1pPr algn="l">
              <a:defRPr sz="1725" b="1">
                <a:solidFill>
                  <a:srgbClr val="16333A"/>
                </a:solidFill>
                <a:latin typeface="Arial"/>
                <a:ea typeface="Arial"/>
                <a:cs typeface="Arial"/>
              </a:defRPr>
            </a:lvl1pPr>
            <a:lvl2pPr algn="l">
              <a:defRPr sz="1725" b="1">
                <a:solidFill>
                  <a:srgbClr val="16333A"/>
                </a:solidFill>
                <a:latin typeface="Arial"/>
                <a:ea typeface="Arial"/>
                <a:cs typeface="Arial"/>
              </a:defRPr>
            </a:lvl2pPr>
            <a:lvl3pPr algn="l">
              <a:defRPr sz="1725" b="1">
                <a:solidFill>
                  <a:srgbClr val="16333A"/>
                </a:solidFill>
                <a:latin typeface="Arial"/>
                <a:ea typeface="Arial"/>
                <a:cs typeface="Arial"/>
              </a:defRPr>
            </a:lvl3pPr>
            <a:lvl4pPr algn="l">
              <a:defRPr sz="1725" b="1">
                <a:solidFill>
                  <a:srgbClr val="16333A"/>
                </a:solidFill>
                <a:latin typeface="Arial"/>
                <a:ea typeface="Arial"/>
                <a:cs typeface="Arial"/>
              </a:defRPr>
            </a:lvl4pPr>
            <a:lvl5pPr algn="l">
              <a:defRPr sz="1725" b="1">
                <a:solidFill>
                  <a:srgbClr val="16333A"/>
                </a:solidFill>
                <a:latin typeface="Arial"/>
                <a:ea typeface="Arial"/>
                <a:cs typeface="Arial"/>
              </a:defRPr>
            </a:lvl5pPr>
            <a:lvl6pPr algn="l">
              <a:defRPr sz="1725" b="1">
                <a:solidFill>
                  <a:srgbClr val="16333A"/>
                </a:solidFill>
                <a:latin typeface="Arial"/>
                <a:ea typeface="Arial"/>
                <a:cs typeface="Arial"/>
              </a:defRPr>
            </a:lvl6pPr>
            <a:lvl7pPr algn="l">
              <a:defRPr sz="1725" b="1">
                <a:solidFill>
                  <a:srgbClr val="16333A"/>
                </a:solidFill>
                <a:latin typeface="Arial"/>
                <a:ea typeface="Arial"/>
                <a:cs typeface="Arial"/>
              </a:defRPr>
            </a:lvl7pPr>
            <a:lvl8pPr algn="l">
              <a:defRPr sz="1725" b="1">
                <a:solidFill>
                  <a:srgbClr val="16333A"/>
                </a:solidFill>
                <a:latin typeface="Arial"/>
                <a:ea typeface="Arial"/>
                <a:cs typeface="Arial"/>
              </a:defRPr>
            </a:lvl8pPr>
            <a:lvl9pPr algn="l">
              <a:defRPr sz="1725" b="1">
                <a:solidFill>
                  <a:srgbClr val="16333A"/>
                </a:solidFill>
                <a:latin typeface="Arial"/>
                <a:ea typeface="Arial"/>
                <a:cs typeface="Arial"/>
              </a:defRPr>
            </a:lvl9pPr>
          </a:lstStyle>
          <a:p xmlns:a="http://schemas.openxmlformats.org/drawingml/2006/main">
            <a:pPr algn="l">
              <a:defRPr sz="1725" b="1">
                <a:solidFill>
                  <a:srgbClr val="16333A"/>
                </a:solidFill>
                <a:latin typeface="Arial"/>
                <a:ea typeface="Arial"/>
                <a:cs typeface="Arial"/>
              </a:defRPr>
            </a:pPr>
            <a:r>
              <a:rPr sz="1725" b="1">
                <a:solidFill>
                  <a:srgbClr val="16333A"/>
                </a:solidFill>
                <a:latin typeface="Arial"/>
                <a:ea typeface="Arial"/>
                <a:cs typeface="Arial"/>
              </a:rPr>
              <a:t>Perbandingan adil dengan panel berukuran sama</a:t>
            </a:r>
          </a:p>
        </p:txBody>
      </p:sp>
      <p:sp>
        <p:nvSpPr>
          <p:cNvPr id="16" name="">
            <a:extLst xmlns:a="http://schemas.openxmlformats.org/drawingml/2006/main">
              <a:ext uri="{FF2B5EF4-FFF2-40B4-BE49-F238E27FC236}">
                <a16:creationId xmlns:a16="http://schemas.microsoft.com/office/drawing/2014/main" id="{6E1D9D13-BDEF-466A-83F9-E02A63864D86}"/>
              </a:ext>
            </a:extLst>
          </p:cNvPr>
          <p:cNvSpPr>
            <a:spLocks xmlns:a="http://schemas.openxmlformats.org/drawingml/2006/main" noGrp="1"/>
          </p:cNvSpPr>
          <p:nvPr/>
        </p:nvSpPr>
        <p:spPr>
          <a:xfrm xmlns:a="http://schemas.openxmlformats.org/drawingml/2006/main">
            <a:off x="6591300" y="432435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2250" b="1">
                <a:solidFill>
                  <a:srgbClr val="C38E37"/>
                </a:solidFill>
                <a:latin typeface="Arial"/>
                <a:ea typeface="Arial"/>
                <a:cs typeface="Arial"/>
              </a:defRPr>
            </a:defPPr>
            <a:lvl1pPr algn="l">
              <a:defRPr sz="2250" b="1">
                <a:solidFill>
                  <a:srgbClr val="C38E37"/>
                </a:solidFill>
                <a:latin typeface="Arial"/>
                <a:ea typeface="Arial"/>
                <a:cs typeface="Arial"/>
              </a:defRPr>
            </a:lvl1pPr>
            <a:lvl2pPr algn="l">
              <a:defRPr sz="2250" b="1">
                <a:solidFill>
                  <a:srgbClr val="C38E37"/>
                </a:solidFill>
                <a:latin typeface="Arial"/>
                <a:ea typeface="Arial"/>
                <a:cs typeface="Arial"/>
              </a:defRPr>
            </a:lvl2pPr>
            <a:lvl3pPr algn="l">
              <a:defRPr sz="2250" b="1">
                <a:solidFill>
                  <a:srgbClr val="C38E37"/>
                </a:solidFill>
                <a:latin typeface="Arial"/>
                <a:ea typeface="Arial"/>
                <a:cs typeface="Arial"/>
              </a:defRPr>
            </a:lvl3pPr>
            <a:lvl4pPr algn="l">
              <a:defRPr sz="2250" b="1">
                <a:solidFill>
                  <a:srgbClr val="C38E37"/>
                </a:solidFill>
                <a:latin typeface="Arial"/>
                <a:ea typeface="Arial"/>
                <a:cs typeface="Arial"/>
              </a:defRPr>
            </a:lvl4pPr>
            <a:lvl5pPr algn="l">
              <a:defRPr sz="2250" b="1">
                <a:solidFill>
                  <a:srgbClr val="C38E37"/>
                </a:solidFill>
                <a:latin typeface="Arial"/>
                <a:ea typeface="Arial"/>
                <a:cs typeface="Arial"/>
              </a:defRPr>
            </a:lvl5pPr>
            <a:lvl6pPr algn="l">
              <a:defRPr sz="2250" b="1">
                <a:solidFill>
                  <a:srgbClr val="C38E37"/>
                </a:solidFill>
                <a:latin typeface="Arial"/>
                <a:ea typeface="Arial"/>
                <a:cs typeface="Arial"/>
              </a:defRPr>
            </a:lvl6pPr>
            <a:lvl7pPr algn="l">
              <a:defRPr sz="2250" b="1">
                <a:solidFill>
                  <a:srgbClr val="C38E37"/>
                </a:solidFill>
                <a:latin typeface="Arial"/>
                <a:ea typeface="Arial"/>
                <a:cs typeface="Arial"/>
              </a:defRPr>
            </a:lvl7pPr>
            <a:lvl8pPr algn="l">
              <a:defRPr sz="2250" b="1">
                <a:solidFill>
                  <a:srgbClr val="C38E37"/>
                </a:solidFill>
                <a:latin typeface="Arial"/>
                <a:ea typeface="Arial"/>
                <a:cs typeface="Arial"/>
              </a:defRPr>
            </a:lvl8pPr>
            <a:lvl9pPr algn="l">
              <a:defRPr sz="2250" b="1">
                <a:solidFill>
                  <a:srgbClr val="C38E37"/>
                </a:solidFill>
                <a:latin typeface="Arial"/>
                <a:ea typeface="Arial"/>
                <a:cs typeface="Arial"/>
              </a:defRPr>
            </a:lvl9pPr>
          </a:lstStyle>
          <a:p xmlns:a="http://schemas.openxmlformats.org/drawingml/2006/main">
            <a:pPr algn="l">
              <a:defRPr sz="2250" b="1">
                <a:solidFill>
                  <a:srgbClr val="C38E37"/>
                </a:solidFill>
                <a:latin typeface="Arial"/>
                <a:ea typeface="Arial"/>
                <a:cs typeface="Arial"/>
              </a:defRPr>
            </a:pPr>
            <a:r>
              <a:rPr sz="2250" b="1">
                <a:solidFill>
                  <a:srgbClr val="C38E37"/>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02E95FBB-1B28-4414-9E86-66C9895022E0}"/>
              </a:ext>
            </a:extLst>
          </p:cNvPr>
          <p:cNvSpPr>
            <a:spLocks xmlns:a="http://schemas.openxmlformats.org/drawingml/2006/main" noGrp="1"/>
          </p:cNvSpPr>
          <p:nvPr/>
        </p:nvSpPr>
        <p:spPr>
          <a:xfrm xmlns:a="http://schemas.openxmlformats.org/drawingml/2006/main">
            <a:off x="7296150" y="430530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90580"/>
          </a:bodyPr>
          <a:lstStyle xmlns:a="http://schemas.openxmlformats.org/drawingml/2006/main">
            <a:defPPr algn="l">
              <a:defRPr sz="1725" b="1">
                <a:solidFill>
                  <a:srgbClr val="16333A"/>
                </a:solidFill>
                <a:latin typeface="Arial"/>
                <a:ea typeface="Arial"/>
                <a:cs typeface="Arial"/>
              </a:defRPr>
            </a:defPPr>
            <a:lvl1pPr algn="l">
              <a:defRPr sz="1725" b="1">
                <a:solidFill>
                  <a:srgbClr val="16333A"/>
                </a:solidFill>
                <a:latin typeface="Arial"/>
                <a:ea typeface="Arial"/>
                <a:cs typeface="Arial"/>
              </a:defRPr>
            </a:lvl1pPr>
            <a:lvl2pPr algn="l">
              <a:defRPr sz="1725" b="1">
                <a:solidFill>
                  <a:srgbClr val="16333A"/>
                </a:solidFill>
                <a:latin typeface="Arial"/>
                <a:ea typeface="Arial"/>
                <a:cs typeface="Arial"/>
              </a:defRPr>
            </a:lvl2pPr>
            <a:lvl3pPr algn="l">
              <a:defRPr sz="1725" b="1">
                <a:solidFill>
                  <a:srgbClr val="16333A"/>
                </a:solidFill>
                <a:latin typeface="Arial"/>
                <a:ea typeface="Arial"/>
                <a:cs typeface="Arial"/>
              </a:defRPr>
            </a:lvl3pPr>
            <a:lvl4pPr algn="l">
              <a:defRPr sz="1725" b="1">
                <a:solidFill>
                  <a:srgbClr val="16333A"/>
                </a:solidFill>
                <a:latin typeface="Arial"/>
                <a:ea typeface="Arial"/>
                <a:cs typeface="Arial"/>
              </a:defRPr>
            </a:lvl4pPr>
            <a:lvl5pPr algn="l">
              <a:defRPr sz="1725" b="1">
                <a:solidFill>
                  <a:srgbClr val="16333A"/>
                </a:solidFill>
                <a:latin typeface="Arial"/>
                <a:ea typeface="Arial"/>
                <a:cs typeface="Arial"/>
              </a:defRPr>
            </a:lvl5pPr>
            <a:lvl6pPr algn="l">
              <a:defRPr sz="1725" b="1">
                <a:solidFill>
                  <a:srgbClr val="16333A"/>
                </a:solidFill>
                <a:latin typeface="Arial"/>
                <a:ea typeface="Arial"/>
                <a:cs typeface="Arial"/>
              </a:defRPr>
            </a:lvl6pPr>
            <a:lvl7pPr algn="l">
              <a:defRPr sz="1725" b="1">
                <a:solidFill>
                  <a:srgbClr val="16333A"/>
                </a:solidFill>
                <a:latin typeface="Arial"/>
                <a:ea typeface="Arial"/>
                <a:cs typeface="Arial"/>
              </a:defRPr>
            </a:lvl7pPr>
            <a:lvl8pPr algn="l">
              <a:defRPr sz="1725" b="1">
                <a:solidFill>
                  <a:srgbClr val="16333A"/>
                </a:solidFill>
                <a:latin typeface="Arial"/>
                <a:ea typeface="Arial"/>
                <a:cs typeface="Arial"/>
              </a:defRPr>
            </a:lvl8pPr>
            <a:lvl9pPr algn="l">
              <a:defRPr sz="1725" b="1">
                <a:solidFill>
                  <a:srgbClr val="16333A"/>
                </a:solidFill>
                <a:latin typeface="Arial"/>
                <a:ea typeface="Arial"/>
                <a:cs typeface="Arial"/>
              </a:defRPr>
            </a:lvl9pPr>
          </a:lstStyle>
          <a:p xmlns:a="http://schemas.openxmlformats.org/drawingml/2006/main">
            <a:pPr algn="l">
              <a:defRPr sz="1725" b="1">
                <a:solidFill>
                  <a:srgbClr val="16333A"/>
                </a:solidFill>
                <a:latin typeface="Arial"/>
                <a:ea typeface="Arial"/>
                <a:cs typeface="Arial"/>
              </a:defRPr>
            </a:pPr>
            <a:r>
              <a:rPr sz="1725" b="1">
                <a:solidFill>
                  <a:srgbClr val="16333A"/>
                </a:solidFill>
                <a:latin typeface="Arial"/>
                <a:ea typeface="Arial"/>
                <a:cs typeface="Arial"/>
              </a:rPr>
              <a:t>Penerimaan pengguna dan validasi laboratorium</a:t>
            </a:r>
          </a:p>
        </p:txBody>
      </p:sp>
      <p:sp>
        <p:nvSpPr>
          <p:cNvPr id="18" name="">
            <a:extLst xmlns:a="http://schemas.openxmlformats.org/drawingml/2006/main">
              <a:ext uri="{FF2B5EF4-FFF2-40B4-BE49-F238E27FC236}">
                <a16:creationId xmlns:a16="http://schemas.microsoft.com/office/drawing/2014/main" id="{E6C0EA27-5C25-4790-9C3C-43383925DCC5}"/>
              </a:ext>
            </a:extLst>
          </p:cNvPr>
          <p:cNvSpPr>
            <a:spLocks xmlns:a="http://schemas.openxmlformats.org/drawingml/2006/main" noGrp="1"/>
          </p:cNvSpPr>
          <p:nvPr/>
        </p:nvSpPr>
        <p:spPr>
          <a:xfrm xmlns:a="http://schemas.openxmlformats.org/drawingml/2006/main">
            <a:off x="6572250" y="5200650"/>
            <a:ext cx="468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75" b="0">
                <a:solidFill>
                  <a:srgbClr val="5D7273"/>
                </a:solidFill>
                <a:latin typeface="Arial"/>
                <a:ea typeface="Arial"/>
                <a:cs typeface="Arial"/>
              </a:defRPr>
            </a:defPPr>
            <a:lvl1pPr algn="l">
              <a:defRPr sz="1275" b="0">
                <a:solidFill>
                  <a:srgbClr val="5D7273"/>
                </a:solidFill>
                <a:latin typeface="Arial"/>
                <a:ea typeface="Arial"/>
                <a:cs typeface="Arial"/>
              </a:defRPr>
            </a:lvl1pPr>
            <a:lvl2pPr algn="l">
              <a:defRPr sz="1275" b="0">
                <a:solidFill>
                  <a:srgbClr val="5D7273"/>
                </a:solidFill>
                <a:latin typeface="Arial"/>
                <a:ea typeface="Arial"/>
                <a:cs typeface="Arial"/>
              </a:defRPr>
            </a:lvl2pPr>
            <a:lvl3pPr algn="l">
              <a:defRPr sz="1275" b="0">
                <a:solidFill>
                  <a:srgbClr val="5D7273"/>
                </a:solidFill>
                <a:latin typeface="Arial"/>
                <a:ea typeface="Arial"/>
                <a:cs typeface="Arial"/>
              </a:defRPr>
            </a:lvl3pPr>
            <a:lvl4pPr algn="l">
              <a:defRPr sz="1275" b="0">
                <a:solidFill>
                  <a:srgbClr val="5D7273"/>
                </a:solidFill>
                <a:latin typeface="Arial"/>
                <a:ea typeface="Arial"/>
                <a:cs typeface="Arial"/>
              </a:defRPr>
            </a:lvl4pPr>
            <a:lvl5pPr algn="l">
              <a:defRPr sz="1275" b="0">
                <a:solidFill>
                  <a:srgbClr val="5D7273"/>
                </a:solidFill>
                <a:latin typeface="Arial"/>
                <a:ea typeface="Arial"/>
                <a:cs typeface="Arial"/>
              </a:defRPr>
            </a:lvl5pPr>
            <a:lvl6pPr algn="l">
              <a:defRPr sz="1275" b="0">
                <a:solidFill>
                  <a:srgbClr val="5D7273"/>
                </a:solidFill>
                <a:latin typeface="Arial"/>
                <a:ea typeface="Arial"/>
                <a:cs typeface="Arial"/>
              </a:defRPr>
            </a:lvl6pPr>
            <a:lvl7pPr algn="l">
              <a:defRPr sz="1275" b="0">
                <a:solidFill>
                  <a:srgbClr val="5D7273"/>
                </a:solidFill>
                <a:latin typeface="Arial"/>
                <a:ea typeface="Arial"/>
                <a:cs typeface="Arial"/>
              </a:defRPr>
            </a:lvl7pPr>
            <a:lvl8pPr algn="l">
              <a:defRPr sz="1275" b="0">
                <a:solidFill>
                  <a:srgbClr val="5D7273"/>
                </a:solidFill>
                <a:latin typeface="Arial"/>
                <a:ea typeface="Arial"/>
                <a:cs typeface="Arial"/>
              </a:defRPr>
            </a:lvl8pPr>
            <a:lvl9pPr algn="l">
              <a:defRPr sz="1275" b="0">
                <a:solidFill>
                  <a:srgbClr val="5D7273"/>
                </a:solidFill>
                <a:latin typeface="Arial"/>
                <a:ea typeface="Arial"/>
                <a:cs typeface="Arial"/>
              </a:defRPr>
            </a:lvl9pPr>
          </a:lstStyle>
          <a:p xmlns:a="http://schemas.openxmlformats.org/drawingml/2006/main">
            <a:pPr algn="l">
              <a:defRPr sz="1275" b="0">
                <a:solidFill>
                  <a:srgbClr val="5D7273"/>
                </a:solidFill>
                <a:latin typeface="Arial"/>
                <a:ea typeface="Arial"/>
                <a:cs typeface="Arial"/>
              </a:defRPr>
            </a:pPr>
            <a:r>
              <a:rPr sz="1275" b="0">
                <a:solidFill>
                  <a:srgbClr val="5D7273"/>
                </a:solidFill>
                <a:latin typeface="Arial"/>
                <a:ea typeface="Arial"/>
                <a:cs typeface="Arial"/>
              </a:rPr>
              <a:t>Belum ada wawancara pelanggan atau hasil assay dalam repositori saat ini.</a:t>
            </a:r>
          </a:p>
        </p:txBody>
      </p:sp>
    </p:spTree>
    <p:extLst>
      <p:ext uri="{BB962C8B-B14F-4D97-AF65-F5344CB8AC3E}">
        <p14:creationId xmlns:p14="http://schemas.microsoft.com/office/powerpoint/2010/main" val="716647263"/>
      </p:ext>
    </p:extLst>
  </p:cSld>
</p:sld>
</file>

<file path=ppt/slides/slide3.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33AE9D7-DE5C-47C8-9F13-E632ED97AF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E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6525A2-9995-4F00-9B22-DA57EA2049CA}"/>
              </a:ext>
            </a:extLst>
          </p:cNvPr>
          <p:cNvSpPr>
            <a:spLocks xmlns:a="http://schemas.openxmlformats.org/drawingml/2006/main" noGrp="1"/>
          </p:cNvSpPr>
          <p:nvPr/>
        </p:nvSpPr>
        <p:spPr>
          <a:xfrm xmlns:a="http://schemas.openxmlformats.org/drawingml/2006/main">
            <a:off x="666750" y="3619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087E72"/>
                </a:solidFill>
                <a:latin typeface="Arial"/>
                <a:ea typeface="Arial"/>
                <a:cs typeface="Arial"/>
              </a:defRPr>
            </a:defPPr>
            <a:lvl1pPr algn="l">
              <a:defRPr sz="1200" b="1">
                <a:solidFill>
                  <a:srgbClr val="087E72"/>
                </a:solidFill>
                <a:latin typeface="Arial"/>
                <a:ea typeface="Arial"/>
                <a:cs typeface="Arial"/>
              </a:defRPr>
            </a:lvl1pPr>
            <a:lvl2pPr algn="l">
              <a:defRPr sz="1200" b="1">
                <a:solidFill>
                  <a:srgbClr val="087E72"/>
                </a:solidFill>
                <a:latin typeface="Arial"/>
                <a:ea typeface="Arial"/>
                <a:cs typeface="Arial"/>
              </a:defRPr>
            </a:lvl2pPr>
            <a:lvl3pPr algn="l">
              <a:defRPr sz="1200" b="1">
                <a:solidFill>
                  <a:srgbClr val="087E72"/>
                </a:solidFill>
                <a:latin typeface="Arial"/>
                <a:ea typeface="Arial"/>
                <a:cs typeface="Arial"/>
              </a:defRPr>
            </a:lvl3pPr>
            <a:lvl4pPr algn="l">
              <a:defRPr sz="1200" b="1">
                <a:solidFill>
                  <a:srgbClr val="087E72"/>
                </a:solidFill>
                <a:latin typeface="Arial"/>
                <a:ea typeface="Arial"/>
                <a:cs typeface="Arial"/>
              </a:defRPr>
            </a:lvl4pPr>
            <a:lvl5pPr algn="l">
              <a:defRPr sz="1200" b="1">
                <a:solidFill>
                  <a:srgbClr val="087E72"/>
                </a:solidFill>
                <a:latin typeface="Arial"/>
                <a:ea typeface="Arial"/>
                <a:cs typeface="Arial"/>
              </a:defRPr>
            </a:lvl5pPr>
            <a:lvl6pPr algn="l">
              <a:defRPr sz="1200" b="1">
                <a:solidFill>
                  <a:srgbClr val="087E72"/>
                </a:solidFill>
                <a:latin typeface="Arial"/>
                <a:ea typeface="Arial"/>
                <a:cs typeface="Arial"/>
              </a:defRPr>
            </a:lvl6pPr>
            <a:lvl7pPr algn="l">
              <a:defRPr sz="1200" b="1">
                <a:solidFill>
                  <a:srgbClr val="087E72"/>
                </a:solidFill>
                <a:latin typeface="Arial"/>
                <a:ea typeface="Arial"/>
                <a:cs typeface="Arial"/>
              </a:defRPr>
            </a:lvl7pPr>
            <a:lvl8pPr algn="l">
              <a:defRPr sz="1200" b="1">
                <a:solidFill>
                  <a:srgbClr val="087E72"/>
                </a:solidFill>
                <a:latin typeface="Arial"/>
                <a:ea typeface="Arial"/>
                <a:cs typeface="Arial"/>
              </a:defRPr>
            </a:lvl8pPr>
            <a:lvl9pPr algn="l">
              <a:defRPr sz="1200" b="1">
                <a:solidFill>
                  <a:srgbClr val="087E72"/>
                </a:solidFill>
                <a:latin typeface="Arial"/>
                <a:ea typeface="Arial"/>
                <a:cs typeface="Arial"/>
              </a:defRPr>
            </a:lvl9pPr>
          </a:lstStyle>
          <a:p xmlns:a="http://schemas.openxmlformats.org/drawingml/2006/main">
            <a:pPr algn="l">
              <a:defRPr sz="1200" b="1">
                <a:solidFill>
                  <a:srgbClr val="087E72"/>
                </a:solidFill>
                <a:latin typeface="Arial"/>
                <a:ea typeface="Arial"/>
                <a:cs typeface="Arial"/>
              </a:defRPr>
            </a:pPr>
            <a:r>
              <a:rPr sz="1200" b="1">
                <a:solidFill>
                  <a:srgbClr val="087E72"/>
                </a:solidFill>
                <a:latin typeface="Arial"/>
                <a:ea typeface="Arial"/>
                <a:cs typeface="Arial"/>
              </a:rPr>
              <a:t>PRODUK</a:t>
            </a:r>
          </a:p>
        </p:txBody>
      </p:sp>
      <p:sp>
        <p:nvSpPr>
          <p:cNvPr id="3" name="">
            <a:extLst xmlns:a="http://schemas.openxmlformats.org/drawingml/2006/main">
              <a:ext uri="{FF2B5EF4-FFF2-40B4-BE49-F238E27FC236}">
                <a16:creationId xmlns:a16="http://schemas.microsoft.com/office/drawing/2014/main" id="{933171E3-46C4-48BB-8B75-28F8CD43F703}"/>
              </a:ext>
            </a:extLst>
          </p:cNvPr>
          <p:cNvSpPr>
            <a:spLocks xmlns:a="http://schemas.openxmlformats.org/drawingml/2006/main" noGrp="1"/>
          </p:cNvSpPr>
          <p:nvPr/>
        </p:nvSpPr>
        <p:spPr>
          <a:xfrm xmlns:a="http://schemas.openxmlformats.org/drawingml/2006/main">
            <a:off x="666750" y="723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99586"/>
          </a:bodyPr>
          <a:lstStyle xmlns:a="http://schemas.openxmlformats.org/drawingml/2006/main">
            <a:defPPr algn="l">
              <a:defRPr sz="3600" b="1">
                <a:solidFill>
                  <a:srgbClr val="16333A"/>
                </a:solidFill>
                <a:latin typeface="Arial"/>
                <a:ea typeface="Arial"/>
                <a:cs typeface="Arial"/>
              </a:defRPr>
            </a:defPPr>
            <a:lvl1pPr algn="l">
              <a:defRPr sz="3600" b="1">
                <a:solidFill>
                  <a:srgbClr val="16333A"/>
                </a:solidFill>
                <a:latin typeface="Arial"/>
                <a:ea typeface="Arial"/>
                <a:cs typeface="Arial"/>
              </a:defRPr>
            </a:lvl1pPr>
            <a:lvl2pPr algn="l">
              <a:defRPr sz="3600" b="1">
                <a:solidFill>
                  <a:srgbClr val="16333A"/>
                </a:solidFill>
                <a:latin typeface="Arial"/>
                <a:ea typeface="Arial"/>
                <a:cs typeface="Arial"/>
              </a:defRPr>
            </a:lvl2pPr>
            <a:lvl3pPr algn="l">
              <a:defRPr sz="3600" b="1">
                <a:solidFill>
                  <a:srgbClr val="16333A"/>
                </a:solidFill>
                <a:latin typeface="Arial"/>
                <a:ea typeface="Arial"/>
                <a:cs typeface="Arial"/>
              </a:defRPr>
            </a:lvl3pPr>
            <a:lvl4pPr algn="l">
              <a:defRPr sz="3600" b="1">
                <a:solidFill>
                  <a:srgbClr val="16333A"/>
                </a:solidFill>
                <a:latin typeface="Arial"/>
                <a:ea typeface="Arial"/>
                <a:cs typeface="Arial"/>
              </a:defRPr>
            </a:lvl4pPr>
            <a:lvl5pPr algn="l">
              <a:defRPr sz="3600" b="1">
                <a:solidFill>
                  <a:srgbClr val="16333A"/>
                </a:solidFill>
                <a:latin typeface="Arial"/>
                <a:ea typeface="Arial"/>
                <a:cs typeface="Arial"/>
              </a:defRPr>
            </a:lvl5pPr>
            <a:lvl6pPr algn="l">
              <a:defRPr sz="3600" b="1">
                <a:solidFill>
                  <a:srgbClr val="16333A"/>
                </a:solidFill>
                <a:latin typeface="Arial"/>
                <a:ea typeface="Arial"/>
                <a:cs typeface="Arial"/>
              </a:defRPr>
            </a:lvl6pPr>
            <a:lvl7pPr algn="l">
              <a:defRPr sz="3600" b="1">
                <a:solidFill>
                  <a:srgbClr val="16333A"/>
                </a:solidFill>
                <a:latin typeface="Arial"/>
                <a:ea typeface="Arial"/>
                <a:cs typeface="Arial"/>
              </a:defRPr>
            </a:lvl7pPr>
            <a:lvl8pPr algn="l">
              <a:defRPr sz="3600" b="1">
                <a:solidFill>
                  <a:srgbClr val="16333A"/>
                </a:solidFill>
                <a:latin typeface="Arial"/>
                <a:ea typeface="Arial"/>
                <a:cs typeface="Arial"/>
              </a:defRPr>
            </a:lvl8pPr>
            <a:lvl9pPr algn="l">
              <a:defRPr sz="3600" b="1">
                <a:solidFill>
                  <a:srgbClr val="16333A"/>
                </a:solidFill>
                <a:latin typeface="Arial"/>
                <a:ea typeface="Arial"/>
                <a:cs typeface="Arial"/>
              </a:defRPr>
            </a:lvl9pPr>
          </a:lstStyle>
          <a:p xmlns:a="http://schemas.openxmlformats.org/drawingml/2006/main">
            <a:pPr algn="l">
              <a:defRPr sz="3600" b="1">
                <a:solidFill>
                  <a:srgbClr val="16333A"/>
                </a:solidFill>
                <a:latin typeface="Arial"/>
                <a:ea typeface="Arial"/>
                <a:cs typeface="Arial"/>
              </a:defRPr>
            </a:pPr>
            <a:r>
              <a:rPr sz="3600" b="1">
                <a:solidFill>
                  <a:srgbClr val="16333A"/>
                </a:solidFill>
                <a:latin typeface="Arial"/>
                <a:ea typeface="Arial"/>
                <a:cs typeface="Arial"/>
              </a:rPr>
              <a:t>Pipeline mengubah genotipe publik menjadi bukti</a:t>
            </a:r>
          </a:p>
        </p:txBody>
      </p:sp>
      <p:sp>
        <p:nvSpPr>
          <p:cNvPr id="4" name="">
            <a:extLst xmlns:a="http://schemas.openxmlformats.org/drawingml/2006/main">
              <a:ext uri="{FF2B5EF4-FFF2-40B4-BE49-F238E27FC236}">
                <a16:creationId xmlns:a16="http://schemas.microsoft.com/office/drawing/2014/main" id="{8465ECBD-3193-4EAC-83B8-D8876B3AC311}"/>
              </a:ext>
            </a:extLst>
          </p:cNvPr>
          <p:cNvSpPr>
            <a:spLocks xmlns:a="http://schemas.openxmlformats.org/drawingml/2006/main" noGrp="1"/>
          </p:cNvSpPr>
          <p:nvPr/>
        </p:nvSpPr>
        <p:spPr>
          <a:xfrm xmlns:a="http://schemas.openxmlformats.org/drawingml/2006/main">
            <a:off x="666750" y="1552575"/>
            <a:ext cx="108585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BB002AD-A201-4F4A-87B1-5A5253D1613B}"/>
              </a:ext>
            </a:extLst>
          </p:cNvPr>
          <p:cNvSpPr>
            <a:spLocks xmlns:a="http://schemas.openxmlformats.org/drawingml/2006/main" noGrp="1"/>
          </p:cNvSpPr>
          <p:nvPr/>
        </p:nvSpPr>
        <p:spPr>
          <a:xfrm xmlns:a="http://schemas.openxmlformats.org/drawingml/2006/main">
            <a:off x="66675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050" b="1">
                <a:solidFill>
                  <a:srgbClr val="5D7273"/>
                </a:solidFill>
                <a:latin typeface="Arial"/>
                <a:ea typeface="Arial"/>
                <a:cs typeface="Arial"/>
              </a:defRPr>
            </a:defPPr>
            <a:lvl1pPr algn="l">
              <a:defRPr sz="1050" b="1">
                <a:solidFill>
                  <a:srgbClr val="5D7273"/>
                </a:solidFill>
                <a:latin typeface="Arial"/>
                <a:ea typeface="Arial"/>
                <a:cs typeface="Arial"/>
              </a:defRPr>
            </a:lvl1pPr>
            <a:lvl2pPr algn="l">
              <a:defRPr sz="1050" b="1">
                <a:solidFill>
                  <a:srgbClr val="5D7273"/>
                </a:solidFill>
                <a:latin typeface="Arial"/>
                <a:ea typeface="Arial"/>
                <a:cs typeface="Arial"/>
              </a:defRPr>
            </a:lvl2pPr>
            <a:lvl3pPr algn="l">
              <a:defRPr sz="1050" b="1">
                <a:solidFill>
                  <a:srgbClr val="5D7273"/>
                </a:solidFill>
                <a:latin typeface="Arial"/>
                <a:ea typeface="Arial"/>
                <a:cs typeface="Arial"/>
              </a:defRPr>
            </a:lvl3pPr>
            <a:lvl4pPr algn="l">
              <a:defRPr sz="1050" b="1">
                <a:solidFill>
                  <a:srgbClr val="5D7273"/>
                </a:solidFill>
                <a:latin typeface="Arial"/>
                <a:ea typeface="Arial"/>
                <a:cs typeface="Arial"/>
              </a:defRPr>
            </a:lvl4pPr>
            <a:lvl5pPr algn="l">
              <a:defRPr sz="1050" b="1">
                <a:solidFill>
                  <a:srgbClr val="5D7273"/>
                </a:solidFill>
                <a:latin typeface="Arial"/>
                <a:ea typeface="Arial"/>
                <a:cs typeface="Arial"/>
              </a:defRPr>
            </a:lvl5pPr>
            <a:lvl6pPr algn="l">
              <a:defRPr sz="1050" b="1">
                <a:solidFill>
                  <a:srgbClr val="5D7273"/>
                </a:solidFill>
                <a:latin typeface="Arial"/>
                <a:ea typeface="Arial"/>
                <a:cs typeface="Arial"/>
              </a:defRPr>
            </a:lvl6pPr>
            <a:lvl7pPr algn="l">
              <a:defRPr sz="1050" b="1">
                <a:solidFill>
                  <a:srgbClr val="5D7273"/>
                </a:solidFill>
                <a:latin typeface="Arial"/>
                <a:ea typeface="Arial"/>
                <a:cs typeface="Arial"/>
              </a:defRPr>
            </a:lvl7pPr>
            <a:lvl8pPr algn="l">
              <a:defRPr sz="1050" b="1">
                <a:solidFill>
                  <a:srgbClr val="5D7273"/>
                </a:solidFill>
                <a:latin typeface="Arial"/>
                <a:ea typeface="Arial"/>
                <a:cs typeface="Arial"/>
              </a:defRPr>
            </a:lvl8pPr>
            <a:lvl9pPr algn="l">
              <a:defRPr sz="1050" b="1">
                <a:solidFill>
                  <a:srgbClr val="5D7273"/>
                </a:solidFill>
                <a:latin typeface="Arial"/>
                <a:ea typeface="Arial"/>
                <a:cs typeface="Arial"/>
              </a:defRPr>
            </a:lvl9pPr>
          </a:lstStyle>
          <a:p xmlns:a="http://schemas.openxmlformats.org/drawingml/2006/main">
            <a:pPr algn="l">
              <a:defRPr sz="1050" b="1">
                <a:solidFill>
                  <a:srgbClr val="5D7273"/>
                </a:solidFill>
                <a:latin typeface="Arial"/>
                <a:ea typeface="Arial"/>
                <a:cs typeface="Arial"/>
              </a:defRPr>
            </a:pPr>
            <a:r>
              <a:rPr sz="1050" b="1">
                <a:solidFill>
                  <a:srgbClr val="5D7273"/>
                </a:solidFill>
                <a:latin typeface="Arial"/>
                <a:ea typeface="Arial"/>
                <a:cs typeface="Arial"/>
              </a:rPr>
              <a:t>EXASTRA  ·  GENOHACK 2026</a:t>
            </a:r>
          </a:p>
        </p:txBody>
      </p:sp>
      <p:sp>
        <p:nvSpPr>
          <p:cNvPr id="6" name="">
            <a:extLst xmlns:a="http://schemas.openxmlformats.org/drawingml/2006/main">
              <a:ext uri="{FF2B5EF4-FFF2-40B4-BE49-F238E27FC236}">
                <a16:creationId xmlns:a16="http://schemas.microsoft.com/office/drawing/2014/main" id="{B1DD613D-0283-434A-98AE-0DE1781D8524}"/>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050" b="1">
                <a:solidFill>
                  <a:srgbClr val="5D7273"/>
                </a:solidFill>
                <a:latin typeface="Arial"/>
                <a:ea typeface="Arial"/>
                <a:cs typeface="Arial"/>
              </a:defRPr>
            </a:defPPr>
            <a:lvl1pPr algn="r">
              <a:defRPr sz="1050" b="1">
                <a:solidFill>
                  <a:srgbClr val="5D7273"/>
                </a:solidFill>
                <a:latin typeface="Arial"/>
                <a:ea typeface="Arial"/>
                <a:cs typeface="Arial"/>
              </a:defRPr>
            </a:lvl1pPr>
            <a:lvl2pPr algn="r">
              <a:defRPr sz="1050" b="1">
                <a:solidFill>
                  <a:srgbClr val="5D7273"/>
                </a:solidFill>
                <a:latin typeface="Arial"/>
                <a:ea typeface="Arial"/>
                <a:cs typeface="Arial"/>
              </a:defRPr>
            </a:lvl2pPr>
            <a:lvl3pPr algn="r">
              <a:defRPr sz="1050" b="1">
                <a:solidFill>
                  <a:srgbClr val="5D7273"/>
                </a:solidFill>
                <a:latin typeface="Arial"/>
                <a:ea typeface="Arial"/>
                <a:cs typeface="Arial"/>
              </a:defRPr>
            </a:lvl3pPr>
            <a:lvl4pPr algn="r">
              <a:defRPr sz="1050" b="1">
                <a:solidFill>
                  <a:srgbClr val="5D7273"/>
                </a:solidFill>
                <a:latin typeface="Arial"/>
                <a:ea typeface="Arial"/>
                <a:cs typeface="Arial"/>
              </a:defRPr>
            </a:lvl4pPr>
            <a:lvl5pPr algn="r">
              <a:defRPr sz="1050" b="1">
                <a:solidFill>
                  <a:srgbClr val="5D7273"/>
                </a:solidFill>
                <a:latin typeface="Arial"/>
                <a:ea typeface="Arial"/>
                <a:cs typeface="Arial"/>
              </a:defRPr>
            </a:lvl5pPr>
            <a:lvl6pPr algn="r">
              <a:defRPr sz="1050" b="1">
                <a:solidFill>
                  <a:srgbClr val="5D7273"/>
                </a:solidFill>
                <a:latin typeface="Arial"/>
                <a:ea typeface="Arial"/>
                <a:cs typeface="Arial"/>
              </a:defRPr>
            </a:lvl6pPr>
            <a:lvl7pPr algn="r">
              <a:defRPr sz="1050" b="1">
                <a:solidFill>
                  <a:srgbClr val="5D7273"/>
                </a:solidFill>
                <a:latin typeface="Arial"/>
                <a:ea typeface="Arial"/>
                <a:cs typeface="Arial"/>
              </a:defRPr>
            </a:lvl7pPr>
            <a:lvl8pPr algn="r">
              <a:defRPr sz="1050" b="1">
                <a:solidFill>
                  <a:srgbClr val="5D7273"/>
                </a:solidFill>
                <a:latin typeface="Arial"/>
                <a:ea typeface="Arial"/>
                <a:cs typeface="Arial"/>
              </a:defRPr>
            </a:lvl8pPr>
            <a:lvl9pPr algn="r">
              <a:defRPr sz="1050" b="1">
                <a:solidFill>
                  <a:srgbClr val="5D7273"/>
                </a:solidFill>
                <a:latin typeface="Arial"/>
                <a:ea typeface="Arial"/>
                <a:cs typeface="Arial"/>
              </a:defRPr>
            </a:lvl9pPr>
          </a:lstStyle>
          <a:p xmlns:a="http://schemas.openxmlformats.org/drawingml/2006/main">
            <a:pPr algn="r">
              <a:defRPr sz="1050" b="1">
                <a:solidFill>
                  <a:srgbClr val="5D7273"/>
                </a:solidFill>
                <a:latin typeface="Arial"/>
                <a:ea typeface="Arial"/>
                <a:cs typeface="Arial"/>
              </a:defRPr>
            </a:pPr>
            <a:r>
              <a:rPr sz="1050" b="1">
                <a:solidFill>
                  <a:srgbClr val="5D7273"/>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AC24325-E649-4258-A056-0E53F4E2A9F6}"/>
              </a:ext>
            </a:extLst>
          </p:cNvPr>
          <p:cNvSpPr>
            <a:spLocks xmlns:a="http://schemas.openxmlformats.org/drawingml/2006/main" noGrp="1"/>
          </p:cNvSpPr>
          <p:nvPr/>
        </p:nvSpPr>
        <p:spPr>
          <a:xfrm xmlns:a="http://schemas.openxmlformats.org/drawingml/2006/main">
            <a:off x="1238250" y="2143125"/>
            <a:ext cx="628650" cy="628650"/>
          </a:xfrm>
          <a:prstGeom xmlns:a="http://schemas.openxmlformats.org/drawingml/2006/main" prst="ellipse">
            <a:avLst/>
          </a:prstGeom>
          <a:solidFill xmlns:a="http://schemas.openxmlformats.org/drawingml/2006/main">
            <a:srgbClr val="087E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30568C1-B092-4A9A-ACED-A404D4F71534}"/>
              </a:ext>
            </a:extLst>
          </p:cNvPr>
          <p:cNvSpPr>
            <a:spLocks xmlns:a="http://schemas.openxmlformats.org/drawingml/2006/main" noGrp="1"/>
          </p:cNvSpPr>
          <p:nvPr/>
        </p:nvSpPr>
        <p:spPr>
          <a:xfrm xmlns:a="http://schemas.openxmlformats.org/drawingml/2006/main">
            <a:off x="1238250" y="21431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C65C90F4-F517-4B9E-9AF0-D547CC6EF538}"/>
              </a:ext>
            </a:extLst>
          </p:cNvPr>
          <p:cNvSpPr>
            <a:spLocks xmlns:a="http://schemas.openxmlformats.org/drawingml/2006/main" noGrp="1"/>
          </p:cNvSpPr>
          <p:nvPr/>
        </p:nvSpPr>
        <p:spPr>
          <a:xfrm xmlns:a="http://schemas.openxmlformats.org/drawingml/2006/main">
            <a:off x="762000" y="307657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725" b="1">
                <a:solidFill>
                  <a:srgbClr val="16333A"/>
                </a:solidFill>
                <a:latin typeface="Arial"/>
                <a:ea typeface="Arial"/>
                <a:cs typeface="Arial"/>
              </a:defRPr>
            </a:defPPr>
            <a:lvl1pPr algn="ctr">
              <a:defRPr sz="1725" b="1">
                <a:solidFill>
                  <a:srgbClr val="16333A"/>
                </a:solidFill>
                <a:latin typeface="Arial"/>
                <a:ea typeface="Arial"/>
                <a:cs typeface="Arial"/>
              </a:defRPr>
            </a:lvl1pPr>
            <a:lvl2pPr algn="ctr">
              <a:defRPr sz="1725" b="1">
                <a:solidFill>
                  <a:srgbClr val="16333A"/>
                </a:solidFill>
                <a:latin typeface="Arial"/>
                <a:ea typeface="Arial"/>
                <a:cs typeface="Arial"/>
              </a:defRPr>
            </a:lvl2pPr>
            <a:lvl3pPr algn="ctr">
              <a:defRPr sz="1725" b="1">
                <a:solidFill>
                  <a:srgbClr val="16333A"/>
                </a:solidFill>
                <a:latin typeface="Arial"/>
                <a:ea typeface="Arial"/>
                <a:cs typeface="Arial"/>
              </a:defRPr>
            </a:lvl3pPr>
            <a:lvl4pPr algn="ctr">
              <a:defRPr sz="1725" b="1">
                <a:solidFill>
                  <a:srgbClr val="16333A"/>
                </a:solidFill>
                <a:latin typeface="Arial"/>
                <a:ea typeface="Arial"/>
                <a:cs typeface="Arial"/>
              </a:defRPr>
            </a:lvl4pPr>
            <a:lvl5pPr algn="ctr">
              <a:defRPr sz="1725" b="1">
                <a:solidFill>
                  <a:srgbClr val="16333A"/>
                </a:solidFill>
                <a:latin typeface="Arial"/>
                <a:ea typeface="Arial"/>
                <a:cs typeface="Arial"/>
              </a:defRPr>
            </a:lvl5pPr>
            <a:lvl6pPr algn="ctr">
              <a:defRPr sz="1725" b="1">
                <a:solidFill>
                  <a:srgbClr val="16333A"/>
                </a:solidFill>
                <a:latin typeface="Arial"/>
                <a:ea typeface="Arial"/>
                <a:cs typeface="Arial"/>
              </a:defRPr>
            </a:lvl6pPr>
            <a:lvl7pPr algn="ctr">
              <a:defRPr sz="1725" b="1">
                <a:solidFill>
                  <a:srgbClr val="16333A"/>
                </a:solidFill>
                <a:latin typeface="Arial"/>
                <a:ea typeface="Arial"/>
                <a:cs typeface="Arial"/>
              </a:defRPr>
            </a:lvl7pPr>
            <a:lvl8pPr algn="ctr">
              <a:defRPr sz="1725" b="1">
                <a:solidFill>
                  <a:srgbClr val="16333A"/>
                </a:solidFill>
                <a:latin typeface="Arial"/>
                <a:ea typeface="Arial"/>
                <a:cs typeface="Arial"/>
              </a:defRPr>
            </a:lvl8pPr>
            <a:lvl9pPr algn="ctr">
              <a:defRPr sz="1725" b="1">
                <a:solidFill>
                  <a:srgbClr val="16333A"/>
                </a:solidFill>
                <a:latin typeface="Arial"/>
                <a:ea typeface="Arial"/>
                <a:cs typeface="Arial"/>
              </a:defRPr>
            </a:lvl9pPr>
          </a:lstStyle>
          <a:p xmlns:a="http://schemas.openxmlformats.org/drawingml/2006/main">
            <a:pPr algn="ctr">
              <a:defRPr sz="1725" b="1">
                <a:solidFill>
                  <a:srgbClr val="16333A"/>
                </a:solidFill>
                <a:latin typeface="Arial"/>
                <a:ea typeface="Arial"/>
                <a:cs typeface="Arial"/>
              </a:defRPr>
            </a:pPr>
            <a:r>
              <a:rPr sz="1725" b="1">
                <a:solidFill>
                  <a:srgbClr val="16333A"/>
                </a:solidFill>
                <a:latin typeface="Arial"/>
                <a:ea typeface="Arial"/>
                <a:cs typeface="Arial"/>
              </a:rPr>
              <a:t>Data publik</a:t>
            </a:r>
          </a:p>
        </p:txBody>
      </p:sp>
      <p:sp>
        <p:nvSpPr>
          <p:cNvPr id="10" name="">
            <a:extLst xmlns:a="http://schemas.openxmlformats.org/drawingml/2006/main">
              <a:ext uri="{FF2B5EF4-FFF2-40B4-BE49-F238E27FC236}">
                <a16:creationId xmlns:a16="http://schemas.microsoft.com/office/drawing/2014/main" id="{E2D0DF71-987D-4941-BF77-173E47F7846A}"/>
              </a:ext>
            </a:extLst>
          </p:cNvPr>
          <p:cNvSpPr>
            <a:spLocks xmlns:a="http://schemas.openxmlformats.org/drawingml/2006/main" noGrp="1"/>
          </p:cNvSpPr>
          <p:nvPr/>
        </p:nvSpPr>
        <p:spPr>
          <a:xfrm xmlns:a="http://schemas.openxmlformats.org/drawingml/2006/main">
            <a:off x="666750" y="3514725"/>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275" b="0">
                <a:solidFill>
                  <a:srgbClr val="5D7273"/>
                </a:solidFill>
                <a:latin typeface="Arial"/>
                <a:ea typeface="Arial"/>
                <a:cs typeface="Arial"/>
              </a:defRPr>
            </a:defPPr>
            <a:lvl1pPr algn="ctr">
              <a:defRPr sz="1275" b="0">
                <a:solidFill>
                  <a:srgbClr val="5D7273"/>
                </a:solidFill>
                <a:latin typeface="Arial"/>
                <a:ea typeface="Arial"/>
                <a:cs typeface="Arial"/>
              </a:defRPr>
            </a:lvl1pPr>
            <a:lvl2pPr algn="ctr">
              <a:defRPr sz="1275" b="0">
                <a:solidFill>
                  <a:srgbClr val="5D7273"/>
                </a:solidFill>
                <a:latin typeface="Arial"/>
                <a:ea typeface="Arial"/>
                <a:cs typeface="Arial"/>
              </a:defRPr>
            </a:lvl2pPr>
            <a:lvl3pPr algn="ctr">
              <a:defRPr sz="1275" b="0">
                <a:solidFill>
                  <a:srgbClr val="5D7273"/>
                </a:solidFill>
                <a:latin typeface="Arial"/>
                <a:ea typeface="Arial"/>
                <a:cs typeface="Arial"/>
              </a:defRPr>
            </a:lvl3pPr>
            <a:lvl4pPr algn="ctr">
              <a:defRPr sz="1275" b="0">
                <a:solidFill>
                  <a:srgbClr val="5D7273"/>
                </a:solidFill>
                <a:latin typeface="Arial"/>
                <a:ea typeface="Arial"/>
                <a:cs typeface="Arial"/>
              </a:defRPr>
            </a:lvl4pPr>
            <a:lvl5pPr algn="ctr">
              <a:defRPr sz="1275" b="0">
                <a:solidFill>
                  <a:srgbClr val="5D7273"/>
                </a:solidFill>
                <a:latin typeface="Arial"/>
                <a:ea typeface="Arial"/>
                <a:cs typeface="Arial"/>
              </a:defRPr>
            </a:lvl5pPr>
            <a:lvl6pPr algn="ctr">
              <a:defRPr sz="1275" b="0">
                <a:solidFill>
                  <a:srgbClr val="5D7273"/>
                </a:solidFill>
                <a:latin typeface="Arial"/>
                <a:ea typeface="Arial"/>
                <a:cs typeface="Arial"/>
              </a:defRPr>
            </a:lvl6pPr>
            <a:lvl7pPr algn="ctr">
              <a:defRPr sz="1275" b="0">
                <a:solidFill>
                  <a:srgbClr val="5D7273"/>
                </a:solidFill>
                <a:latin typeface="Arial"/>
                <a:ea typeface="Arial"/>
                <a:cs typeface="Arial"/>
              </a:defRPr>
            </a:lvl7pPr>
            <a:lvl8pPr algn="ctr">
              <a:defRPr sz="1275" b="0">
                <a:solidFill>
                  <a:srgbClr val="5D7273"/>
                </a:solidFill>
                <a:latin typeface="Arial"/>
                <a:ea typeface="Arial"/>
                <a:cs typeface="Arial"/>
              </a:defRPr>
            </a:lvl8pPr>
            <a:lvl9pPr algn="ctr">
              <a:defRPr sz="1275" b="0">
                <a:solidFill>
                  <a:srgbClr val="5D7273"/>
                </a:solidFill>
                <a:latin typeface="Arial"/>
                <a:ea typeface="Arial"/>
                <a:cs typeface="Arial"/>
              </a:defRPr>
            </a:lvl9pPr>
          </a:lstStyle>
          <a:p xmlns:a="http://schemas.openxmlformats.org/drawingml/2006/main">
            <a:pPr algn="ctr">
              <a:defRPr sz="1275" b="0">
                <a:solidFill>
                  <a:srgbClr val="5D7273"/>
                </a:solidFill>
                <a:latin typeface="Arial"/>
                <a:ea typeface="Arial"/>
                <a:cs typeface="Arial"/>
              </a:defRPr>
            </a:pPr>
            <a:r>
              <a:rPr sz="1275" b="0">
                <a:solidFill>
                  <a:srgbClr val="5D7273"/>
                </a:solidFill>
                <a:latin typeface="Arial"/>
                <a:ea typeface="Arial"/>
                <a:cs typeface="Arial"/>
              </a:rPr>
              <a:t>Dryad + Figshare</a:t>
            </a:r>
          </a:p>
        </p:txBody>
      </p:sp>
      <p:sp>
        <p:nvSpPr>
          <p:cNvPr id="11" name="">
            <a:extLst xmlns:a="http://schemas.openxmlformats.org/drawingml/2006/main">
              <a:ext uri="{FF2B5EF4-FFF2-40B4-BE49-F238E27FC236}">
                <a16:creationId xmlns:a16="http://schemas.microsoft.com/office/drawing/2014/main" id="{654A6F3B-6B99-42F8-A110-7167B4CF906C}"/>
              </a:ext>
            </a:extLst>
          </p:cNvPr>
          <p:cNvSpPr>
            <a:spLocks xmlns:a="http://schemas.openxmlformats.org/drawingml/2006/main" noGrp="1"/>
          </p:cNvSpPr>
          <p:nvPr/>
        </p:nvSpPr>
        <p:spPr>
          <a:xfrm xmlns:a="http://schemas.openxmlformats.org/drawingml/2006/main">
            <a:off x="1924050" y="2438400"/>
            <a:ext cx="10287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477E9A-4A6F-48F6-A472-AEC63E5B04F4}"/>
              </a:ext>
            </a:extLst>
          </p:cNvPr>
          <p:cNvSpPr>
            <a:spLocks xmlns:a="http://schemas.openxmlformats.org/drawingml/2006/main" noGrp="1"/>
          </p:cNvSpPr>
          <p:nvPr/>
        </p:nvSpPr>
        <p:spPr>
          <a:xfrm xmlns:a="http://schemas.openxmlformats.org/drawingml/2006/main">
            <a:off x="2857500" y="2381250"/>
            <a:ext cx="152400" cy="133350"/>
          </a:xfrm>
          <a:prstGeom xmlns:a="http://schemas.openxmlformats.org/drawingml/2006/main" prst="rightArrow">
            <a:avLst/>
          </a:prstGeom>
          <a:solidFill xmlns:a="http://schemas.openxmlformats.org/drawingml/2006/main">
            <a:srgbClr val="D8E4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6B08255-5330-4E39-8EF0-306A682B78A1}"/>
              </a:ext>
            </a:extLst>
          </p:cNvPr>
          <p:cNvSpPr>
            <a:spLocks xmlns:a="http://schemas.openxmlformats.org/drawingml/2006/main" noGrp="1"/>
          </p:cNvSpPr>
          <p:nvPr/>
        </p:nvSpPr>
        <p:spPr>
          <a:xfrm xmlns:a="http://schemas.openxmlformats.org/drawingml/2006/main">
            <a:off x="3429000" y="2143125"/>
            <a:ext cx="628650" cy="628650"/>
          </a:xfrm>
          <a:prstGeom xmlns:a="http://schemas.openxmlformats.org/drawingml/2006/main" prst="ellipse">
            <a:avLst/>
          </a:prstGeom>
          <a:solidFill xmlns:a="http://schemas.openxmlformats.org/drawingml/2006/main">
            <a:srgbClr val="087E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FAAE57C-FC6E-431D-AEAD-E5062D6CC33B}"/>
              </a:ext>
            </a:extLst>
          </p:cNvPr>
          <p:cNvSpPr>
            <a:spLocks xmlns:a="http://schemas.openxmlformats.org/drawingml/2006/main" noGrp="1"/>
          </p:cNvSpPr>
          <p:nvPr/>
        </p:nvSpPr>
        <p:spPr>
          <a:xfrm xmlns:a="http://schemas.openxmlformats.org/drawingml/2006/main">
            <a:off x="3429000" y="21431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AB6C9591-87FD-46EB-BD3D-6832F06BBAC7}"/>
              </a:ext>
            </a:extLst>
          </p:cNvPr>
          <p:cNvSpPr>
            <a:spLocks xmlns:a="http://schemas.openxmlformats.org/drawingml/2006/main" noGrp="1"/>
          </p:cNvSpPr>
          <p:nvPr/>
        </p:nvSpPr>
        <p:spPr>
          <a:xfrm xmlns:a="http://schemas.openxmlformats.org/drawingml/2006/main">
            <a:off x="2952750" y="307657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725" b="1">
                <a:solidFill>
                  <a:srgbClr val="16333A"/>
                </a:solidFill>
                <a:latin typeface="Arial"/>
                <a:ea typeface="Arial"/>
                <a:cs typeface="Arial"/>
              </a:defRPr>
            </a:defPPr>
            <a:lvl1pPr algn="ctr">
              <a:defRPr sz="1725" b="1">
                <a:solidFill>
                  <a:srgbClr val="16333A"/>
                </a:solidFill>
                <a:latin typeface="Arial"/>
                <a:ea typeface="Arial"/>
                <a:cs typeface="Arial"/>
              </a:defRPr>
            </a:lvl1pPr>
            <a:lvl2pPr algn="ctr">
              <a:defRPr sz="1725" b="1">
                <a:solidFill>
                  <a:srgbClr val="16333A"/>
                </a:solidFill>
                <a:latin typeface="Arial"/>
                <a:ea typeface="Arial"/>
                <a:cs typeface="Arial"/>
              </a:defRPr>
            </a:lvl2pPr>
            <a:lvl3pPr algn="ctr">
              <a:defRPr sz="1725" b="1">
                <a:solidFill>
                  <a:srgbClr val="16333A"/>
                </a:solidFill>
                <a:latin typeface="Arial"/>
                <a:ea typeface="Arial"/>
                <a:cs typeface="Arial"/>
              </a:defRPr>
            </a:lvl3pPr>
            <a:lvl4pPr algn="ctr">
              <a:defRPr sz="1725" b="1">
                <a:solidFill>
                  <a:srgbClr val="16333A"/>
                </a:solidFill>
                <a:latin typeface="Arial"/>
                <a:ea typeface="Arial"/>
                <a:cs typeface="Arial"/>
              </a:defRPr>
            </a:lvl4pPr>
            <a:lvl5pPr algn="ctr">
              <a:defRPr sz="1725" b="1">
                <a:solidFill>
                  <a:srgbClr val="16333A"/>
                </a:solidFill>
                <a:latin typeface="Arial"/>
                <a:ea typeface="Arial"/>
                <a:cs typeface="Arial"/>
              </a:defRPr>
            </a:lvl5pPr>
            <a:lvl6pPr algn="ctr">
              <a:defRPr sz="1725" b="1">
                <a:solidFill>
                  <a:srgbClr val="16333A"/>
                </a:solidFill>
                <a:latin typeface="Arial"/>
                <a:ea typeface="Arial"/>
                <a:cs typeface="Arial"/>
              </a:defRPr>
            </a:lvl6pPr>
            <a:lvl7pPr algn="ctr">
              <a:defRPr sz="1725" b="1">
                <a:solidFill>
                  <a:srgbClr val="16333A"/>
                </a:solidFill>
                <a:latin typeface="Arial"/>
                <a:ea typeface="Arial"/>
                <a:cs typeface="Arial"/>
              </a:defRPr>
            </a:lvl7pPr>
            <a:lvl8pPr algn="ctr">
              <a:defRPr sz="1725" b="1">
                <a:solidFill>
                  <a:srgbClr val="16333A"/>
                </a:solidFill>
                <a:latin typeface="Arial"/>
                <a:ea typeface="Arial"/>
                <a:cs typeface="Arial"/>
              </a:defRPr>
            </a:lvl8pPr>
            <a:lvl9pPr algn="ctr">
              <a:defRPr sz="1725" b="1">
                <a:solidFill>
                  <a:srgbClr val="16333A"/>
                </a:solidFill>
                <a:latin typeface="Arial"/>
                <a:ea typeface="Arial"/>
                <a:cs typeface="Arial"/>
              </a:defRPr>
            </a:lvl9pPr>
          </a:lstStyle>
          <a:p xmlns:a="http://schemas.openxmlformats.org/drawingml/2006/main">
            <a:pPr algn="ctr">
              <a:defRPr sz="1725" b="1">
                <a:solidFill>
                  <a:srgbClr val="16333A"/>
                </a:solidFill>
                <a:latin typeface="Arial"/>
                <a:ea typeface="Arial"/>
                <a:cs typeface="Arial"/>
              </a:defRPr>
            </a:pPr>
            <a:r>
              <a:rPr sz="1725" b="1">
                <a:solidFill>
                  <a:srgbClr val="16333A"/>
                </a:solidFill>
                <a:latin typeface="Arial"/>
                <a:ea typeface="Arial"/>
                <a:cs typeface="Arial"/>
              </a:rPr>
              <a:t>QC</a:t>
            </a:r>
          </a:p>
        </p:txBody>
      </p:sp>
      <p:sp>
        <p:nvSpPr>
          <p:cNvPr id="16" name="">
            <a:extLst xmlns:a="http://schemas.openxmlformats.org/drawingml/2006/main">
              <a:ext uri="{FF2B5EF4-FFF2-40B4-BE49-F238E27FC236}">
                <a16:creationId xmlns:a16="http://schemas.microsoft.com/office/drawing/2014/main" id="{3CCBA9DC-6BD6-4B76-A8D7-5EF4C1024858}"/>
              </a:ext>
            </a:extLst>
          </p:cNvPr>
          <p:cNvSpPr>
            <a:spLocks xmlns:a="http://schemas.openxmlformats.org/drawingml/2006/main" noGrp="1"/>
          </p:cNvSpPr>
          <p:nvPr/>
        </p:nvSpPr>
        <p:spPr>
          <a:xfrm xmlns:a="http://schemas.openxmlformats.org/drawingml/2006/main">
            <a:off x="2857500" y="3514725"/>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275" b="0">
                <a:solidFill>
                  <a:srgbClr val="5D7273"/>
                </a:solidFill>
                <a:latin typeface="Arial"/>
                <a:ea typeface="Arial"/>
                <a:cs typeface="Arial"/>
              </a:defRPr>
            </a:defPPr>
            <a:lvl1pPr algn="ctr">
              <a:defRPr sz="1275" b="0">
                <a:solidFill>
                  <a:srgbClr val="5D7273"/>
                </a:solidFill>
                <a:latin typeface="Arial"/>
                <a:ea typeface="Arial"/>
                <a:cs typeface="Arial"/>
              </a:defRPr>
            </a:lvl1pPr>
            <a:lvl2pPr algn="ctr">
              <a:defRPr sz="1275" b="0">
                <a:solidFill>
                  <a:srgbClr val="5D7273"/>
                </a:solidFill>
                <a:latin typeface="Arial"/>
                <a:ea typeface="Arial"/>
                <a:cs typeface="Arial"/>
              </a:defRPr>
            </a:lvl2pPr>
            <a:lvl3pPr algn="ctr">
              <a:defRPr sz="1275" b="0">
                <a:solidFill>
                  <a:srgbClr val="5D7273"/>
                </a:solidFill>
                <a:latin typeface="Arial"/>
                <a:ea typeface="Arial"/>
                <a:cs typeface="Arial"/>
              </a:defRPr>
            </a:lvl3pPr>
            <a:lvl4pPr algn="ctr">
              <a:defRPr sz="1275" b="0">
                <a:solidFill>
                  <a:srgbClr val="5D7273"/>
                </a:solidFill>
                <a:latin typeface="Arial"/>
                <a:ea typeface="Arial"/>
                <a:cs typeface="Arial"/>
              </a:defRPr>
            </a:lvl4pPr>
            <a:lvl5pPr algn="ctr">
              <a:defRPr sz="1275" b="0">
                <a:solidFill>
                  <a:srgbClr val="5D7273"/>
                </a:solidFill>
                <a:latin typeface="Arial"/>
                <a:ea typeface="Arial"/>
                <a:cs typeface="Arial"/>
              </a:defRPr>
            </a:lvl5pPr>
            <a:lvl6pPr algn="ctr">
              <a:defRPr sz="1275" b="0">
                <a:solidFill>
                  <a:srgbClr val="5D7273"/>
                </a:solidFill>
                <a:latin typeface="Arial"/>
                <a:ea typeface="Arial"/>
                <a:cs typeface="Arial"/>
              </a:defRPr>
            </a:lvl6pPr>
            <a:lvl7pPr algn="ctr">
              <a:defRPr sz="1275" b="0">
                <a:solidFill>
                  <a:srgbClr val="5D7273"/>
                </a:solidFill>
                <a:latin typeface="Arial"/>
                <a:ea typeface="Arial"/>
                <a:cs typeface="Arial"/>
              </a:defRPr>
            </a:lvl7pPr>
            <a:lvl8pPr algn="ctr">
              <a:defRPr sz="1275" b="0">
                <a:solidFill>
                  <a:srgbClr val="5D7273"/>
                </a:solidFill>
                <a:latin typeface="Arial"/>
                <a:ea typeface="Arial"/>
                <a:cs typeface="Arial"/>
              </a:defRPr>
            </a:lvl8pPr>
            <a:lvl9pPr algn="ctr">
              <a:defRPr sz="1275" b="0">
                <a:solidFill>
                  <a:srgbClr val="5D7273"/>
                </a:solidFill>
                <a:latin typeface="Arial"/>
                <a:ea typeface="Arial"/>
                <a:cs typeface="Arial"/>
              </a:defRPr>
            </a:lvl9pPr>
          </a:lstStyle>
          <a:p xmlns:a="http://schemas.openxmlformats.org/drawingml/2006/main">
            <a:pPr algn="ctr">
              <a:defRPr sz="1275" b="0">
                <a:solidFill>
                  <a:srgbClr val="5D7273"/>
                </a:solidFill>
                <a:latin typeface="Arial"/>
                <a:ea typeface="Arial"/>
                <a:cs typeface="Arial"/>
              </a:defRPr>
            </a:pPr>
            <a:r>
              <a:rPr sz="1275" b="0">
                <a:solidFill>
                  <a:srgbClr val="5D7273"/>
                </a:solidFill>
                <a:latin typeface="Arial"/>
                <a:ea typeface="Arial"/>
                <a:cs typeface="Arial"/>
              </a:rPr>
              <a:t>Sampel &amp; SNP</a:t>
            </a:r>
          </a:p>
        </p:txBody>
      </p:sp>
      <p:sp>
        <p:nvSpPr>
          <p:cNvPr id="17" name="">
            <a:extLst xmlns:a="http://schemas.openxmlformats.org/drawingml/2006/main">
              <a:ext uri="{FF2B5EF4-FFF2-40B4-BE49-F238E27FC236}">
                <a16:creationId xmlns:a16="http://schemas.microsoft.com/office/drawing/2014/main" id="{54919B39-378A-4A75-94DE-13338E42974D}"/>
              </a:ext>
            </a:extLst>
          </p:cNvPr>
          <p:cNvSpPr>
            <a:spLocks xmlns:a="http://schemas.openxmlformats.org/drawingml/2006/main" noGrp="1"/>
          </p:cNvSpPr>
          <p:nvPr/>
        </p:nvSpPr>
        <p:spPr>
          <a:xfrm xmlns:a="http://schemas.openxmlformats.org/drawingml/2006/main">
            <a:off x="4114800" y="2438400"/>
            <a:ext cx="10287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E47FAF4-C52E-47DF-8E52-85CB0E31DA21}"/>
              </a:ext>
            </a:extLst>
          </p:cNvPr>
          <p:cNvSpPr>
            <a:spLocks xmlns:a="http://schemas.openxmlformats.org/drawingml/2006/main" noGrp="1"/>
          </p:cNvSpPr>
          <p:nvPr/>
        </p:nvSpPr>
        <p:spPr>
          <a:xfrm xmlns:a="http://schemas.openxmlformats.org/drawingml/2006/main">
            <a:off x="5048250" y="2381250"/>
            <a:ext cx="152400" cy="133350"/>
          </a:xfrm>
          <a:prstGeom xmlns:a="http://schemas.openxmlformats.org/drawingml/2006/main" prst="rightArrow">
            <a:avLst/>
          </a:prstGeom>
          <a:solidFill xmlns:a="http://schemas.openxmlformats.org/drawingml/2006/main">
            <a:srgbClr val="D8E4D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D10E278-2DD8-496A-ADCC-B64A2BF0A9E8}"/>
              </a:ext>
            </a:extLst>
          </p:cNvPr>
          <p:cNvSpPr>
            <a:spLocks xmlns:a="http://schemas.openxmlformats.org/drawingml/2006/main" noGrp="1"/>
          </p:cNvSpPr>
          <p:nvPr/>
        </p:nvSpPr>
        <p:spPr>
          <a:xfrm xmlns:a="http://schemas.openxmlformats.org/drawingml/2006/main">
            <a:off x="5619750" y="2143125"/>
            <a:ext cx="628650" cy="628650"/>
          </a:xfrm>
          <a:prstGeom xmlns:a="http://schemas.openxmlformats.org/drawingml/2006/main" prst="ellipse">
            <a:avLst/>
          </a:prstGeom>
          <a:solidFill xmlns:a="http://schemas.openxmlformats.org/drawingml/2006/main">
            <a:srgbClr val="C38E3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AFA9768-5AC9-42E9-B78E-F1D96012EB69}"/>
              </a:ext>
            </a:extLst>
          </p:cNvPr>
          <p:cNvSpPr>
            <a:spLocks xmlns:a="http://schemas.openxmlformats.org/drawingml/2006/main" noGrp="1"/>
          </p:cNvSpPr>
          <p:nvPr/>
        </p:nvSpPr>
        <p:spPr>
          <a:xfrm xmlns:a="http://schemas.openxmlformats.org/drawingml/2006/main">
            <a:off x="5619750" y="21431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6631F269-4544-44E6-9F3E-E5A80A574A50}"/>
              </a:ext>
            </a:extLst>
          </p:cNvPr>
          <p:cNvSpPr>
            <a:spLocks xmlns:a="http://schemas.openxmlformats.org/drawingml/2006/main" noGrp="1"/>
          </p:cNvSpPr>
          <p:nvPr/>
        </p:nvSpPr>
        <p:spPr>
          <a:xfrm xmlns:a="http://schemas.openxmlformats.org/drawingml/2006/main">
            <a:off x="5143500" y="307657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725" b="1">
                <a:solidFill>
                  <a:srgbClr val="16333A"/>
                </a:solidFill>
                <a:latin typeface="Arial"/>
                <a:ea typeface="Arial"/>
                <a:cs typeface="Arial"/>
              </a:defRPr>
            </a:defPPr>
            <a:lvl1pPr algn="ctr">
              <a:defRPr sz="1725" b="1">
                <a:solidFill>
                  <a:srgbClr val="16333A"/>
                </a:solidFill>
                <a:latin typeface="Arial"/>
                <a:ea typeface="Arial"/>
                <a:cs typeface="Arial"/>
              </a:defRPr>
            </a:lvl1pPr>
            <a:lvl2pPr algn="ctr">
              <a:defRPr sz="1725" b="1">
                <a:solidFill>
                  <a:srgbClr val="16333A"/>
                </a:solidFill>
                <a:latin typeface="Arial"/>
                <a:ea typeface="Arial"/>
                <a:cs typeface="Arial"/>
              </a:defRPr>
            </a:lvl2pPr>
            <a:lvl3pPr algn="ctr">
              <a:defRPr sz="1725" b="1">
                <a:solidFill>
                  <a:srgbClr val="16333A"/>
                </a:solidFill>
                <a:latin typeface="Arial"/>
                <a:ea typeface="Arial"/>
                <a:cs typeface="Arial"/>
              </a:defRPr>
            </a:lvl3pPr>
            <a:lvl4pPr algn="ctr">
              <a:defRPr sz="1725" b="1">
                <a:solidFill>
                  <a:srgbClr val="16333A"/>
                </a:solidFill>
                <a:latin typeface="Arial"/>
                <a:ea typeface="Arial"/>
                <a:cs typeface="Arial"/>
              </a:defRPr>
            </a:lvl4pPr>
            <a:lvl5pPr algn="ctr">
              <a:defRPr sz="1725" b="1">
                <a:solidFill>
                  <a:srgbClr val="16333A"/>
                </a:solidFill>
                <a:latin typeface="Arial"/>
                <a:ea typeface="Arial"/>
                <a:cs typeface="Arial"/>
              </a:defRPr>
            </a:lvl5pPr>
            <a:lvl6pPr algn="ctr">
              <a:defRPr sz="1725" b="1">
                <a:solidFill>
                  <a:srgbClr val="16333A"/>
                </a:solidFill>
                <a:latin typeface="Arial"/>
                <a:ea typeface="Arial"/>
                <a:cs typeface="Arial"/>
              </a:defRPr>
            </a:lvl6pPr>
            <a:lvl7pPr algn="ctr">
              <a:defRPr sz="1725" b="1">
                <a:solidFill>
                  <a:srgbClr val="16333A"/>
                </a:solidFill>
                <a:latin typeface="Arial"/>
                <a:ea typeface="Arial"/>
                <a:cs typeface="Arial"/>
              </a:defRPr>
            </a:lvl7pPr>
            <a:lvl8pPr algn="ctr">
              <a:defRPr sz="1725" b="1">
                <a:solidFill>
                  <a:srgbClr val="16333A"/>
                </a:solidFill>
                <a:latin typeface="Arial"/>
                <a:ea typeface="Arial"/>
                <a:cs typeface="Arial"/>
              </a:defRPr>
            </a:lvl8pPr>
            <a:lvl9pPr algn="ctr">
              <a:defRPr sz="1725" b="1">
                <a:solidFill>
                  <a:srgbClr val="16333A"/>
                </a:solidFill>
                <a:latin typeface="Arial"/>
                <a:ea typeface="Arial"/>
                <a:cs typeface="Arial"/>
              </a:defRPr>
            </a:lvl9pPr>
          </a:lstStyle>
          <a:p xmlns:a="http://schemas.openxmlformats.org/drawingml/2006/main">
            <a:pPr algn="ctr">
              <a:defRPr sz="1725" b="1">
                <a:solidFill>
                  <a:srgbClr val="16333A"/>
                </a:solidFill>
                <a:latin typeface="Arial"/>
                <a:ea typeface="Arial"/>
                <a:cs typeface="Arial"/>
              </a:defRPr>
            </a:pPr>
            <a:r>
              <a:rPr sz="1725" b="1">
                <a:solidFill>
                  <a:srgbClr val="16333A"/>
                </a:solidFill>
                <a:latin typeface="Arial"/>
                <a:ea typeface="Arial"/>
                <a:cs typeface="Arial"/>
              </a:rPr>
              <a:t>Pilih marker</a:t>
            </a:r>
          </a:p>
        </p:txBody>
      </p:sp>
      <p:sp>
        <p:nvSpPr>
          <p:cNvPr id="22" name="">
            <a:extLst xmlns:a="http://schemas.openxmlformats.org/drawingml/2006/main">
              <a:ext uri="{FF2B5EF4-FFF2-40B4-BE49-F238E27FC236}">
                <a16:creationId xmlns:a16="http://schemas.microsoft.com/office/drawing/2014/main" id="{E0FA9BF1-E203-43F3-8E0D-CCF116F46F07}"/>
              </a:ext>
            </a:extLst>
          </p:cNvPr>
          <p:cNvSpPr>
            <a:spLocks xmlns:a="http://schemas.openxmlformats.org/drawingml/2006/main" noGrp="1"/>
          </p:cNvSpPr>
          <p:nvPr/>
        </p:nvSpPr>
        <p:spPr>
          <a:xfrm xmlns:a="http://schemas.openxmlformats.org/drawingml/2006/main">
            <a:off x="5048250" y="3514725"/>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275" b="0">
                <a:solidFill>
                  <a:srgbClr val="5D7273"/>
                </a:solidFill>
                <a:latin typeface="Arial"/>
                <a:ea typeface="Arial"/>
                <a:cs typeface="Arial"/>
              </a:defRPr>
            </a:defPPr>
            <a:lvl1pPr algn="ctr">
              <a:defRPr sz="1275" b="0">
                <a:solidFill>
                  <a:srgbClr val="5D7273"/>
                </a:solidFill>
                <a:latin typeface="Arial"/>
                <a:ea typeface="Arial"/>
                <a:cs typeface="Arial"/>
              </a:defRPr>
            </a:lvl1pPr>
            <a:lvl2pPr algn="ctr">
              <a:defRPr sz="1275" b="0">
                <a:solidFill>
                  <a:srgbClr val="5D7273"/>
                </a:solidFill>
                <a:latin typeface="Arial"/>
                <a:ea typeface="Arial"/>
                <a:cs typeface="Arial"/>
              </a:defRPr>
            </a:lvl2pPr>
            <a:lvl3pPr algn="ctr">
              <a:defRPr sz="1275" b="0">
                <a:solidFill>
                  <a:srgbClr val="5D7273"/>
                </a:solidFill>
                <a:latin typeface="Arial"/>
                <a:ea typeface="Arial"/>
                <a:cs typeface="Arial"/>
              </a:defRPr>
            </a:lvl3pPr>
            <a:lvl4pPr algn="ctr">
              <a:defRPr sz="1275" b="0">
                <a:solidFill>
                  <a:srgbClr val="5D7273"/>
                </a:solidFill>
                <a:latin typeface="Arial"/>
                <a:ea typeface="Arial"/>
                <a:cs typeface="Arial"/>
              </a:defRPr>
            </a:lvl4pPr>
            <a:lvl5pPr algn="ctr">
              <a:defRPr sz="1275" b="0">
                <a:solidFill>
                  <a:srgbClr val="5D7273"/>
                </a:solidFill>
                <a:latin typeface="Arial"/>
                <a:ea typeface="Arial"/>
                <a:cs typeface="Arial"/>
              </a:defRPr>
            </a:lvl5pPr>
            <a:lvl6pPr algn="ctr">
              <a:defRPr sz="1275" b="0">
                <a:solidFill>
                  <a:srgbClr val="5D7273"/>
                </a:solidFill>
                <a:latin typeface="Arial"/>
                <a:ea typeface="Arial"/>
                <a:cs typeface="Arial"/>
              </a:defRPr>
            </a:lvl6pPr>
            <a:lvl7pPr algn="ctr">
              <a:defRPr sz="1275" b="0">
                <a:solidFill>
                  <a:srgbClr val="5D7273"/>
                </a:solidFill>
                <a:latin typeface="Arial"/>
                <a:ea typeface="Arial"/>
                <a:cs typeface="Arial"/>
              </a:defRPr>
            </a:lvl7pPr>
            <a:lvl8pPr algn="ctr">
              <a:defRPr sz="1275" b="0">
                <a:solidFill>
                  <a:srgbClr val="5D7273"/>
                </a:solidFill>
                <a:latin typeface="Arial"/>
                <a:ea typeface="Arial"/>
                <a:cs typeface="Arial"/>
              </a:defRPr>
            </a:lvl8pPr>
            <a:lvl9pPr algn="ctr">
              <a:defRPr sz="1275" b="0">
                <a:solidFill>
                  <a:srgbClr val="5D7273"/>
                </a:solidFill>
                <a:latin typeface="Arial"/>
                <a:ea typeface="Arial"/>
                <a:cs typeface="Arial"/>
              </a:defRPr>
            </a:lvl9pPr>
          </a:lstStyle>
          <a:p xmlns:a="http://schemas.openxmlformats.org/drawingml/2006/main">
            <a:pPr algn="ctr">
              <a:defRPr sz="1275" b="0">
                <a:solidFill>
                  <a:srgbClr val="5D7273"/>
                </a:solidFill>
                <a:latin typeface="Arial"/>
                <a:ea typeface="Arial"/>
                <a:cs typeface="Arial"/>
              </a:defRPr>
            </a:pPr>
            <a:r>
              <a:rPr sz="1275" b="0">
                <a:solidFill>
                  <a:srgbClr val="5D7273"/>
                </a:solidFill>
                <a:latin typeface="Arial"/>
                <a:ea typeface="Arial"/>
                <a:cs typeface="Arial"/>
              </a:rPr>
              <a:t>Δ frekuensi alel</a:t>
            </a:r>
          </a:p>
        </p:txBody>
      </p:sp>
      <p:sp>
        <p:nvSpPr>
          <p:cNvPr id="23" name="">
            <a:extLst xmlns:a="http://schemas.openxmlformats.org/drawingml/2006/main">
              <a:ext uri="{FF2B5EF4-FFF2-40B4-BE49-F238E27FC236}">
                <a16:creationId xmlns:a16="http://schemas.microsoft.com/office/drawing/2014/main" id="{6F2351DF-04E9-4C84-AC58-9F7BAAB9F2D5}"/>
              </a:ext>
            </a:extLst>
          </p:cNvPr>
          <p:cNvSpPr>
            <a:spLocks xmlns:a="http://schemas.openxmlformats.org/drawingml/2006/main" noGrp="1"/>
          </p:cNvSpPr>
          <p:nvPr/>
        </p:nvSpPr>
        <p:spPr>
          <a:xfrm xmlns:a="http://schemas.openxmlformats.org/drawingml/2006/main">
            <a:off x="6305550" y="2438400"/>
            <a:ext cx="10287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909B269-1FB6-4822-9798-88183F328298}"/>
              </a:ext>
            </a:extLst>
          </p:cNvPr>
          <p:cNvSpPr>
            <a:spLocks xmlns:a="http://schemas.openxmlformats.org/drawingml/2006/main" noGrp="1"/>
          </p:cNvSpPr>
          <p:nvPr/>
        </p:nvSpPr>
        <p:spPr>
          <a:xfrm xmlns:a="http://schemas.openxmlformats.org/drawingml/2006/main">
            <a:off x="7239000" y="2381250"/>
            <a:ext cx="152400" cy="133350"/>
          </a:xfrm>
          <a:prstGeom xmlns:a="http://schemas.openxmlformats.org/drawingml/2006/main" prst="rightArrow">
            <a:avLst/>
          </a:prstGeom>
          <a:solidFill xmlns:a="http://schemas.openxmlformats.org/drawingml/2006/main">
            <a:srgbClr val="D8E4D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C7301FF-B24E-4A12-9ADF-7FC36364DE10}"/>
              </a:ext>
            </a:extLst>
          </p:cNvPr>
          <p:cNvSpPr>
            <a:spLocks xmlns:a="http://schemas.openxmlformats.org/drawingml/2006/main" noGrp="1"/>
          </p:cNvSpPr>
          <p:nvPr/>
        </p:nvSpPr>
        <p:spPr>
          <a:xfrm xmlns:a="http://schemas.openxmlformats.org/drawingml/2006/main">
            <a:off x="7810500" y="2143125"/>
            <a:ext cx="628650" cy="628650"/>
          </a:xfrm>
          <a:prstGeom xmlns:a="http://schemas.openxmlformats.org/drawingml/2006/main" prst="ellipse">
            <a:avLst/>
          </a:prstGeom>
          <a:solidFill xmlns:a="http://schemas.openxmlformats.org/drawingml/2006/main">
            <a:srgbClr val="087E7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62720E5-DE51-451A-A2DF-909E18E65865}"/>
              </a:ext>
            </a:extLst>
          </p:cNvPr>
          <p:cNvSpPr>
            <a:spLocks xmlns:a="http://schemas.openxmlformats.org/drawingml/2006/main" noGrp="1"/>
          </p:cNvSpPr>
          <p:nvPr/>
        </p:nvSpPr>
        <p:spPr>
          <a:xfrm xmlns:a="http://schemas.openxmlformats.org/drawingml/2006/main">
            <a:off x="7810500" y="21431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6FD6A827-BFE4-41E2-84F3-428AE4753613}"/>
              </a:ext>
            </a:extLst>
          </p:cNvPr>
          <p:cNvSpPr>
            <a:spLocks xmlns:a="http://schemas.openxmlformats.org/drawingml/2006/main" noGrp="1"/>
          </p:cNvSpPr>
          <p:nvPr/>
        </p:nvSpPr>
        <p:spPr>
          <a:xfrm xmlns:a="http://schemas.openxmlformats.org/drawingml/2006/main">
            <a:off x="7334250" y="307657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725" b="1">
                <a:solidFill>
                  <a:srgbClr val="16333A"/>
                </a:solidFill>
                <a:latin typeface="Arial"/>
                <a:ea typeface="Arial"/>
                <a:cs typeface="Arial"/>
              </a:defRPr>
            </a:defPPr>
            <a:lvl1pPr algn="ctr">
              <a:defRPr sz="1725" b="1">
                <a:solidFill>
                  <a:srgbClr val="16333A"/>
                </a:solidFill>
                <a:latin typeface="Arial"/>
                <a:ea typeface="Arial"/>
                <a:cs typeface="Arial"/>
              </a:defRPr>
            </a:lvl1pPr>
            <a:lvl2pPr algn="ctr">
              <a:defRPr sz="1725" b="1">
                <a:solidFill>
                  <a:srgbClr val="16333A"/>
                </a:solidFill>
                <a:latin typeface="Arial"/>
                <a:ea typeface="Arial"/>
                <a:cs typeface="Arial"/>
              </a:defRPr>
            </a:lvl2pPr>
            <a:lvl3pPr algn="ctr">
              <a:defRPr sz="1725" b="1">
                <a:solidFill>
                  <a:srgbClr val="16333A"/>
                </a:solidFill>
                <a:latin typeface="Arial"/>
                <a:ea typeface="Arial"/>
                <a:cs typeface="Arial"/>
              </a:defRPr>
            </a:lvl3pPr>
            <a:lvl4pPr algn="ctr">
              <a:defRPr sz="1725" b="1">
                <a:solidFill>
                  <a:srgbClr val="16333A"/>
                </a:solidFill>
                <a:latin typeface="Arial"/>
                <a:ea typeface="Arial"/>
                <a:cs typeface="Arial"/>
              </a:defRPr>
            </a:lvl4pPr>
            <a:lvl5pPr algn="ctr">
              <a:defRPr sz="1725" b="1">
                <a:solidFill>
                  <a:srgbClr val="16333A"/>
                </a:solidFill>
                <a:latin typeface="Arial"/>
                <a:ea typeface="Arial"/>
                <a:cs typeface="Arial"/>
              </a:defRPr>
            </a:lvl5pPr>
            <a:lvl6pPr algn="ctr">
              <a:defRPr sz="1725" b="1">
                <a:solidFill>
                  <a:srgbClr val="16333A"/>
                </a:solidFill>
                <a:latin typeface="Arial"/>
                <a:ea typeface="Arial"/>
                <a:cs typeface="Arial"/>
              </a:defRPr>
            </a:lvl6pPr>
            <a:lvl7pPr algn="ctr">
              <a:defRPr sz="1725" b="1">
                <a:solidFill>
                  <a:srgbClr val="16333A"/>
                </a:solidFill>
                <a:latin typeface="Arial"/>
                <a:ea typeface="Arial"/>
                <a:cs typeface="Arial"/>
              </a:defRPr>
            </a:lvl7pPr>
            <a:lvl8pPr algn="ctr">
              <a:defRPr sz="1725" b="1">
                <a:solidFill>
                  <a:srgbClr val="16333A"/>
                </a:solidFill>
                <a:latin typeface="Arial"/>
                <a:ea typeface="Arial"/>
                <a:cs typeface="Arial"/>
              </a:defRPr>
            </a:lvl8pPr>
            <a:lvl9pPr algn="ctr">
              <a:defRPr sz="1725" b="1">
                <a:solidFill>
                  <a:srgbClr val="16333A"/>
                </a:solidFill>
                <a:latin typeface="Arial"/>
                <a:ea typeface="Arial"/>
                <a:cs typeface="Arial"/>
              </a:defRPr>
            </a:lvl9pPr>
          </a:lstStyle>
          <a:p xmlns:a="http://schemas.openxmlformats.org/drawingml/2006/main">
            <a:pPr algn="ctr">
              <a:defRPr sz="1725" b="1">
                <a:solidFill>
                  <a:srgbClr val="16333A"/>
                </a:solidFill>
                <a:latin typeface="Arial"/>
                <a:ea typeface="Arial"/>
                <a:cs typeface="Arial"/>
              </a:defRPr>
            </a:pPr>
            <a:r>
              <a:rPr sz="1725" b="1">
                <a:solidFill>
                  <a:srgbClr val="16333A"/>
                </a:solidFill>
                <a:latin typeface="Arial"/>
                <a:ea typeface="Arial"/>
                <a:cs typeface="Arial"/>
              </a:rPr>
              <a:t>Uji setara</a:t>
            </a:r>
          </a:p>
        </p:txBody>
      </p:sp>
      <p:sp>
        <p:nvSpPr>
          <p:cNvPr id="28" name="">
            <a:extLst xmlns:a="http://schemas.openxmlformats.org/drawingml/2006/main">
              <a:ext uri="{FF2B5EF4-FFF2-40B4-BE49-F238E27FC236}">
                <a16:creationId xmlns:a16="http://schemas.microsoft.com/office/drawing/2014/main" id="{78EFD83E-6739-4E2C-A746-993DB46239C7}"/>
              </a:ext>
            </a:extLst>
          </p:cNvPr>
          <p:cNvSpPr>
            <a:spLocks xmlns:a="http://schemas.openxmlformats.org/drawingml/2006/main" noGrp="1"/>
          </p:cNvSpPr>
          <p:nvPr/>
        </p:nvSpPr>
        <p:spPr>
          <a:xfrm xmlns:a="http://schemas.openxmlformats.org/drawingml/2006/main">
            <a:off x="7239000" y="3514725"/>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275" b="0">
                <a:solidFill>
                  <a:srgbClr val="5D7273"/>
                </a:solidFill>
                <a:latin typeface="Arial"/>
                <a:ea typeface="Arial"/>
                <a:cs typeface="Arial"/>
              </a:defRPr>
            </a:defPPr>
            <a:lvl1pPr algn="ctr">
              <a:defRPr sz="1275" b="0">
                <a:solidFill>
                  <a:srgbClr val="5D7273"/>
                </a:solidFill>
                <a:latin typeface="Arial"/>
                <a:ea typeface="Arial"/>
                <a:cs typeface="Arial"/>
              </a:defRPr>
            </a:lvl1pPr>
            <a:lvl2pPr algn="ctr">
              <a:defRPr sz="1275" b="0">
                <a:solidFill>
                  <a:srgbClr val="5D7273"/>
                </a:solidFill>
                <a:latin typeface="Arial"/>
                <a:ea typeface="Arial"/>
                <a:cs typeface="Arial"/>
              </a:defRPr>
            </a:lvl2pPr>
            <a:lvl3pPr algn="ctr">
              <a:defRPr sz="1275" b="0">
                <a:solidFill>
                  <a:srgbClr val="5D7273"/>
                </a:solidFill>
                <a:latin typeface="Arial"/>
                <a:ea typeface="Arial"/>
                <a:cs typeface="Arial"/>
              </a:defRPr>
            </a:lvl3pPr>
            <a:lvl4pPr algn="ctr">
              <a:defRPr sz="1275" b="0">
                <a:solidFill>
                  <a:srgbClr val="5D7273"/>
                </a:solidFill>
                <a:latin typeface="Arial"/>
                <a:ea typeface="Arial"/>
                <a:cs typeface="Arial"/>
              </a:defRPr>
            </a:lvl4pPr>
            <a:lvl5pPr algn="ctr">
              <a:defRPr sz="1275" b="0">
                <a:solidFill>
                  <a:srgbClr val="5D7273"/>
                </a:solidFill>
                <a:latin typeface="Arial"/>
                <a:ea typeface="Arial"/>
                <a:cs typeface="Arial"/>
              </a:defRPr>
            </a:lvl5pPr>
            <a:lvl6pPr algn="ctr">
              <a:defRPr sz="1275" b="0">
                <a:solidFill>
                  <a:srgbClr val="5D7273"/>
                </a:solidFill>
                <a:latin typeface="Arial"/>
                <a:ea typeface="Arial"/>
                <a:cs typeface="Arial"/>
              </a:defRPr>
            </a:lvl6pPr>
            <a:lvl7pPr algn="ctr">
              <a:defRPr sz="1275" b="0">
                <a:solidFill>
                  <a:srgbClr val="5D7273"/>
                </a:solidFill>
                <a:latin typeface="Arial"/>
                <a:ea typeface="Arial"/>
                <a:cs typeface="Arial"/>
              </a:defRPr>
            </a:lvl7pPr>
            <a:lvl8pPr algn="ctr">
              <a:defRPr sz="1275" b="0">
                <a:solidFill>
                  <a:srgbClr val="5D7273"/>
                </a:solidFill>
                <a:latin typeface="Arial"/>
                <a:ea typeface="Arial"/>
                <a:cs typeface="Arial"/>
              </a:defRPr>
            </a:lvl8pPr>
            <a:lvl9pPr algn="ctr">
              <a:defRPr sz="1275" b="0">
                <a:solidFill>
                  <a:srgbClr val="5D7273"/>
                </a:solidFill>
                <a:latin typeface="Arial"/>
                <a:ea typeface="Arial"/>
                <a:cs typeface="Arial"/>
              </a:defRPr>
            </a:lvl9pPr>
          </a:lstStyle>
          <a:p xmlns:a="http://schemas.openxmlformats.org/drawingml/2006/main">
            <a:pPr algn="ctr">
              <a:defRPr sz="1275" b="0">
                <a:solidFill>
                  <a:srgbClr val="5D7273"/>
                </a:solidFill>
                <a:latin typeface="Arial"/>
                <a:ea typeface="Arial"/>
                <a:cs typeface="Arial"/>
              </a:defRPr>
            </a:pPr>
            <a:r>
              <a:rPr sz="1275" b="0">
                <a:solidFill>
                  <a:srgbClr val="5D7273"/>
                </a:solidFill>
                <a:latin typeface="Arial"/>
                <a:ea typeface="Arial"/>
                <a:cs typeface="Arial"/>
              </a:rPr>
              <a:t>Fold + baseline</a:t>
            </a:r>
          </a:p>
        </p:txBody>
      </p:sp>
      <p:sp>
        <p:nvSpPr>
          <p:cNvPr id="29" name="">
            <a:extLst xmlns:a="http://schemas.openxmlformats.org/drawingml/2006/main">
              <a:ext uri="{FF2B5EF4-FFF2-40B4-BE49-F238E27FC236}">
                <a16:creationId xmlns:a16="http://schemas.microsoft.com/office/drawing/2014/main" id="{C5176F3B-5902-49A7-B790-BDA6E488F36A}"/>
              </a:ext>
            </a:extLst>
          </p:cNvPr>
          <p:cNvSpPr>
            <a:spLocks xmlns:a="http://schemas.openxmlformats.org/drawingml/2006/main" noGrp="1"/>
          </p:cNvSpPr>
          <p:nvPr/>
        </p:nvSpPr>
        <p:spPr>
          <a:xfrm xmlns:a="http://schemas.openxmlformats.org/drawingml/2006/main">
            <a:off x="8496300" y="2438400"/>
            <a:ext cx="10287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05FB696-AC08-4132-8D43-F22619BE4225}"/>
              </a:ext>
            </a:extLst>
          </p:cNvPr>
          <p:cNvSpPr>
            <a:spLocks xmlns:a="http://schemas.openxmlformats.org/drawingml/2006/main" noGrp="1"/>
          </p:cNvSpPr>
          <p:nvPr/>
        </p:nvSpPr>
        <p:spPr>
          <a:xfrm xmlns:a="http://schemas.openxmlformats.org/drawingml/2006/main">
            <a:off x="9429750" y="2381250"/>
            <a:ext cx="152400" cy="133350"/>
          </a:xfrm>
          <a:prstGeom xmlns:a="http://schemas.openxmlformats.org/drawingml/2006/main" prst="rightArrow">
            <a:avLst/>
          </a:prstGeom>
          <a:solidFill xmlns:a="http://schemas.openxmlformats.org/drawingml/2006/main">
            <a:srgbClr val="D8E4D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29608CF-25E0-48D5-8E53-D6B556255433}"/>
              </a:ext>
            </a:extLst>
          </p:cNvPr>
          <p:cNvSpPr>
            <a:spLocks xmlns:a="http://schemas.openxmlformats.org/drawingml/2006/main" noGrp="1"/>
          </p:cNvSpPr>
          <p:nvPr/>
        </p:nvSpPr>
        <p:spPr>
          <a:xfrm xmlns:a="http://schemas.openxmlformats.org/drawingml/2006/main">
            <a:off x="10001250" y="2143125"/>
            <a:ext cx="628650" cy="628650"/>
          </a:xfrm>
          <a:prstGeom xmlns:a="http://schemas.openxmlformats.org/drawingml/2006/main" prst="ellipse">
            <a:avLst/>
          </a:prstGeom>
          <a:solidFill xmlns:a="http://schemas.openxmlformats.org/drawingml/2006/main">
            <a:srgbClr val="087E7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67EE159-56EA-4D37-BB85-0EE79FE80992}"/>
              </a:ext>
            </a:extLst>
          </p:cNvPr>
          <p:cNvSpPr>
            <a:spLocks xmlns:a="http://schemas.openxmlformats.org/drawingml/2006/main" noGrp="1"/>
          </p:cNvSpPr>
          <p:nvPr/>
        </p:nvSpPr>
        <p:spPr>
          <a:xfrm xmlns:a="http://schemas.openxmlformats.org/drawingml/2006/main">
            <a:off x="10001250" y="21431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5</a:t>
            </a:r>
          </a:p>
        </p:txBody>
      </p:sp>
      <p:sp>
        <p:nvSpPr>
          <p:cNvPr id="33" name="">
            <a:extLst xmlns:a="http://schemas.openxmlformats.org/drawingml/2006/main">
              <a:ext uri="{FF2B5EF4-FFF2-40B4-BE49-F238E27FC236}">
                <a16:creationId xmlns:a16="http://schemas.microsoft.com/office/drawing/2014/main" id="{FB211E33-5805-4440-A582-0E09D6DC6549}"/>
              </a:ext>
            </a:extLst>
          </p:cNvPr>
          <p:cNvSpPr>
            <a:spLocks xmlns:a="http://schemas.openxmlformats.org/drawingml/2006/main" noGrp="1"/>
          </p:cNvSpPr>
          <p:nvPr/>
        </p:nvSpPr>
        <p:spPr>
          <a:xfrm xmlns:a="http://schemas.openxmlformats.org/drawingml/2006/main">
            <a:off x="9525000" y="3076575"/>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725" b="1">
                <a:solidFill>
                  <a:srgbClr val="16333A"/>
                </a:solidFill>
                <a:latin typeface="Arial"/>
                <a:ea typeface="Arial"/>
                <a:cs typeface="Arial"/>
              </a:defRPr>
            </a:defPPr>
            <a:lvl1pPr algn="ctr">
              <a:defRPr sz="1725" b="1">
                <a:solidFill>
                  <a:srgbClr val="16333A"/>
                </a:solidFill>
                <a:latin typeface="Arial"/>
                <a:ea typeface="Arial"/>
                <a:cs typeface="Arial"/>
              </a:defRPr>
            </a:lvl1pPr>
            <a:lvl2pPr algn="ctr">
              <a:defRPr sz="1725" b="1">
                <a:solidFill>
                  <a:srgbClr val="16333A"/>
                </a:solidFill>
                <a:latin typeface="Arial"/>
                <a:ea typeface="Arial"/>
                <a:cs typeface="Arial"/>
              </a:defRPr>
            </a:lvl2pPr>
            <a:lvl3pPr algn="ctr">
              <a:defRPr sz="1725" b="1">
                <a:solidFill>
                  <a:srgbClr val="16333A"/>
                </a:solidFill>
                <a:latin typeface="Arial"/>
                <a:ea typeface="Arial"/>
                <a:cs typeface="Arial"/>
              </a:defRPr>
            </a:lvl3pPr>
            <a:lvl4pPr algn="ctr">
              <a:defRPr sz="1725" b="1">
                <a:solidFill>
                  <a:srgbClr val="16333A"/>
                </a:solidFill>
                <a:latin typeface="Arial"/>
                <a:ea typeface="Arial"/>
                <a:cs typeface="Arial"/>
              </a:defRPr>
            </a:lvl4pPr>
            <a:lvl5pPr algn="ctr">
              <a:defRPr sz="1725" b="1">
                <a:solidFill>
                  <a:srgbClr val="16333A"/>
                </a:solidFill>
                <a:latin typeface="Arial"/>
                <a:ea typeface="Arial"/>
                <a:cs typeface="Arial"/>
              </a:defRPr>
            </a:lvl5pPr>
            <a:lvl6pPr algn="ctr">
              <a:defRPr sz="1725" b="1">
                <a:solidFill>
                  <a:srgbClr val="16333A"/>
                </a:solidFill>
                <a:latin typeface="Arial"/>
                <a:ea typeface="Arial"/>
                <a:cs typeface="Arial"/>
              </a:defRPr>
            </a:lvl6pPr>
            <a:lvl7pPr algn="ctr">
              <a:defRPr sz="1725" b="1">
                <a:solidFill>
                  <a:srgbClr val="16333A"/>
                </a:solidFill>
                <a:latin typeface="Arial"/>
                <a:ea typeface="Arial"/>
                <a:cs typeface="Arial"/>
              </a:defRPr>
            </a:lvl7pPr>
            <a:lvl8pPr algn="ctr">
              <a:defRPr sz="1725" b="1">
                <a:solidFill>
                  <a:srgbClr val="16333A"/>
                </a:solidFill>
                <a:latin typeface="Arial"/>
                <a:ea typeface="Arial"/>
                <a:cs typeface="Arial"/>
              </a:defRPr>
            </a:lvl8pPr>
            <a:lvl9pPr algn="ctr">
              <a:defRPr sz="1725" b="1">
                <a:solidFill>
                  <a:srgbClr val="16333A"/>
                </a:solidFill>
                <a:latin typeface="Arial"/>
                <a:ea typeface="Arial"/>
                <a:cs typeface="Arial"/>
              </a:defRPr>
            </a:lvl9pPr>
          </a:lstStyle>
          <a:p xmlns:a="http://schemas.openxmlformats.org/drawingml/2006/main">
            <a:pPr algn="ctr">
              <a:defRPr sz="1725" b="1">
                <a:solidFill>
                  <a:srgbClr val="16333A"/>
                </a:solidFill>
                <a:latin typeface="Arial"/>
                <a:ea typeface="Arial"/>
                <a:cs typeface="Arial"/>
              </a:defRPr>
            </a:pPr>
            <a:r>
              <a:rPr sz="1725" b="1">
                <a:solidFill>
                  <a:srgbClr val="16333A"/>
                </a:solidFill>
                <a:latin typeface="Arial"/>
                <a:ea typeface="Arial"/>
                <a:cs typeface="Arial"/>
              </a:rPr>
              <a:t>Tinjau</a:t>
            </a:r>
          </a:p>
        </p:txBody>
      </p:sp>
      <p:sp>
        <p:nvSpPr>
          <p:cNvPr id="34" name="">
            <a:extLst xmlns:a="http://schemas.openxmlformats.org/drawingml/2006/main">
              <a:ext uri="{FF2B5EF4-FFF2-40B4-BE49-F238E27FC236}">
                <a16:creationId xmlns:a16="http://schemas.microsoft.com/office/drawing/2014/main" id="{545D1918-364E-4F30-A034-895DFB15D4E8}"/>
              </a:ext>
            </a:extLst>
          </p:cNvPr>
          <p:cNvSpPr>
            <a:spLocks xmlns:a="http://schemas.openxmlformats.org/drawingml/2006/main" noGrp="1"/>
          </p:cNvSpPr>
          <p:nvPr/>
        </p:nvSpPr>
        <p:spPr>
          <a:xfrm xmlns:a="http://schemas.openxmlformats.org/drawingml/2006/main">
            <a:off x="9429750" y="3514725"/>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275" b="0">
                <a:solidFill>
                  <a:srgbClr val="5D7273"/>
                </a:solidFill>
                <a:latin typeface="Arial"/>
                <a:ea typeface="Arial"/>
                <a:cs typeface="Arial"/>
              </a:defRPr>
            </a:defPPr>
            <a:lvl1pPr algn="ctr">
              <a:defRPr sz="1275" b="0">
                <a:solidFill>
                  <a:srgbClr val="5D7273"/>
                </a:solidFill>
                <a:latin typeface="Arial"/>
                <a:ea typeface="Arial"/>
                <a:cs typeface="Arial"/>
              </a:defRPr>
            </a:lvl1pPr>
            <a:lvl2pPr algn="ctr">
              <a:defRPr sz="1275" b="0">
                <a:solidFill>
                  <a:srgbClr val="5D7273"/>
                </a:solidFill>
                <a:latin typeface="Arial"/>
                <a:ea typeface="Arial"/>
                <a:cs typeface="Arial"/>
              </a:defRPr>
            </a:lvl2pPr>
            <a:lvl3pPr algn="ctr">
              <a:defRPr sz="1275" b="0">
                <a:solidFill>
                  <a:srgbClr val="5D7273"/>
                </a:solidFill>
                <a:latin typeface="Arial"/>
                <a:ea typeface="Arial"/>
                <a:cs typeface="Arial"/>
              </a:defRPr>
            </a:lvl3pPr>
            <a:lvl4pPr algn="ctr">
              <a:defRPr sz="1275" b="0">
                <a:solidFill>
                  <a:srgbClr val="5D7273"/>
                </a:solidFill>
                <a:latin typeface="Arial"/>
                <a:ea typeface="Arial"/>
                <a:cs typeface="Arial"/>
              </a:defRPr>
            </a:lvl4pPr>
            <a:lvl5pPr algn="ctr">
              <a:defRPr sz="1275" b="0">
                <a:solidFill>
                  <a:srgbClr val="5D7273"/>
                </a:solidFill>
                <a:latin typeface="Arial"/>
                <a:ea typeface="Arial"/>
                <a:cs typeface="Arial"/>
              </a:defRPr>
            </a:lvl5pPr>
            <a:lvl6pPr algn="ctr">
              <a:defRPr sz="1275" b="0">
                <a:solidFill>
                  <a:srgbClr val="5D7273"/>
                </a:solidFill>
                <a:latin typeface="Arial"/>
                <a:ea typeface="Arial"/>
                <a:cs typeface="Arial"/>
              </a:defRPr>
            </a:lvl6pPr>
            <a:lvl7pPr algn="ctr">
              <a:defRPr sz="1275" b="0">
                <a:solidFill>
                  <a:srgbClr val="5D7273"/>
                </a:solidFill>
                <a:latin typeface="Arial"/>
                <a:ea typeface="Arial"/>
                <a:cs typeface="Arial"/>
              </a:defRPr>
            </a:lvl7pPr>
            <a:lvl8pPr algn="ctr">
              <a:defRPr sz="1275" b="0">
                <a:solidFill>
                  <a:srgbClr val="5D7273"/>
                </a:solidFill>
                <a:latin typeface="Arial"/>
                <a:ea typeface="Arial"/>
                <a:cs typeface="Arial"/>
              </a:defRPr>
            </a:lvl8pPr>
            <a:lvl9pPr algn="ctr">
              <a:defRPr sz="1275" b="0">
                <a:solidFill>
                  <a:srgbClr val="5D7273"/>
                </a:solidFill>
                <a:latin typeface="Arial"/>
                <a:ea typeface="Arial"/>
                <a:cs typeface="Arial"/>
              </a:defRPr>
            </a:lvl9pPr>
          </a:lstStyle>
          <a:p xmlns:a="http://schemas.openxmlformats.org/drawingml/2006/main">
            <a:pPr algn="ctr">
              <a:defRPr sz="1275" b="0">
                <a:solidFill>
                  <a:srgbClr val="5D7273"/>
                </a:solidFill>
                <a:latin typeface="Arial"/>
                <a:ea typeface="Arial"/>
                <a:cs typeface="Arial"/>
              </a:defRPr>
            </a:pPr>
            <a:r>
              <a:rPr sz="1275" b="0">
                <a:solidFill>
                  <a:srgbClr val="5D7273"/>
                </a:solidFill>
                <a:latin typeface="Arial"/>
                <a:ea typeface="Arial"/>
                <a:cs typeface="Arial"/>
              </a:rPr>
              <a:t>Dashboard + CSV</a:t>
            </a:r>
          </a:p>
        </p:txBody>
      </p:sp>
      <p:sp>
        <p:nvSpPr>
          <p:cNvPr id="35" name="">
            <a:extLst xmlns:a="http://schemas.openxmlformats.org/drawingml/2006/main">
              <a:ext uri="{FF2B5EF4-FFF2-40B4-BE49-F238E27FC236}">
                <a16:creationId xmlns:a16="http://schemas.microsoft.com/office/drawing/2014/main" id="{9545BF70-5B5D-4DC8-B449-B5E4F1F4610D}"/>
              </a:ext>
            </a:extLst>
          </p:cNvPr>
          <p:cNvSpPr>
            <a:spLocks xmlns:a="http://schemas.openxmlformats.org/drawingml/2006/main" noGrp="1"/>
          </p:cNvSpPr>
          <p:nvPr/>
        </p:nvSpPr>
        <p:spPr>
          <a:xfrm xmlns:a="http://schemas.openxmlformats.org/drawingml/2006/main">
            <a:off x="781050" y="4543425"/>
            <a:ext cx="1038225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6FC4763-209B-4524-A141-EF574C31D139}"/>
              </a:ext>
            </a:extLst>
          </p:cNvPr>
          <p:cNvSpPr>
            <a:spLocks xmlns:a="http://schemas.openxmlformats.org/drawingml/2006/main" noGrp="1"/>
          </p:cNvSpPr>
          <p:nvPr/>
        </p:nvSpPr>
        <p:spPr>
          <a:xfrm xmlns:a="http://schemas.openxmlformats.org/drawingml/2006/main">
            <a:off x="800100" y="48768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800" b="1">
                <a:solidFill>
                  <a:srgbClr val="16333A"/>
                </a:solidFill>
                <a:latin typeface="Arial"/>
                <a:ea typeface="Arial"/>
                <a:cs typeface="Arial"/>
              </a:defRPr>
            </a:defPPr>
            <a:lvl1pPr algn="l">
              <a:defRPr sz="1800" b="1">
                <a:solidFill>
                  <a:srgbClr val="16333A"/>
                </a:solidFill>
                <a:latin typeface="Arial"/>
                <a:ea typeface="Arial"/>
                <a:cs typeface="Arial"/>
              </a:defRPr>
            </a:lvl1pPr>
            <a:lvl2pPr algn="l">
              <a:defRPr sz="1800" b="1">
                <a:solidFill>
                  <a:srgbClr val="16333A"/>
                </a:solidFill>
                <a:latin typeface="Arial"/>
                <a:ea typeface="Arial"/>
                <a:cs typeface="Arial"/>
              </a:defRPr>
            </a:lvl2pPr>
            <a:lvl3pPr algn="l">
              <a:defRPr sz="1800" b="1">
                <a:solidFill>
                  <a:srgbClr val="16333A"/>
                </a:solidFill>
                <a:latin typeface="Arial"/>
                <a:ea typeface="Arial"/>
                <a:cs typeface="Arial"/>
              </a:defRPr>
            </a:lvl3pPr>
            <a:lvl4pPr algn="l">
              <a:defRPr sz="1800" b="1">
                <a:solidFill>
                  <a:srgbClr val="16333A"/>
                </a:solidFill>
                <a:latin typeface="Arial"/>
                <a:ea typeface="Arial"/>
                <a:cs typeface="Arial"/>
              </a:defRPr>
            </a:lvl4pPr>
            <a:lvl5pPr algn="l">
              <a:defRPr sz="1800" b="1">
                <a:solidFill>
                  <a:srgbClr val="16333A"/>
                </a:solidFill>
                <a:latin typeface="Arial"/>
                <a:ea typeface="Arial"/>
                <a:cs typeface="Arial"/>
              </a:defRPr>
            </a:lvl5pPr>
            <a:lvl6pPr algn="l">
              <a:defRPr sz="1800" b="1">
                <a:solidFill>
                  <a:srgbClr val="16333A"/>
                </a:solidFill>
                <a:latin typeface="Arial"/>
                <a:ea typeface="Arial"/>
                <a:cs typeface="Arial"/>
              </a:defRPr>
            </a:lvl6pPr>
            <a:lvl7pPr algn="l">
              <a:defRPr sz="1800" b="1">
                <a:solidFill>
                  <a:srgbClr val="16333A"/>
                </a:solidFill>
                <a:latin typeface="Arial"/>
                <a:ea typeface="Arial"/>
                <a:cs typeface="Arial"/>
              </a:defRPr>
            </a:lvl7pPr>
            <a:lvl8pPr algn="l">
              <a:defRPr sz="1800" b="1">
                <a:solidFill>
                  <a:srgbClr val="16333A"/>
                </a:solidFill>
                <a:latin typeface="Arial"/>
                <a:ea typeface="Arial"/>
                <a:cs typeface="Arial"/>
              </a:defRPr>
            </a:lvl8pPr>
            <a:lvl9pPr algn="l">
              <a:defRPr sz="1800" b="1">
                <a:solidFill>
                  <a:srgbClr val="16333A"/>
                </a:solidFill>
                <a:latin typeface="Arial"/>
                <a:ea typeface="Arial"/>
                <a:cs typeface="Arial"/>
              </a:defRPr>
            </a:lvl9pPr>
          </a:lstStyle>
          <a:p xmlns:a="http://schemas.openxmlformats.org/drawingml/2006/main">
            <a:pPr algn="l">
              <a:defRPr sz="1800" b="1">
                <a:solidFill>
                  <a:srgbClr val="16333A"/>
                </a:solidFill>
                <a:latin typeface="Arial"/>
                <a:ea typeface="Arial"/>
                <a:cs typeface="Arial"/>
              </a:defRPr>
            </a:pPr>
            <a:r>
              <a:rPr sz="1800" b="1">
                <a:solidFill>
                  <a:srgbClr val="16333A"/>
                </a:solidFill>
                <a:latin typeface="Arial"/>
                <a:ea typeface="Arial"/>
                <a:cs typeface="Arial"/>
              </a:rPr>
              <a:t>Pemilihan SNP dan QC dilakukan di training fold; metrik dihitung pada fold yang ditahan.</a:t>
            </a:r>
          </a:p>
        </p:txBody>
      </p:sp>
      <p:sp>
        <p:nvSpPr>
          <p:cNvPr id="37" name="">
            <a:extLst xmlns:a="http://schemas.openxmlformats.org/drawingml/2006/main">
              <a:ext uri="{FF2B5EF4-FFF2-40B4-BE49-F238E27FC236}">
                <a16:creationId xmlns:a16="http://schemas.microsoft.com/office/drawing/2014/main" id="{290C50E8-5877-4D9C-8EBB-5AE2076748BF}"/>
              </a:ext>
            </a:extLst>
          </p:cNvPr>
          <p:cNvSpPr>
            <a:spLocks xmlns:a="http://schemas.openxmlformats.org/drawingml/2006/main" noGrp="1"/>
          </p:cNvSpPr>
          <p:nvPr/>
        </p:nvSpPr>
        <p:spPr>
          <a:xfrm xmlns:a="http://schemas.openxmlformats.org/drawingml/2006/main">
            <a:off x="800100" y="547687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350" b="0">
                <a:solidFill>
                  <a:srgbClr val="5D7273"/>
                </a:solidFill>
                <a:latin typeface="Arial"/>
                <a:ea typeface="Arial"/>
                <a:cs typeface="Arial"/>
              </a:defRPr>
            </a:defPPr>
            <a:lvl1pPr algn="l">
              <a:defRPr sz="1350" b="0">
                <a:solidFill>
                  <a:srgbClr val="5D7273"/>
                </a:solidFill>
                <a:latin typeface="Arial"/>
                <a:ea typeface="Arial"/>
                <a:cs typeface="Arial"/>
              </a:defRPr>
            </a:lvl1pPr>
            <a:lvl2pPr algn="l">
              <a:defRPr sz="1350" b="0">
                <a:solidFill>
                  <a:srgbClr val="5D7273"/>
                </a:solidFill>
                <a:latin typeface="Arial"/>
                <a:ea typeface="Arial"/>
                <a:cs typeface="Arial"/>
              </a:defRPr>
            </a:lvl2pPr>
            <a:lvl3pPr algn="l">
              <a:defRPr sz="1350" b="0">
                <a:solidFill>
                  <a:srgbClr val="5D7273"/>
                </a:solidFill>
                <a:latin typeface="Arial"/>
                <a:ea typeface="Arial"/>
                <a:cs typeface="Arial"/>
              </a:defRPr>
            </a:lvl3pPr>
            <a:lvl4pPr algn="l">
              <a:defRPr sz="1350" b="0">
                <a:solidFill>
                  <a:srgbClr val="5D7273"/>
                </a:solidFill>
                <a:latin typeface="Arial"/>
                <a:ea typeface="Arial"/>
                <a:cs typeface="Arial"/>
              </a:defRPr>
            </a:lvl4pPr>
            <a:lvl5pPr algn="l">
              <a:defRPr sz="1350" b="0">
                <a:solidFill>
                  <a:srgbClr val="5D7273"/>
                </a:solidFill>
                <a:latin typeface="Arial"/>
                <a:ea typeface="Arial"/>
                <a:cs typeface="Arial"/>
              </a:defRPr>
            </a:lvl5pPr>
            <a:lvl6pPr algn="l">
              <a:defRPr sz="1350" b="0">
                <a:solidFill>
                  <a:srgbClr val="5D7273"/>
                </a:solidFill>
                <a:latin typeface="Arial"/>
                <a:ea typeface="Arial"/>
                <a:cs typeface="Arial"/>
              </a:defRPr>
            </a:lvl6pPr>
            <a:lvl7pPr algn="l">
              <a:defRPr sz="1350" b="0">
                <a:solidFill>
                  <a:srgbClr val="5D7273"/>
                </a:solidFill>
                <a:latin typeface="Arial"/>
                <a:ea typeface="Arial"/>
                <a:cs typeface="Arial"/>
              </a:defRPr>
            </a:lvl7pPr>
            <a:lvl8pPr algn="l">
              <a:defRPr sz="1350" b="0">
                <a:solidFill>
                  <a:srgbClr val="5D7273"/>
                </a:solidFill>
                <a:latin typeface="Arial"/>
                <a:ea typeface="Arial"/>
                <a:cs typeface="Arial"/>
              </a:defRPr>
            </a:lvl8pPr>
            <a:lvl9pPr algn="l">
              <a:defRPr sz="1350" b="0">
                <a:solidFill>
                  <a:srgbClr val="5D7273"/>
                </a:solidFill>
                <a:latin typeface="Arial"/>
                <a:ea typeface="Arial"/>
                <a:cs typeface="Arial"/>
              </a:defRPr>
            </a:lvl9pPr>
          </a:lstStyle>
          <a:p xmlns:a="http://schemas.openxmlformats.org/drawingml/2006/main">
            <a:pPr algn="l">
              <a:defRPr sz="1350" b="0">
                <a:solidFill>
                  <a:srgbClr val="5D7273"/>
                </a:solidFill>
                <a:latin typeface="Arial"/>
                <a:ea typeface="Arial"/>
                <a:cs typeface="Arial"/>
              </a:defRPr>
            </a:pPr>
            <a:r>
              <a:rPr sz="1350" b="0">
                <a:solidFill>
                  <a:srgbClr val="5D7273"/>
                </a:solidFill>
                <a:latin typeface="Arial"/>
                <a:ea typeface="Arial"/>
                <a:cs typeface="Arial"/>
              </a:rPr>
              <a:t>Dashboard membaca artefak hasil. Tidak ada metrik yang dibuat di frontend.</a:t>
            </a:r>
          </a:p>
        </p:txBody>
      </p:sp>
    </p:spTree>
    <p:extLst>
      <p:ext uri="{BB962C8B-B14F-4D97-AF65-F5344CB8AC3E}">
        <p14:creationId xmlns:p14="http://schemas.microsoft.com/office/powerpoint/2010/main" val="720989186"/>
      </p:ext>
    </p:extLst>
  </p:cSld>
</p:sld>
</file>

<file path=ppt/slides/slide4.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B6143AE-1505-4827-A8E5-97AA2C09FA8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E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1130A5-DB8C-4389-AC2B-FC78E231E3E5}"/>
              </a:ext>
            </a:extLst>
          </p:cNvPr>
          <p:cNvSpPr>
            <a:spLocks xmlns:a="http://schemas.openxmlformats.org/drawingml/2006/main" noGrp="1"/>
          </p:cNvSpPr>
          <p:nvPr/>
        </p:nvSpPr>
        <p:spPr>
          <a:xfrm xmlns:a="http://schemas.openxmlformats.org/drawingml/2006/main">
            <a:off x="666750" y="3619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087E72"/>
                </a:solidFill>
                <a:latin typeface="Arial"/>
                <a:ea typeface="Arial"/>
                <a:cs typeface="Arial"/>
              </a:defRPr>
            </a:defPPr>
            <a:lvl1pPr algn="l">
              <a:defRPr sz="1200" b="1">
                <a:solidFill>
                  <a:srgbClr val="087E72"/>
                </a:solidFill>
                <a:latin typeface="Arial"/>
                <a:ea typeface="Arial"/>
                <a:cs typeface="Arial"/>
              </a:defRPr>
            </a:lvl1pPr>
            <a:lvl2pPr algn="l">
              <a:defRPr sz="1200" b="1">
                <a:solidFill>
                  <a:srgbClr val="087E72"/>
                </a:solidFill>
                <a:latin typeface="Arial"/>
                <a:ea typeface="Arial"/>
                <a:cs typeface="Arial"/>
              </a:defRPr>
            </a:lvl2pPr>
            <a:lvl3pPr algn="l">
              <a:defRPr sz="1200" b="1">
                <a:solidFill>
                  <a:srgbClr val="087E72"/>
                </a:solidFill>
                <a:latin typeface="Arial"/>
                <a:ea typeface="Arial"/>
                <a:cs typeface="Arial"/>
              </a:defRPr>
            </a:lvl3pPr>
            <a:lvl4pPr algn="l">
              <a:defRPr sz="1200" b="1">
                <a:solidFill>
                  <a:srgbClr val="087E72"/>
                </a:solidFill>
                <a:latin typeface="Arial"/>
                <a:ea typeface="Arial"/>
                <a:cs typeface="Arial"/>
              </a:defRPr>
            </a:lvl4pPr>
            <a:lvl5pPr algn="l">
              <a:defRPr sz="1200" b="1">
                <a:solidFill>
                  <a:srgbClr val="087E72"/>
                </a:solidFill>
                <a:latin typeface="Arial"/>
                <a:ea typeface="Arial"/>
                <a:cs typeface="Arial"/>
              </a:defRPr>
            </a:lvl5pPr>
            <a:lvl6pPr algn="l">
              <a:defRPr sz="1200" b="1">
                <a:solidFill>
                  <a:srgbClr val="087E72"/>
                </a:solidFill>
                <a:latin typeface="Arial"/>
                <a:ea typeface="Arial"/>
                <a:cs typeface="Arial"/>
              </a:defRPr>
            </a:lvl6pPr>
            <a:lvl7pPr algn="l">
              <a:defRPr sz="1200" b="1">
                <a:solidFill>
                  <a:srgbClr val="087E72"/>
                </a:solidFill>
                <a:latin typeface="Arial"/>
                <a:ea typeface="Arial"/>
                <a:cs typeface="Arial"/>
              </a:defRPr>
            </a:lvl7pPr>
            <a:lvl8pPr algn="l">
              <a:defRPr sz="1200" b="1">
                <a:solidFill>
                  <a:srgbClr val="087E72"/>
                </a:solidFill>
                <a:latin typeface="Arial"/>
                <a:ea typeface="Arial"/>
                <a:cs typeface="Arial"/>
              </a:defRPr>
            </a:lvl8pPr>
            <a:lvl9pPr algn="l">
              <a:defRPr sz="1200" b="1">
                <a:solidFill>
                  <a:srgbClr val="087E72"/>
                </a:solidFill>
                <a:latin typeface="Arial"/>
                <a:ea typeface="Arial"/>
                <a:cs typeface="Arial"/>
              </a:defRPr>
            </a:lvl9pPr>
          </a:lstStyle>
          <a:p xmlns:a="http://schemas.openxmlformats.org/drawingml/2006/main">
            <a:pPr algn="l">
              <a:defRPr sz="1200" b="1">
                <a:solidFill>
                  <a:srgbClr val="087E72"/>
                </a:solidFill>
                <a:latin typeface="Arial"/>
                <a:ea typeface="Arial"/>
                <a:cs typeface="Arial"/>
              </a:defRPr>
            </a:pPr>
            <a:r>
              <a:rPr sz="1200" b="1">
                <a:solidFill>
                  <a:srgbClr val="087E72"/>
                </a:solidFill>
                <a:latin typeface="Arial"/>
                <a:ea typeface="Arial"/>
                <a:cs typeface="Arial"/>
              </a:rPr>
              <a:t>DATA DAN QUALITY CONTROL</a:t>
            </a:r>
          </a:p>
        </p:txBody>
      </p:sp>
      <p:sp>
        <p:nvSpPr>
          <p:cNvPr id="3" name="">
            <a:extLst xmlns:a="http://schemas.openxmlformats.org/drawingml/2006/main">
              <a:ext uri="{FF2B5EF4-FFF2-40B4-BE49-F238E27FC236}">
                <a16:creationId xmlns:a16="http://schemas.microsoft.com/office/drawing/2014/main" id="{58555C94-D540-430C-ACBB-1CC934D4BB02}"/>
              </a:ext>
            </a:extLst>
          </p:cNvPr>
          <p:cNvSpPr>
            <a:spLocks xmlns:a="http://schemas.openxmlformats.org/drawingml/2006/main" noGrp="1"/>
          </p:cNvSpPr>
          <p:nvPr/>
        </p:nvSpPr>
        <p:spPr>
          <a:xfrm xmlns:a="http://schemas.openxmlformats.org/drawingml/2006/main">
            <a:off x="666750" y="723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3600" b="1">
                <a:solidFill>
                  <a:srgbClr val="16333A"/>
                </a:solidFill>
                <a:latin typeface="Arial"/>
                <a:ea typeface="Arial"/>
                <a:cs typeface="Arial"/>
              </a:defRPr>
            </a:defPPr>
            <a:lvl1pPr algn="l">
              <a:defRPr sz="3600" b="1">
                <a:solidFill>
                  <a:srgbClr val="16333A"/>
                </a:solidFill>
                <a:latin typeface="Arial"/>
                <a:ea typeface="Arial"/>
                <a:cs typeface="Arial"/>
              </a:defRPr>
            </a:lvl1pPr>
            <a:lvl2pPr algn="l">
              <a:defRPr sz="3600" b="1">
                <a:solidFill>
                  <a:srgbClr val="16333A"/>
                </a:solidFill>
                <a:latin typeface="Arial"/>
                <a:ea typeface="Arial"/>
                <a:cs typeface="Arial"/>
              </a:defRPr>
            </a:lvl2pPr>
            <a:lvl3pPr algn="l">
              <a:defRPr sz="3600" b="1">
                <a:solidFill>
                  <a:srgbClr val="16333A"/>
                </a:solidFill>
                <a:latin typeface="Arial"/>
                <a:ea typeface="Arial"/>
                <a:cs typeface="Arial"/>
              </a:defRPr>
            </a:lvl3pPr>
            <a:lvl4pPr algn="l">
              <a:defRPr sz="3600" b="1">
                <a:solidFill>
                  <a:srgbClr val="16333A"/>
                </a:solidFill>
                <a:latin typeface="Arial"/>
                <a:ea typeface="Arial"/>
                <a:cs typeface="Arial"/>
              </a:defRPr>
            </a:lvl4pPr>
            <a:lvl5pPr algn="l">
              <a:defRPr sz="3600" b="1">
                <a:solidFill>
                  <a:srgbClr val="16333A"/>
                </a:solidFill>
                <a:latin typeface="Arial"/>
                <a:ea typeface="Arial"/>
                <a:cs typeface="Arial"/>
              </a:defRPr>
            </a:lvl5pPr>
            <a:lvl6pPr algn="l">
              <a:defRPr sz="3600" b="1">
                <a:solidFill>
                  <a:srgbClr val="16333A"/>
                </a:solidFill>
                <a:latin typeface="Arial"/>
                <a:ea typeface="Arial"/>
                <a:cs typeface="Arial"/>
              </a:defRPr>
            </a:lvl6pPr>
            <a:lvl7pPr algn="l">
              <a:defRPr sz="3600" b="1">
                <a:solidFill>
                  <a:srgbClr val="16333A"/>
                </a:solidFill>
                <a:latin typeface="Arial"/>
                <a:ea typeface="Arial"/>
                <a:cs typeface="Arial"/>
              </a:defRPr>
            </a:lvl7pPr>
            <a:lvl8pPr algn="l">
              <a:defRPr sz="3600" b="1">
                <a:solidFill>
                  <a:srgbClr val="16333A"/>
                </a:solidFill>
                <a:latin typeface="Arial"/>
                <a:ea typeface="Arial"/>
                <a:cs typeface="Arial"/>
              </a:defRPr>
            </a:lvl8pPr>
            <a:lvl9pPr algn="l">
              <a:defRPr sz="3600" b="1">
                <a:solidFill>
                  <a:srgbClr val="16333A"/>
                </a:solidFill>
                <a:latin typeface="Arial"/>
                <a:ea typeface="Arial"/>
                <a:cs typeface="Arial"/>
              </a:defRPr>
            </a:lvl9pPr>
          </a:lstStyle>
          <a:p xmlns:a="http://schemas.openxmlformats.org/drawingml/2006/main">
            <a:pPr algn="l">
              <a:defRPr sz="3600" b="1">
                <a:solidFill>
                  <a:srgbClr val="16333A"/>
                </a:solidFill>
                <a:latin typeface="Arial"/>
                <a:ea typeface="Arial"/>
                <a:cs typeface="Arial"/>
              </a:defRPr>
            </a:pPr>
            <a:r>
              <a:rPr sz="3600" b="1">
                <a:solidFill>
                  <a:srgbClr val="16333A"/>
                </a:solidFill>
                <a:latin typeface="Arial"/>
                <a:ea typeface="Arial"/>
                <a:cs typeface="Arial"/>
              </a:rPr>
              <a:t>Dua kohort publik, dianalisis terpisah</a:t>
            </a:r>
          </a:p>
        </p:txBody>
      </p:sp>
      <p:sp>
        <p:nvSpPr>
          <p:cNvPr id="4" name="">
            <a:extLst xmlns:a="http://schemas.openxmlformats.org/drawingml/2006/main">
              <a:ext uri="{FF2B5EF4-FFF2-40B4-BE49-F238E27FC236}">
                <a16:creationId xmlns:a16="http://schemas.microsoft.com/office/drawing/2014/main" id="{CE3CAEB0-68BB-4F74-9C14-1939FF8FD7EC}"/>
              </a:ext>
            </a:extLst>
          </p:cNvPr>
          <p:cNvSpPr>
            <a:spLocks xmlns:a="http://schemas.openxmlformats.org/drawingml/2006/main" noGrp="1"/>
          </p:cNvSpPr>
          <p:nvPr/>
        </p:nvSpPr>
        <p:spPr>
          <a:xfrm xmlns:a="http://schemas.openxmlformats.org/drawingml/2006/main">
            <a:off x="666750" y="1552575"/>
            <a:ext cx="108585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E32F52-E248-4927-9977-D514791DD729}"/>
              </a:ext>
            </a:extLst>
          </p:cNvPr>
          <p:cNvSpPr>
            <a:spLocks xmlns:a="http://schemas.openxmlformats.org/drawingml/2006/main" noGrp="1"/>
          </p:cNvSpPr>
          <p:nvPr/>
        </p:nvSpPr>
        <p:spPr>
          <a:xfrm xmlns:a="http://schemas.openxmlformats.org/drawingml/2006/main">
            <a:off x="66675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050" b="1">
                <a:solidFill>
                  <a:srgbClr val="5D7273"/>
                </a:solidFill>
                <a:latin typeface="Arial"/>
                <a:ea typeface="Arial"/>
                <a:cs typeface="Arial"/>
              </a:defRPr>
            </a:defPPr>
            <a:lvl1pPr algn="l">
              <a:defRPr sz="1050" b="1">
                <a:solidFill>
                  <a:srgbClr val="5D7273"/>
                </a:solidFill>
                <a:latin typeface="Arial"/>
                <a:ea typeface="Arial"/>
                <a:cs typeface="Arial"/>
              </a:defRPr>
            </a:lvl1pPr>
            <a:lvl2pPr algn="l">
              <a:defRPr sz="1050" b="1">
                <a:solidFill>
                  <a:srgbClr val="5D7273"/>
                </a:solidFill>
                <a:latin typeface="Arial"/>
                <a:ea typeface="Arial"/>
                <a:cs typeface="Arial"/>
              </a:defRPr>
            </a:lvl2pPr>
            <a:lvl3pPr algn="l">
              <a:defRPr sz="1050" b="1">
                <a:solidFill>
                  <a:srgbClr val="5D7273"/>
                </a:solidFill>
                <a:latin typeface="Arial"/>
                <a:ea typeface="Arial"/>
                <a:cs typeface="Arial"/>
              </a:defRPr>
            </a:lvl3pPr>
            <a:lvl4pPr algn="l">
              <a:defRPr sz="1050" b="1">
                <a:solidFill>
                  <a:srgbClr val="5D7273"/>
                </a:solidFill>
                <a:latin typeface="Arial"/>
                <a:ea typeface="Arial"/>
                <a:cs typeface="Arial"/>
              </a:defRPr>
            </a:lvl4pPr>
            <a:lvl5pPr algn="l">
              <a:defRPr sz="1050" b="1">
                <a:solidFill>
                  <a:srgbClr val="5D7273"/>
                </a:solidFill>
                <a:latin typeface="Arial"/>
                <a:ea typeface="Arial"/>
                <a:cs typeface="Arial"/>
              </a:defRPr>
            </a:lvl5pPr>
            <a:lvl6pPr algn="l">
              <a:defRPr sz="1050" b="1">
                <a:solidFill>
                  <a:srgbClr val="5D7273"/>
                </a:solidFill>
                <a:latin typeface="Arial"/>
                <a:ea typeface="Arial"/>
                <a:cs typeface="Arial"/>
              </a:defRPr>
            </a:lvl6pPr>
            <a:lvl7pPr algn="l">
              <a:defRPr sz="1050" b="1">
                <a:solidFill>
                  <a:srgbClr val="5D7273"/>
                </a:solidFill>
                <a:latin typeface="Arial"/>
                <a:ea typeface="Arial"/>
                <a:cs typeface="Arial"/>
              </a:defRPr>
            </a:lvl7pPr>
            <a:lvl8pPr algn="l">
              <a:defRPr sz="1050" b="1">
                <a:solidFill>
                  <a:srgbClr val="5D7273"/>
                </a:solidFill>
                <a:latin typeface="Arial"/>
                <a:ea typeface="Arial"/>
                <a:cs typeface="Arial"/>
              </a:defRPr>
            </a:lvl8pPr>
            <a:lvl9pPr algn="l">
              <a:defRPr sz="1050" b="1">
                <a:solidFill>
                  <a:srgbClr val="5D7273"/>
                </a:solidFill>
                <a:latin typeface="Arial"/>
                <a:ea typeface="Arial"/>
                <a:cs typeface="Arial"/>
              </a:defRPr>
            </a:lvl9pPr>
          </a:lstStyle>
          <a:p xmlns:a="http://schemas.openxmlformats.org/drawingml/2006/main">
            <a:pPr algn="l">
              <a:defRPr sz="1050" b="1">
                <a:solidFill>
                  <a:srgbClr val="5D7273"/>
                </a:solidFill>
                <a:latin typeface="Arial"/>
                <a:ea typeface="Arial"/>
                <a:cs typeface="Arial"/>
              </a:defRPr>
            </a:pPr>
            <a:r>
              <a:rPr sz="1050" b="1">
                <a:solidFill>
                  <a:srgbClr val="5D7273"/>
                </a:solidFill>
                <a:latin typeface="Arial"/>
                <a:ea typeface="Arial"/>
                <a:cs typeface="Arial"/>
              </a:rPr>
              <a:t>EXASTRA  ·  GENOHACK 2026</a:t>
            </a:r>
          </a:p>
        </p:txBody>
      </p:sp>
      <p:sp>
        <p:nvSpPr>
          <p:cNvPr id="6" name="">
            <a:extLst xmlns:a="http://schemas.openxmlformats.org/drawingml/2006/main">
              <a:ext uri="{FF2B5EF4-FFF2-40B4-BE49-F238E27FC236}">
                <a16:creationId xmlns:a16="http://schemas.microsoft.com/office/drawing/2014/main" id="{FC5B2E72-AE75-4EE6-A52E-0EF6F4B5FF0C}"/>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050" b="1">
                <a:solidFill>
                  <a:srgbClr val="5D7273"/>
                </a:solidFill>
                <a:latin typeface="Arial"/>
                <a:ea typeface="Arial"/>
                <a:cs typeface="Arial"/>
              </a:defRPr>
            </a:defPPr>
            <a:lvl1pPr algn="r">
              <a:defRPr sz="1050" b="1">
                <a:solidFill>
                  <a:srgbClr val="5D7273"/>
                </a:solidFill>
                <a:latin typeface="Arial"/>
                <a:ea typeface="Arial"/>
                <a:cs typeface="Arial"/>
              </a:defRPr>
            </a:lvl1pPr>
            <a:lvl2pPr algn="r">
              <a:defRPr sz="1050" b="1">
                <a:solidFill>
                  <a:srgbClr val="5D7273"/>
                </a:solidFill>
                <a:latin typeface="Arial"/>
                <a:ea typeface="Arial"/>
                <a:cs typeface="Arial"/>
              </a:defRPr>
            </a:lvl2pPr>
            <a:lvl3pPr algn="r">
              <a:defRPr sz="1050" b="1">
                <a:solidFill>
                  <a:srgbClr val="5D7273"/>
                </a:solidFill>
                <a:latin typeface="Arial"/>
                <a:ea typeface="Arial"/>
                <a:cs typeface="Arial"/>
              </a:defRPr>
            </a:lvl3pPr>
            <a:lvl4pPr algn="r">
              <a:defRPr sz="1050" b="1">
                <a:solidFill>
                  <a:srgbClr val="5D7273"/>
                </a:solidFill>
                <a:latin typeface="Arial"/>
                <a:ea typeface="Arial"/>
                <a:cs typeface="Arial"/>
              </a:defRPr>
            </a:lvl4pPr>
            <a:lvl5pPr algn="r">
              <a:defRPr sz="1050" b="1">
                <a:solidFill>
                  <a:srgbClr val="5D7273"/>
                </a:solidFill>
                <a:latin typeface="Arial"/>
                <a:ea typeface="Arial"/>
                <a:cs typeface="Arial"/>
              </a:defRPr>
            </a:lvl5pPr>
            <a:lvl6pPr algn="r">
              <a:defRPr sz="1050" b="1">
                <a:solidFill>
                  <a:srgbClr val="5D7273"/>
                </a:solidFill>
                <a:latin typeface="Arial"/>
                <a:ea typeface="Arial"/>
                <a:cs typeface="Arial"/>
              </a:defRPr>
            </a:lvl6pPr>
            <a:lvl7pPr algn="r">
              <a:defRPr sz="1050" b="1">
                <a:solidFill>
                  <a:srgbClr val="5D7273"/>
                </a:solidFill>
                <a:latin typeface="Arial"/>
                <a:ea typeface="Arial"/>
                <a:cs typeface="Arial"/>
              </a:defRPr>
            </a:lvl7pPr>
            <a:lvl8pPr algn="r">
              <a:defRPr sz="1050" b="1">
                <a:solidFill>
                  <a:srgbClr val="5D7273"/>
                </a:solidFill>
                <a:latin typeface="Arial"/>
                <a:ea typeface="Arial"/>
                <a:cs typeface="Arial"/>
              </a:defRPr>
            </a:lvl8pPr>
            <a:lvl9pPr algn="r">
              <a:defRPr sz="1050" b="1">
                <a:solidFill>
                  <a:srgbClr val="5D7273"/>
                </a:solidFill>
                <a:latin typeface="Arial"/>
                <a:ea typeface="Arial"/>
                <a:cs typeface="Arial"/>
              </a:defRPr>
            </a:lvl9pPr>
          </a:lstStyle>
          <a:p xmlns:a="http://schemas.openxmlformats.org/drawingml/2006/main">
            <a:pPr algn="r">
              <a:defRPr sz="1050" b="1">
                <a:solidFill>
                  <a:srgbClr val="5D7273"/>
                </a:solidFill>
                <a:latin typeface="Arial"/>
                <a:ea typeface="Arial"/>
                <a:cs typeface="Arial"/>
              </a:defRPr>
            </a:pPr>
            <a:r>
              <a:rPr sz="1050" b="1">
                <a:solidFill>
                  <a:srgbClr val="5D7273"/>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ECFC9342-9ED9-44F0-871F-07809CBCA6BB}"/>
              </a:ext>
            </a:extLst>
          </p:cNvPr>
          <p:cNvSpPr>
            <a:spLocks xmlns:a="http://schemas.openxmlformats.org/drawingml/2006/main" noGrp="1"/>
          </p:cNvSpPr>
          <p:nvPr/>
        </p:nvSpPr>
        <p:spPr>
          <a:xfrm xmlns:a="http://schemas.openxmlformats.org/drawingml/2006/main">
            <a:off x="876300" y="203835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3900" b="1">
                <a:solidFill>
                  <a:srgbClr val="087E72"/>
                </a:solidFill>
                <a:latin typeface="Arial"/>
                <a:ea typeface="Arial"/>
                <a:cs typeface="Arial"/>
              </a:defRPr>
            </a:defPPr>
            <a:lvl1pPr algn="l">
              <a:defRPr sz="3900" b="1">
                <a:solidFill>
                  <a:srgbClr val="087E72"/>
                </a:solidFill>
                <a:latin typeface="Arial"/>
                <a:ea typeface="Arial"/>
                <a:cs typeface="Arial"/>
              </a:defRPr>
            </a:lvl1pPr>
            <a:lvl2pPr algn="l">
              <a:defRPr sz="3900" b="1">
                <a:solidFill>
                  <a:srgbClr val="087E72"/>
                </a:solidFill>
                <a:latin typeface="Arial"/>
                <a:ea typeface="Arial"/>
                <a:cs typeface="Arial"/>
              </a:defRPr>
            </a:lvl2pPr>
            <a:lvl3pPr algn="l">
              <a:defRPr sz="3900" b="1">
                <a:solidFill>
                  <a:srgbClr val="087E72"/>
                </a:solidFill>
                <a:latin typeface="Arial"/>
                <a:ea typeface="Arial"/>
                <a:cs typeface="Arial"/>
              </a:defRPr>
            </a:lvl3pPr>
            <a:lvl4pPr algn="l">
              <a:defRPr sz="3900" b="1">
                <a:solidFill>
                  <a:srgbClr val="087E72"/>
                </a:solidFill>
                <a:latin typeface="Arial"/>
                <a:ea typeface="Arial"/>
                <a:cs typeface="Arial"/>
              </a:defRPr>
            </a:lvl4pPr>
            <a:lvl5pPr algn="l">
              <a:defRPr sz="3900" b="1">
                <a:solidFill>
                  <a:srgbClr val="087E72"/>
                </a:solidFill>
                <a:latin typeface="Arial"/>
                <a:ea typeface="Arial"/>
                <a:cs typeface="Arial"/>
              </a:defRPr>
            </a:lvl5pPr>
            <a:lvl6pPr algn="l">
              <a:defRPr sz="3900" b="1">
                <a:solidFill>
                  <a:srgbClr val="087E72"/>
                </a:solidFill>
                <a:latin typeface="Arial"/>
                <a:ea typeface="Arial"/>
                <a:cs typeface="Arial"/>
              </a:defRPr>
            </a:lvl6pPr>
            <a:lvl7pPr algn="l">
              <a:defRPr sz="3900" b="1">
                <a:solidFill>
                  <a:srgbClr val="087E72"/>
                </a:solidFill>
                <a:latin typeface="Arial"/>
                <a:ea typeface="Arial"/>
                <a:cs typeface="Arial"/>
              </a:defRPr>
            </a:lvl7pPr>
            <a:lvl8pPr algn="l">
              <a:defRPr sz="3900" b="1">
                <a:solidFill>
                  <a:srgbClr val="087E72"/>
                </a:solidFill>
                <a:latin typeface="Arial"/>
                <a:ea typeface="Arial"/>
                <a:cs typeface="Arial"/>
              </a:defRPr>
            </a:lvl8pPr>
            <a:lvl9pPr algn="l">
              <a:defRPr sz="3900" b="1">
                <a:solidFill>
                  <a:srgbClr val="087E72"/>
                </a:solidFill>
                <a:latin typeface="Arial"/>
                <a:ea typeface="Arial"/>
                <a:cs typeface="Arial"/>
              </a:defRPr>
            </a:lvl9pPr>
          </a:lstStyle>
          <a:p xmlns:a="http://schemas.openxmlformats.org/drawingml/2006/main">
            <a:pPr algn="l">
              <a:defRPr sz="3900" b="1">
                <a:solidFill>
                  <a:srgbClr val="087E72"/>
                </a:solidFill>
                <a:latin typeface="Arial"/>
                <a:ea typeface="Arial"/>
                <a:cs typeface="Arial"/>
              </a:defRPr>
            </a:pPr>
            <a:r>
              <a:rPr sz="3900" b="1">
                <a:solidFill>
                  <a:srgbClr val="087E72"/>
                </a:solidFill>
                <a:latin typeface="Arial"/>
                <a:ea typeface="Arial"/>
                <a:cs typeface="Arial"/>
              </a:rPr>
              <a:t>1.542</a:t>
            </a:r>
          </a:p>
        </p:txBody>
      </p:sp>
      <p:sp>
        <p:nvSpPr>
          <p:cNvPr id="8" name="">
            <a:extLst xmlns:a="http://schemas.openxmlformats.org/drawingml/2006/main">
              <a:ext uri="{FF2B5EF4-FFF2-40B4-BE49-F238E27FC236}">
                <a16:creationId xmlns:a16="http://schemas.microsoft.com/office/drawing/2014/main" id="{8EADE1BD-8BD8-460B-93DD-D77FFA643FF3}"/>
              </a:ext>
            </a:extLst>
          </p:cNvPr>
          <p:cNvSpPr>
            <a:spLocks xmlns:a="http://schemas.openxmlformats.org/drawingml/2006/main" noGrp="1"/>
          </p:cNvSpPr>
          <p:nvPr/>
        </p:nvSpPr>
        <p:spPr>
          <a:xfrm xmlns:a="http://schemas.openxmlformats.org/drawingml/2006/main">
            <a:off x="876300" y="27241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500" b="1">
                <a:solidFill>
                  <a:srgbClr val="16333A"/>
                </a:solidFill>
                <a:latin typeface="Arial"/>
                <a:ea typeface="Arial"/>
                <a:cs typeface="Arial"/>
              </a:defRPr>
            </a:defPPr>
            <a:lvl1pPr algn="l">
              <a:defRPr sz="1500" b="1">
                <a:solidFill>
                  <a:srgbClr val="16333A"/>
                </a:solidFill>
                <a:latin typeface="Arial"/>
                <a:ea typeface="Arial"/>
                <a:cs typeface="Arial"/>
              </a:defRPr>
            </a:lvl1pPr>
            <a:lvl2pPr algn="l">
              <a:defRPr sz="1500" b="1">
                <a:solidFill>
                  <a:srgbClr val="16333A"/>
                </a:solidFill>
                <a:latin typeface="Arial"/>
                <a:ea typeface="Arial"/>
                <a:cs typeface="Arial"/>
              </a:defRPr>
            </a:lvl2pPr>
            <a:lvl3pPr algn="l">
              <a:defRPr sz="1500" b="1">
                <a:solidFill>
                  <a:srgbClr val="16333A"/>
                </a:solidFill>
                <a:latin typeface="Arial"/>
                <a:ea typeface="Arial"/>
                <a:cs typeface="Arial"/>
              </a:defRPr>
            </a:lvl3pPr>
            <a:lvl4pPr algn="l">
              <a:defRPr sz="1500" b="1">
                <a:solidFill>
                  <a:srgbClr val="16333A"/>
                </a:solidFill>
                <a:latin typeface="Arial"/>
                <a:ea typeface="Arial"/>
                <a:cs typeface="Arial"/>
              </a:defRPr>
            </a:lvl4pPr>
            <a:lvl5pPr algn="l">
              <a:defRPr sz="1500" b="1">
                <a:solidFill>
                  <a:srgbClr val="16333A"/>
                </a:solidFill>
                <a:latin typeface="Arial"/>
                <a:ea typeface="Arial"/>
                <a:cs typeface="Arial"/>
              </a:defRPr>
            </a:lvl5pPr>
            <a:lvl6pPr algn="l">
              <a:defRPr sz="1500" b="1">
                <a:solidFill>
                  <a:srgbClr val="16333A"/>
                </a:solidFill>
                <a:latin typeface="Arial"/>
                <a:ea typeface="Arial"/>
                <a:cs typeface="Arial"/>
              </a:defRPr>
            </a:lvl6pPr>
            <a:lvl7pPr algn="l">
              <a:defRPr sz="1500" b="1">
                <a:solidFill>
                  <a:srgbClr val="16333A"/>
                </a:solidFill>
                <a:latin typeface="Arial"/>
                <a:ea typeface="Arial"/>
                <a:cs typeface="Arial"/>
              </a:defRPr>
            </a:lvl7pPr>
            <a:lvl8pPr algn="l">
              <a:defRPr sz="1500" b="1">
                <a:solidFill>
                  <a:srgbClr val="16333A"/>
                </a:solidFill>
                <a:latin typeface="Arial"/>
                <a:ea typeface="Arial"/>
                <a:cs typeface="Arial"/>
              </a:defRPr>
            </a:lvl8pPr>
            <a:lvl9pPr algn="l">
              <a:defRPr sz="1500" b="1">
                <a:solidFill>
                  <a:srgbClr val="16333A"/>
                </a:solidFill>
                <a:latin typeface="Arial"/>
                <a:ea typeface="Arial"/>
                <a:cs typeface="Arial"/>
              </a:defRPr>
            </a:lvl9pPr>
          </a:lstStyle>
          <a:p xmlns:a="http://schemas.openxmlformats.org/drawingml/2006/main">
            <a:pPr algn="l">
              <a:defRPr sz="1500" b="1">
                <a:solidFill>
                  <a:srgbClr val="16333A"/>
                </a:solidFill>
                <a:latin typeface="Arial"/>
                <a:ea typeface="Arial"/>
                <a:cs typeface="Arial"/>
              </a:defRPr>
            </a:pPr>
            <a:r>
              <a:rPr sz="1500" b="1">
                <a:solidFill>
                  <a:srgbClr val="16333A"/>
                </a:solidFill>
                <a:latin typeface="Arial"/>
                <a:ea typeface="Arial"/>
                <a:cs typeface="Arial"/>
              </a:rPr>
              <a:t>hewan · Dryad</a:t>
            </a:r>
          </a:p>
        </p:txBody>
      </p:sp>
      <p:sp>
        <p:nvSpPr>
          <p:cNvPr id="9" name="">
            <a:extLst xmlns:a="http://schemas.openxmlformats.org/drawingml/2006/main">
              <a:ext uri="{FF2B5EF4-FFF2-40B4-BE49-F238E27FC236}">
                <a16:creationId xmlns:a16="http://schemas.microsoft.com/office/drawing/2014/main" id="{99D2D3C4-07CF-4759-AFBA-404BF5BD0CEE}"/>
              </a:ext>
            </a:extLst>
          </p:cNvPr>
          <p:cNvSpPr>
            <a:spLocks xmlns:a="http://schemas.openxmlformats.org/drawingml/2006/main" noGrp="1"/>
          </p:cNvSpPr>
          <p:nvPr/>
        </p:nvSpPr>
        <p:spPr>
          <a:xfrm xmlns:a="http://schemas.openxmlformats.org/drawingml/2006/main">
            <a:off x="876300" y="309562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0">
                <a:solidFill>
                  <a:srgbClr val="5D7273"/>
                </a:solidFill>
                <a:latin typeface="Arial"/>
                <a:ea typeface="Arial"/>
                <a:cs typeface="Arial"/>
              </a:defRPr>
            </a:defPPr>
            <a:lvl1pPr algn="l">
              <a:defRPr sz="1200" b="0">
                <a:solidFill>
                  <a:srgbClr val="5D7273"/>
                </a:solidFill>
                <a:latin typeface="Arial"/>
                <a:ea typeface="Arial"/>
                <a:cs typeface="Arial"/>
              </a:defRPr>
            </a:lvl1pPr>
            <a:lvl2pPr algn="l">
              <a:defRPr sz="1200" b="0">
                <a:solidFill>
                  <a:srgbClr val="5D7273"/>
                </a:solidFill>
                <a:latin typeface="Arial"/>
                <a:ea typeface="Arial"/>
                <a:cs typeface="Arial"/>
              </a:defRPr>
            </a:lvl2pPr>
            <a:lvl3pPr algn="l">
              <a:defRPr sz="1200" b="0">
                <a:solidFill>
                  <a:srgbClr val="5D7273"/>
                </a:solidFill>
                <a:latin typeface="Arial"/>
                <a:ea typeface="Arial"/>
                <a:cs typeface="Arial"/>
              </a:defRPr>
            </a:lvl3pPr>
            <a:lvl4pPr algn="l">
              <a:defRPr sz="1200" b="0">
                <a:solidFill>
                  <a:srgbClr val="5D7273"/>
                </a:solidFill>
                <a:latin typeface="Arial"/>
                <a:ea typeface="Arial"/>
                <a:cs typeface="Arial"/>
              </a:defRPr>
            </a:lvl4pPr>
            <a:lvl5pPr algn="l">
              <a:defRPr sz="1200" b="0">
                <a:solidFill>
                  <a:srgbClr val="5D7273"/>
                </a:solidFill>
                <a:latin typeface="Arial"/>
                <a:ea typeface="Arial"/>
                <a:cs typeface="Arial"/>
              </a:defRPr>
            </a:lvl5pPr>
            <a:lvl6pPr algn="l">
              <a:defRPr sz="1200" b="0">
                <a:solidFill>
                  <a:srgbClr val="5D7273"/>
                </a:solidFill>
                <a:latin typeface="Arial"/>
                <a:ea typeface="Arial"/>
                <a:cs typeface="Arial"/>
              </a:defRPr>
            </a:lvl6pPr>
            <a:lvl7pPr algn="l">
              <a:defRPr sz="1200" b="0">
                <a:solidFill>
                  <a:srgbClr val="5D7273"/>
                </a:solidFill>
                <a:latin typeface="Arial"/>
                <a:ea typeface="Arial"/>
                <a:cs typeface="Arial"/>
              </a:defRPr>
            </a:lvl7pPr>
            <a:lvl8pPr algn="l">
              <a:defRPr sz="1200" b="0">
                <a:solidFill>
                  <a:srgbClr val="5D7273"/>
                </a:solidFill>
                <a:latin typeface="Arial"/>
                <a:ea typeface="Arial"/>
                <a:cs typeface="Arial"/>
              </a:defRPr>
            </a:lvl8pPr>
            <a:lvl9pPr algn="l">
              <a:defRPr sz="1200" b="0">
                <a:solidFill>
                  <a:srgbClr val="5D7273"/>
                </a:solidFill>
                <a:latin typeface="Arial"/>
                <a:ea typeface="Arial"/>
                <a:cs typeface="Arial"/>
              </a:defRPr>
            </a:lvl9pPr>
          </a:lstStyle>
          <a:p xmlns:a="http://schemas.openxmlformats.org/drawingml/2006/main">
            <a:pPr algn="l">
              <a:defRPr sz="1200" b="0">
                <a:solidFill>
                  <a:srgbClr val="5D7273"/>
                </a:solidFill>
                <a:latin typeface="Arial"/>
                <a:ea typeface="Arial"/>
                <a:cs typeface="Arial"/>
              </a:defRPr>
            </a:pPr>
            <a:r>
              <a:rPr sz="1200" b="0">
                <a:solidFill>
                  <a:srgbClr val="5D7273"/>
                </a:solidFill>
                <a:latin typeface="Arial"/>
                <a:ea typeface="Arial"/>
                <a:cs typeface="Arial"/>
              </a:rPr>
              <a:t>Bali 20 · 43.042 autosomal SNP</a:t>
            </a:r>
          </a:p>
        </p:txBody>
      </p:sp>
      <p:sp>
        <p:nvSpPr>
          <p:cNvPr id="10" name="">
            <a:extLst xmlns:a="http://schemas.openxmlformats.org/drawingml/2006/main">
              <a:ext uri="{FF2B5EF4-FFF2-40B4-BE49-F238E27FC236}">
                <a16:creationId xmlns:a16="http://schemas.microsoft.com/office/drawing/2014/main" id="{120C708C-1626-4CD5-B5EA-682A78583FBB}"/>
              </a:ext>
            </a:extLst>
          </p:cNvPr>
          <p:cNvSpPr>
            <a:spLocks xmlns:a="http://schemas.openxmlformats.org/drawingml/2006/main" noGrp="1"/>
          </p:cNvSpPr>
          <p:nvPr/>
        </p:nvSpPr>
        <p:spPr>
          <a:xfrm xmlns:a="http://schemas.openxmlformats.org/drawingml/2006/main">
            <a:off x="6496050" y="203835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3900" b="1">
                <a:solidFill>
                  <a:srgbClr val="087E72"/>
                </a:solidFill>
                <a:latin typeface="Arial"/>
                <a:ea typeface="Arial"/>
                <a:cs typeface="Arial"/>
              </a:defRPr>
            </a:defPPr>
            <a:lvl1pPr algn="l">
              <a:defRPr sz="3900" b="1">
                <a:solidFill>
                  <a:srgbClr val="087E72"/>
                </a:solidFill>
                <a:latin typeface="Arial"/>
                <a:ea typeface="Arial"/>
                <a:cs typeface="Arial"/>
              </a:defRPr>
            </a:lvl1pPr>
            <a:lvl2pPr algn="l">
              <a:defRPr sz="3900" b="1">
                <a:solidFill>
                  <a:srgbClr val="087E72"/>
                </a:solidFill>
                <a:latin typeface="Arial"/>
                <a:ea typeface="Arial"/>
                <a:cs typeface="Arial"/>
              </a:defRPr>
            </a:lvl2pPr>
            <a:lvl3pPr algn="l">
              <a:defRPr sz="3900" b="1">
                <a:solidFill>
                  <a:srgbClr val="087E72"/>
                </a:solidFill>
                <a:latin typeface="Arial"/>
                <a:ea typeface="Arial"/>
                <a:cs typeface="Arial"/>
              </a:defRPr>
            </a:lvl3pPr>
            <a:lvl4pPr algn="l">
              <a:defRPr sz="3900" b="1">
                <a:solidFill>
                  <a:srgbClr val="087E72"/>
                </a:solidFill>
                <a:latin typeface="Arial"/>
                <a:ea typeface="Arial"/>
                <a:cs typeface="Arial"/>
              </a:defRPr>
            </a:lvl4pPr>
            <a:lvl5pPr algn="l">
              <a:defRPr sz="3900" b="1">
                <a:solidFill>
                  <a:srgbClr val="087E72"/>
                </a:solidFill>
                <a:latin typeface="Arial"/>
                <a:ea typeface="Arial"/>
                <a:cs typeface="Arial"/>
              </a:defRPr>
            </a:lvl5pPr>
            <a:lvl6pPr algn="l">
              <a:defRPr sz="3900" b="1">
                <a:solidFill>
                  <a:srgbClr val="087E72"/>
                </a:solidFill>
                <a:latin typeface="Arial"/>
                <a:ea typeface="Arial"/>
                <a:cs typeface="Arial"/>
              </a:defRPr>
            </a:lvl6pPr>
            <a:lvl7pPr algn="l">
              <a:defRPr sz="3900" b="1">
                <a:solidFill>
                  <a:srgbClr val="087E72"/>
                </a:solidFill>
                <a:latin typeface="Arial"/>
                <a:ea typeface="Arial"/>
                <a:cs typeface="Arial"/>
              </a:defRPr>
            </a:lvl7pPr>
            <a:lvl8pPr algn="l">
              <a:defRPr sz="3900" b="1">
                <a:solidFill>
                  <a:srgbClr val="087E72"/>
                </a:solidFill>
                <a:latin typeface="Arial"/>
                <a:ea typeface="Arial"/>
                <a:cs typeface="Arial"/>
              </a:defRPr>
            </a:lvl8pPr>
            <a:lvl9pPr algn="l">
              <a:defRPr sz="3900" b="1">
                <a:solidFill>
                  <a:srgbClr val="087E72"/>
                </a:solidFill>
                <a:latin typeface="Arial"/>
                <a:ea typeface="Arial"/>
                <a:cs typeface="Arial"/>
              </a:defRPr>
            </a:lvl9pPr>
          </a:lstStyle>
          <a:p xmlns:a="http://schemas.openxmlformats.org/drawingml/2006/main">
            <a:pPr algn="l">
              <a:defRPr sz="3900" b="1">
                <a:solidFill>
                  <a:srgbClr val="087E72"/>
                </a:solidFill>
                <a:latin typeface="Arial"/>
                <a:ea typeface="Arial"/>
                <a:cs typeface="Arial"/>
              </a:defRPr>
            </a:pPr>
            <a:r>
              <a:rPr sz="3900" b="1">
                <a:solidFill>
                  <a:srgbClr val="087E72"/>
                </a:solidFill>
                <a:latin typeface="Arial"/>
                <a:ea typeface="Arial"/>
                <a:cs typeface="Arial"/>
              </a:rPr>
              <a:t>107</a:t>
            </a:r>
          </a:p>
        </p:txBody>
      </p:sp>
      <p:sp>
        <p:nvSpPr>
          <p:cNvPr id="11" name="">
            <a:extLst xmlns:a="http://schemas.openxmlformats.org/drawingml/2006/main">
              <a:ext uri="{FF2B5EF4-FFF2-40B4-BE49-F238E27FC236}">
                <a16:creationId xmlns:a16="http://schemas.microsoft.com/office/drawing/2014/main" id="{B530BB9E-795E-4E41-B60A-AF509A731A2B}"/>
              </a:ext>
            </a:extLst>
          </p:cNvPr>
          <p:cNvSpPr>
            <a:spLocks xmlns:a="http://schemas.openxmlformats.org/drawingml/2006/main" noGrp="1"/>
          </p:cNvSpPr>
          <p:nvPr/>
        </p:nvSpPr>
        <p:spPr>
          <a:xfrm xmlns:a="http://schemas.openxmlformats.org/drawingml/2006/main">
            <a:off x="6496050" y="27241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500" b="1">
                <a:solidFill>
                  <a:srgbClr val="16333A"/>
                </a:solidFill>
                <a:latin typeface="Arial"/>
                <a:ea typeface="Arial"/>
                <a:cs typeface="Arial"/>
              </a:defRPr>
            </a:defPPr>
            <a:lvl1pPr algn="l">
              <a:defRPr sz="1500" b="1">
                <a:solidFill>
                  <a:srgbClr val="16333A"/>
                </a:solidFill>
                <a:latin typeface="Arial"/>
                <a:ea typeface="Arial"/>
                <a:cs typeface="Arial"/>
              </a:defRPr>
            </a:lvl1pPr>
            <a:lvl2pPr algn="l">
              <a:defRPr sz="1500" b="1">
                <a:solidFill>
                  <a:srgbClr val="16333A"/>
                </a:solidFill>
                <a:latin typeface="Arial"/>
                <a:ea typeface="Arial"/>
                <a:cs typeface="Arial"/>
              </a:defRPr>
            </a:lvl2pPr>
            <a:lvl3pPr algn="l">
              <a:defRPr sz="1500" b="1">
                <a:solidFill>
                  <a:srgbClr val="16333A"/>
                </a:solidFill>
                <a:latin typeface="Arial"/>
                <a:ea typeface="Arial"/>
                <a:cs typeface="Arial"/>
              </a:defRPr>
            </a:lvl3pPr>
            <a:lvl4pPr algn="l">
              <a:defRPr sz="1500" b="1">
                <a:solidFill>
                  <a:srgbClr val="16333A"/>
                </a:solidFill>
                <a:latin typeface="Arial"/>
                <a:ea typeface="Arial"/>
                <a:cs typeface="Arial"/>
              </a:defRPr>
            </a:lvl4pPr>
            <a:lvl5pPr algn="l">
              <a:defRPr sz="1500" b="1">
                <a:solidFill>
                  <a:srgbClr val="16333A"/>
                </a:solidFill>
                <a:latin typeface="Arial"/>
                <a:ea typeface="Arial"/>
                <a:cs typeface="Arial"/>
              </a:defRPr>
            </a:lvl5pPr>
            <a:lvl6pPr algn="l">
              <a:defRPr sz="1500" b="1">
                <a:solidFill>
                  <a:srgbClr val="16333A"/>
                </a:solidFill>
                <a:latin typeface="Arial"/>
                <a:ea typeface="Arial"/>
                <a:cs typeface="Arial"/>
              </a:defRPr>
            </a:lvl6pPr>
            <a:lvl7pPr algn="l">
              <a:defRPr sz="1500" b="1">
                <a:solidFill>
                  <a:srgbClr val="16333A"/>
                </a:solidFill>
                <a:latin typeface="Arial"/>
                <a:ea typeface="Arial"/>
                <a:cs typeface="Arial"/>
              </a:defRPr>
            </a:lvl7pPr>
            <a:lvl8pPr algn="l">
              <a:defRPr sz="1500" b="1">
                <a:solidFill>
                  <a:srgbClr val="16333A"/>
                </a:solidFill>
                <a:latin typeface="Arial"/>
                <a:ea typeface="Arial"/>
                <a:cs typeface="Arial"/>
              </a:defRPr>
            </a:lvl8pPr>
            <a:lvl9pPr algn="l">
              <a:defRPr sz="1500" b="1">
                <a:solidFill>
                  <a:srgbClr val="16333A"/>
                </a:solidFill>
                <a:latin typeface="Arial"/>
                <a:ea typeface="Arial"/>
                <a:cs typeface="Arial"/>
              </a:defRPr>
            </a:lvl9pPr>
          </a:lstStyle>
          <a:p xmlns:a="http://schemas.openxmlformats.org/drawingml/2006/main">
            <a:pPr algn="l">
              <a:defRPr sz="1500" b="1">
                <a:solidFill>
                  <a:srgbClr val="16333A"/>
                </a:solidFill>
                <a:latin typeface="Arial"/>
                <a:ea typeface="Arial"/>
                <a:cs typeface="Arial"/>
              </a:defRPr>
            </a:pPr>
            <a:r>
              <a:rPr sz="1500" b="1">
                <a:solidFill>
                  <a:srgbClr val="16333A"/>
                </a:solidFill>
                <a:latin typeface="Arial"/>
                <a:ea typeface="Arial"/>
                <a:cs typeface="Arial"/>
              </a:rPr>
              <a:t>hewan · Figshare</a:t>
            </a:r>
          </a:p>
        </p:txBody>
      </p:sp>
      <p:sp>
        <p:nvSpPr>
          <p:cNvPr id="12" name="">
            <a:extLst xmlns:a="http://schemas.openxmlformats.org/drawingml/2006/main">
              <a:ext uri="{FF2B5EF4-FFF2-40B4-BE49-F238E27FC236}">
                <a16:creationId xmlns:a16="http://schemas.microsoft.com/office/drawing/2014/main" id="{698786FB-1018-4C67-9CD6-9B1AC5BB2DD0}"/>
              </a:ext>
            </a:extLst>
          </p:cNvPr>
          <p:cNvSpPr>
            <a:spLocks xmlns:a="http://schemas.openxmlformats.org/drawingml/2006/main" noGrp="1"/>
          </p:cNvSpPr>
          <p:nvPr/>
        </p:nvSpPr>
        <p:spPr>
          <a:xfrm xmlns:a="http://schemas.openxmlformats.org/drawingml/2006/main">
            <a:off x="6496050" y="309562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0">
                <a:solidFill>
                  <a:srgbClr val="5D7273"/>
                </a:solidFill>
                <a:latin typeface="Arial"/>
                <a:ea typeface="Arial"/>
                <a:cs typeface="Arial"/>
              </a:defRPr>
            </a:defPPr>
            <a:lvl1pPr algn="l">
              <a:defRPr sz="1200" b="0">
                <a:solidFill>
                  <a:srgbClr val="5D7273"/>
                </a:solidFill>
                <a:latin typeface="Arial"/>
                <a:ea typeface="Arial"/>
                <a:cs typeface="Arial"/>
              </a:defRPr>
            </a:lvl1pPr>
            <a:lvl2pPr algn="l">
              <a:defRPr sz="1200" b="0">
                <a:solidFill>
                  <a:srgbClr val="5D7273"/>
                </a:solidFill>
                <a:latin typeface="Arial"/>
                <a:ea typeface="Arial"/>
                <a:cs typeface="Arial"/>
              </a:defRPr>
            </a:lvl2pPr>
            <a:lvl3pPr algn="l">
              <a:defRPr sz="1200" b="0">
                <a:solidFill>
                  <a:srgbClr val="5D7273"/>
                </a:solidFill>
                <a:latin typeface="Arial"/>
                <a:ea typeface="Arial"/>
                <a:cs typeface="Arial"/>
              </a:defRPr>
            </a:lvl3pPr>
            <a:lvl4pPr algn="l">
              <a:defRPr sz="1200" b="0">
                <a:solidFill>
                  <a:srgbClr val="5D7273"/>
                </a:solidFill>
                <a:latin typeface="Arial"/>
                <a:ea typeface="Arial"/>
                <a:cs typeface="Arial"/>
              </a:defRPr>
            </a:lvl4pPr>
            <a:lvl5pPr algn="l">
              <a:defRPr sz="1200" b="0">
                <a:solidFill>
                  <a:srgbClr val="5D7273"/>
                </a:solidFill>
                <a:latin typeface="Arial"/>
                <a:ea typeface="Arial"/>
                <a:cs typeface="Arial"/>
              </a:defRPr>
            </a:lvl5pPr>
            <a:lvl6pPr algn="l">
              <a:defRPr sz="1200" b="0">
                <a:solidFill>
                  <a:srgbClr val="5D7273"/>
                </a:solidFill>
                <a:latin typeface="Arial"/>
                <a:ea typeface="Arial"/>
                <a:cs typeface="Arial"/>
              </a:defRPr>
            </a:lvl6pPr>
            <a:lvl7pPr algn="l">
              <a:defRPr sz="1200" b="0">
                <a:solidFill>
                  <a:srgbClr val="5D7273"/>
                </a:solidFill>
                <a:latin typeface="Arial"/>
                <a:ea typeface="Arial"/>
                <a:cs typeface="Arial"/>
              </a:defRPr>
            </a:lvl7pPr>
            <a:lvl8pPr algn="l">
              <a:defRPr sz="1200" b="0">
                <a:solidFill>
                  <a:srgbClr val="5D7273"/>
                </a:solidFill>
                <a:latin typeface="Arial"/>
                <a:ea typeface="Arial"/>
                <a:cs typeface="Arial"/>
              </a:defRPr>
            </a:lvl8pPr>
            <a:lvl9pPr algn="l">
              <a:defRPr sz="1200" b="0">
                <a:solidFill>
                  <a:srgbClr val="5D7273"/>
                </a:solidFill>
                <a:latin typeface="Arial"/>
                <a:ea typeface="Arial"/>
                <a:cs typeface="Arial"/>
              </a:defRPr>
            </a:lvl9pPr>
          </a:lstStyle>
          <a:p xmlns:a="http://schemas.openxmlformats.org/drawingml/2006/main">
            <a:pPr algn="l">
              <a:defRPr sz="1200" b="0">
                <a:solidFill>
                  <a:srgbClr val="5D7273"/>
                </a:solidFill>
                <a:latin typeface="Arial"/>
                <a:ea typeface="Arial"/>
                <a:cs typeface="Arial"/>
              </a:defRPr>
            </a:pPr>
            <a:r>
              <a:rPr sz="1200" b="0">
                <a:solidFill>
                  <a:srgbClr val="5D7273"/>
                </a:solidFill>
                <a:latin typeface="Arial"/>
                <a:ea typeface="Arial"/>
                <a:cs typeface="Arial"/>
              </a:rPr>
              <a:t>Bali 16 · 52.886 autosomal SNP</a:t>
            </a:r>
          </a:p>
        </p:txBody>
      </p:sp>
      <p:sp>
        <p:nvSpPr>
          <p:cNvPr id="13" name="">
            <a:extLst xmlns:a="http://schemas.openxmlformats.org/drawingml/2006/main">
              <a:ext uri="{FF2B5EF4-FFF2-40B4-BE49-F238E27FC236}">
                <a16:creationId xmlns:a16="http://schemas.microsoft.com/office/drawing/2014/main" id="{0EDCE17B-BA12-41F2-AB6E-BD8B82F60DD5}"/>
              </a:ext>
            </a:extLst>
          </p:cNvPr>
          <p:cNvSpPr>
            <a:spLocks xmlns:a="http://schemas.openxmlformats.org/drawingml/2006/main" noGrp="1"/>
          </p:cNvSpPr>
          <p:nvPr/>
        </p:nvSpPr>
        <p:spPr>
          <a:xfrm xmlns:a="http://schemas.openxmlformats.org/drawingml/2006/main">
            <a:off x="5810250" y="2076450"/>
            <a:ext cx="19050" cy="23812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71BB94-E6D8-4AF3-A1DD-424645422B57}"/>
              </a:ext>
            </a:extLst>
          </p:cNvPr>
          <p:cNvSpPr>
            <a:spLocks xmlns:a="http://schemas.openxmlformats.org/drawingml/2006/main" noGrp="1"/>
          </p:cNvSpPr>
          <p:nvPr/>
        </p:nvSpPr>
        <p:spPr>
          <a:xfrm xmlns:a="http://schemas.openxmlformats.org/drawingml/2006/main">
            <a:off x="895350" y="4143375"/>
            <a:ext cx="1033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350" b="0">
                <a:solidFill>
                  <a:srgbClr val="5D7273"/>
                </a:solidFill>
                <a:latin typeface="Arial"/>
                <a:ea typeface="Arial"/>
                <a:cs typeface="Arial"/>
              </a:defRPr>
            </a:defPPr>
            <a:lvl1pPr algn="l">
              <a:defRPr sz="1350" b="0">
                <a:solidFill>
                  <a:srgbClr val="5D7273"/>
                </a:solidFill>
                <a:latin typeface="Arial"/>
                <a:ea typeface="Arial"/>
                <a:cs typeface="Arial"/>
              </a:defRPr>
            </a:lvl1pPr>
            <a:lvl2pPr algn="l">
              <a:defRPr sz="1350" b="0">
                <a:solidFill>
                  <a:srgbClr val="5D7273"/>
                </a:solidFill>
                <a:latin typeface="Arial"/>
                <a:ea typeface="Arial"/>
                <a:cs typeface="Arial"/>
              </a:defRPr>
            </a:lvl2pPr>
            <a:lvl3pPr algn="l">
              <a:defRPr sz="1350" b="0">
                <a:solidFill>
                  <a:srgbClr val="5D7273"/>
                </a:solidFill>
                <a:latin typeface="Arial"/>
                <a:ea typeface="Arial"/>
                <a:cs typeface="Arial"/>
              </a:defRPr>
            </a:lvl3pPr>
            <a:lvl4pPr algn="l">
              <a:defRPr sz="1350" b="0">
                <a:solidFill>
                  <a:srgbClr val="5D7273"/>
                </a:solidFill>
                <a:latin typeface="Arial"/>
                <a:ea typeface="Arial"/>
                <a:cs typeface="Arial"/>
              </a:defRPr>
            </a:lvl4pPr>
            <a:lvl5pPr algn="l">
              <a:defRPr sz="1350" b="0">
                <a:solidFill>
                  <a:srgbClr val="5D7273"/>
                </a:solidFill>
                <a:latin typeface="Arial"/>
                <a:ea typeface="Arial"/>
                <a:cs typeface="Arial"/>
              </a:defRPr>
            </a:lvl5pPr>
            <a:lvl6pPr algn="l">
              <a:defRPr sz="1350" b="0">
                <a:solidFill>
                  <a:srgbClr val="5D7273"/>
                </a:solidFill>
                <a:latin typeface="Arial"/>
                <a:ea typeface="Arial"/>
                <a:cs typeface="Arial"/>
              </a:defRPr>
            </a:lvl6pPr>
            <a:lvl7pPr algn="l">
              <a:defRPr sz="1350" b="0">
                <a:solidFill>
                  <a:srgbClr val="5D7273"/>
                </a:solidFill>
                <a:latin typeface="Arial"/>
                <a:ea typeface="Arial"/>
                <a:cs typeface="Arial"/>
              </a:defRPr>
            </a:lvl7pPr>
            <a:lvl8pPr algn="l">
              <a:defRPr sz="1350" b="0">
                <a:solidFill>
                  <a:srgbClr val="5D7273"/>
                </a:solidFill>
                <a:latin typeface="Arial"/>
                <a:ea typeface="Arial"/>
                <a:cs typeface="Arial"/>
              </a:defRPr>
            </a:lvl8pPr>
            <a:lvl9pPr algn="l">
              <a:defRPr sz="1350" b="0">
                <a:solidFill>
                  <a:srgbClr val="5D7273"/>
                </a:solidFill>
                <a:latin typeface="Arial"/>
                <a:ea typeface="Arial"/>
                <a:cs typeface="Arial"/>
              </a:defRPr>
            </a:lvl9pPr>
          </a:lstStyle>
          <a:p xmlns:a="http://schemas.openxmlformats.org/drawingml/2006/main">
            <a:pPr algn="l">
              <a:defRPr sz="1350" b="0">
                <a:solidFill>
                  <a:srgbClr val="5D7273"/>
                </a:solidFill>
                <a:latin typeface="Arial"/>
                <a:ea typeface="Arial"/>
                <a:cs typeface="Arial"/>
              </a:defRPr>
            </a:pPr>
            <a:r>
              <a:rPr sz="1350" b="0">
                <a:solidFill>
                  <a:srgbClr val="5D7273"/>
                </a:solidFill>
                <a:latin typeface="Arial"/>
                <a:ea typeface="Arial"/>
                <a:cs typeface="Arial"/>
              </a:rPr>
              <a:t>Dryad: undefined sampel dikeluarkan (&gt;10% missing); 1 marker non-autosomal dikeluarkan.</a:t>
            </a:r>
          </a:p>
        </p:txBody>
      </p:sp>
      <p:sp>
        <p:nvSpPr>
          <p:cNvPr id="15" name="">
            <a:extLst xmlns:a="http://schemas.openxmlformats.org/drawingml/2006/main">
              <a:ext uri="{FF2B5EF4-FFF2-40B4-BE49-F238E27FC236}">
                <a16:creationId xmlns:a16="http://schemas.microsoft.com/office/drawing/2014/main" id="{EAA53273-5CFD-4D64-8CBC-80FB8E61459F}"/>
              </a:ext>
            </a:extLst>
          </p:cNvPr>
          <p:cNvSpPr>
            <a:spLocks xmlns:a="http://schemas.openxmlformats.org/drawingml/2006/main" noGrp="1"/>
          </p:cNvSpPr>
          <p:nvPr/>
        </p:nvSpPr>
        <p:spPr>
          <a:xfrm xmlns:a="http://schemas.openxmlformats.org/drawingml/2006/main">
            <a:off x="895350" y="458152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500" b="1">
                <a:solidFill>
                  <a:srgbClr val="16333A"/>
                </a:solidFill>
                <a:latin typeface="Arial"/>
                <a:ea typeface="Arial"/>
                <a:cs typeface="Arial"/>
              </a:defRPr>
            </a:defPPr>
            <a:lvl1pPr algn="l">
              <a:defRPr sz="1500" b="1">
                <a:solidFill>
                  <a:srgbClr val="16333A"/>
                </a:solidFill>
                <a:latin typeface="Arial"/>
                <a:ea typeface="Arial"/>
                <a:cs typeface="Arial"/>
              </a:defRPr>
            </a:lvl1pPr>
            <a:lvl2pPr algn="l">
              <a:defRPr sz="1500" b="1">
                <a:solidFill>
                  <a:srgbClr val="16333A"/>
                </a:solidFill>
                <a:latin typeface="Arial"/>
                <a:ea typeface="Arial"/>
                <a:cs typeface="Arial"/>
              </a:defRPr>
            </a:lvl2pPr>
            <a:lvl3pPr algn="l">
              <a:defRPr sz="1500" b="1">
                <a:solidFill>
                  <a:srgbClr val="16333A"/>
                </a:solidFill>
                <a:latin typeface="Arial"/>
                <a:ea typeface="Arial"/>
                <a:cs typeface="Arial"/>
              </a:defRPr>
            </a:lvl3pPr>
            <a:lvl4pPr algn="l">
              <a:defRPr sz="1500" b="1">
                <a:solidFill>
                  <a:srgbClr val="16333A"/>
                </a:solidFill>
                <a:latin typeface="Arial"/>
                <a:ea typeface="Arial"/>
                <a:cs typeface="Arial"/>
              </a:defRPr>
            </a:lvl4pPr>
            <a:lvl5pPr algn="l">
              <a:defRPr sz="1500" b="1">
                <a:solidFill>
                  <a:srgbClr val="16333A"/>
                </a:solidFill>
                <a:latin typeface="Arial"/>
                <a:ea typeface="Arial"/>
                <a:cs typeface="Arial"/>
              </a:defRPr>
            </a:lvl5pPr>
            <a:lvl6pPr algn="l">
              <a:defRPr sz="1500" b="1">
                <a:solidFill>
                  <a:srgbClr val="16333A"/>
                </a:solidFill>
                <a:latin typeface="Arial"/>
                <a:ea typeface="Arial"/>
                <a:cs typeface="Arial"/>
              </a:defRPr>
            </a:lvl6pPr>
            <a:lvl7pPr algn="l">
              <a:defRPr sz="1500" b="1">
                <a:solidFill>
                  <a:srgbClr val="16333A"/>
                </a:solidFill>
                <a:latin typeface="Arial"/>
                <a:ea typeface="Arial"/>
                <a:cs typeface="Arial"/>
              </a:defRPr>
            </a:lvl7pPr>
            <a:lvl8pPr algn="l">
              <a:defRPr sz="1500" b="1">
                <a:solidFill>
                  <a:srgbClr val="16333A"/>
                </a:solidFill>
                <a:latin typeface="Arial"/>
                <a:ea typeface="Arial"/>
                <a:cs typeface="Arial"/>
              </a:defRPr>
            </a:lvl8pPr>
            <a:lvl9pPr algn="l">
              <a:defRPr sz="1500" b="1">
                <a:solidFill>
                  <a:srgbClr val="16333A"/>
                </a:solidFill>
                <a:latin typeface="Arial"/>
                <a:ea typeface="Arial"/>
                <a:cs typeface="Arial"/>
              </a:defRPr>
            </a:lvl9pPr>
          </a:lstStyle>
          <a:p xmlns:a="http://schemas.openxmlformats.org/drawingml/2006/main">
            <a:pPr algn="l">
              <a:defRPr sz="1500" b="1">
                <a:solidFill>
                  <a:srgbClr val="16333A"/>
                </a:solidFill>
                <a:latin typeface="Arial"/>
                <a:ea typeface="Arial"/>
                <a:cs typeface="Arial"/>
              </a:defRPr>
            </a:pPr>
            <a:r>
              <a:rPr sz="1500" b="1">
                <a:solidFill>
                  <a:srgbClr val="16333A"/>
                </a:solidFill>
                <a:latin typeface="Arial"/>
                <a:ea typeface="Arial"/>
                <a:cs typeface="Arial"/>
              </a:rPr>
              <a:t>Kode alel berbeda; tidak digabungkan. Keduanya memakai koordinat UMD3.1.</a:t>
            </a:r>
          </a:p>
        </p:txBody>
      </p:sp>
      <p:sp>
        <p:nvSpPr>
          <p:cNvPr id="16" name="">
            <a:extLst xmlns:a="http://schemas.openxmlformats.org/drawingml/2006/main">
              <a:ext uri="{FF2B5EF4-FFF2-40B4-BE49-F238E27FC236}">
                <a16:creationId xmlns:a16="http://schemas.microsoft.com/office/drawing/2014/main" id="{2B2C7080-44E6-4137-9C3F-EB915ED46972}"/>
              </a:ext>
            </a:extLst>
          </p:cNvPr>
          <p:cNvSpPr>
            <a:spLocks xmlns:a="http://schemas.openxmlformats.org/drawingml/2006/main" noGrp="1"/>
          </p:cNvSpPr>
          <p:nvPr/>
        </p:nvSpPr>
        <p:spPr>
          <a:xfrm xmlns:a="http://schemas.openxmlformats.org/drawingml/2006/main">
            <a:off x="895350" y="515302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75" b="0">
                <a:solidFill>
                  <a:srgbClr val="5D7273"/>
                </a:solidFill>
                <a:latin typeface="Arial"/>
                <a:ea typeface="Arial"/>
                <a:cs typeface="Arial"/>
              </a:defRPr>
            </a:defPPr>
            <a:lvl1pPr algn="l">
              <a:defRPr sz="1275" b="0">
                <a:solidFill>
                  <a:srgbClr val="5D7273"/>
                </a:solidFill>
                <a:latin typeface="Arial"/>
                <a:ea typeface="Arial"/>
                <a:cs typeface="Arial"/>
              </a:defRPr>
            </a:lvl1pPr>
            <a:lvl2pPr algn="l">
              <a:defRPr sz="1275" b="0">
                <a:solidFill>
                  <a:srgbClr val="5D7273"/>
                </a:solidFill>
                <a:latin typeface="Arial"/>
                <a:ea typeface="Arial"/>
                <a:cs typeface="Arial"/>
              </a:defRPr>
            </a:lvl2pPr>
            <a:lvl3pPr algn="l">
              <a:defRPr sz="1275" b="0">
                <a:solidFill>
                  <a:srgbClr val="5D7273"/>
                </a:solidFill>
                <a:latin typeface="Arial"/>
                <a:ea typeface="Arial"/>
                <a:cs typeface="Arial"/>
              </a:defRPr>
            </a:lvl3pPr>
            <a:lvl4pPr algn="l">
              <a:defRPr sz="1275" b="0">
                <a:solidFill>
                  <a:srgbClr val="5D7273"/>
                </a:solidFill>
                <a:latin typeface="Arial"/>
                <a:ea typeface="Arial"/>
                <a:cs typeface="Arial"/>
              </a:defRPr>
            </a:lvl4pPr>
            <a:lvl5pPr algn="l">
              <a:defRPr sz="1275" b="0">
                <a:solidFill>
                  <a:srgbClr val="5D7273"/>
                </a:solidFill>
                <a:latin typeface="Arial"/>
                <a:ea typeface="Arial"/>
                <a:cs typeface="Arial"/>
              </a:defRPr>
            </a:lvl5pPr>
            <a:lvl6pPr algn="l">
              <a:defRPr sz="1275" b="0">
                <a:solidFill>
                  <a:srgbClr val="5D7273"/>
                </a:solidFill>
                <a:latin typeface="Arial"/>
                <a:ea typeface="Arial"/>
                <a:cs typeface="Arial"/>
              </a:defRPr>
            </a:lvl6pPr>
            <a:lvl7pPr algn="l">
              <a:defRPr sz="1275" b="0">
                <a:solidFill>
                  <a:srgbClr val="5D7273"/>
                </a:solidFill>
                <a:latin typeface="Arial"/>
                <a:ea typeface="Arial"/>
                <a:cs typeface="Arial"/>
              </a:defRPr>
            </a:lvl7pPr>
            <a:lvl8pPr algn="l">
              <a:defRPr sz="1275" b="0">
                <a:solidFill>
                  <a:srgbClr val="5D7273"/>
                </a:solidFill>
                <a:latin typeface="Arial"/>
                <a:ea typeface="Arial"/>
                <a:cs typeface="Arial"/>
              </a:defRPr>
            </a:lvl8pPr>
            <a:lvl9pPr algn="l">
              <a:defRPr sz="1275" b="0">
                <a:solidFill>
                  <a:srgbClr val="5D7273"/>
                </a:solidFill>
                <a:latin typeface="Arial"/>
                <a:ea typeface="Arial"/>
                <a:cs typeface="Arial"/>
              </a:defRPr>
            </a:lvl9pPr>
          </a:lstStyle>
          <a:p xmlns:a="http://schemas.openxmlformats.org/drawingml/2006/main">
            <a:pPr algn="l">
              <a:defRPr sz="1275" b="0">
                <a:solidFill>
                  <a:srgbClr val="5D7273"/>
                </a:solidFill>
                <a:latin typeface="Arial"/>
                <a:ea typeface="Arial"/>
                <a:cs typeface="Arial"/>
              </a:defRPr>
            </a:pPr>
            <a:r>
              <a:rPr sz="1275" b="0">
                <a:solidFill>
                  <a:srgbClr val="5D7273"/>
                </a:solidFill>
                <a:latin typeface="Arial"/>
                <a:ea typeface="Arial"/>
                <a:cs typeface="Arial"/>
              </a:rPr>
              <a:t>Checksum sumber diverifikasi sebelum ekstraksi · detail dan lisensi tersedia di dashboard.</a:t>
            </a:r>
          </a:p>
        </p:txBody>
      </p:sp>
    </p:spTree>
    <p:extLst>
      <p:ext uri="{BB962C8B-B14F-4D97-AF65-F5344CB8AC3E}">
        <p14:creationId xmlns:p14="http://schemas.microsoft.com/office/powerpoint/2010/main" val="228609051"/>
      </p:ext>
    </p:extLst>
  </p:cSld>
</p:sld>
</file>

<file path=ppt/slides/slide5.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7EF294-B575-4268-9147-42A29D7BDB5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E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F50B6B-0CAF-409F-AFF8-69F61C6F1554}"/>
              </a:ext>
            </a:extLst>
          </p:cNvPr>
          <p:cNvSpPr>
            <a:spLocks xmlns:a="http://schemas.openxmlformats.org/drawingml/2006/main" noGrp="1"/>
          </p:cNvSpPr>
          <p:nvPr/>
        </p:nvSpPr>
        <p:spPr>
          <a:xfrm xmlns:a="http://schemas.openxmlformats.org/drawingml/2006/main">
            <a:off x="666750" y="3619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087E72"/>
                </a:solidFill>
                <a:latin typeface="Arial"/>
                <a:ea typeface="Arial"/>
                <a:cs typeface="Arial"/>
              </a:defRPr>
            </a:defPPr>
            <a:lvl1pPr algn="l">
              <a:defRPr sz="1200" b="1">
                <a:solidFill>
                  <a:srgbClr val="087E72"/>
                </a:solidFill>
                <a:latin typeface="Arial"/>
                <a:ea typeface="Arial"/>
                <a:cs typeface="Arial"/>
              </a:defRPr>
            </a:lvl1pPr>
            <a:lvl2pPr algn="l">
              <a:defRPr sz="1200" b="1">
                <a:solidFill>
                  <a:srgbClr val="087E72"/>
                </a:solidFill>
                <a:latin typeface="Arial"/>
                <a:ea typeface="Arial"/>
                <a:cs typeface="Arial"/>
              </a:defRPr>
            </a:lvl2pPr>
            <a:lvl3pPr algn="l">
              <a:defRPr sz="1200" b="1">
                <a:solidFill>
                  <a:srgbClr val="087E72"/>
                </a:solidFill>
                <a:latin typeface="Arial"/>
                <a:ea typeface="Arial"/>
                <a:cs typeface="Arial"/>
              </a:defRPr>
            </a:lvl3pPr>
            <a:lvl4pPr algn="l">
              <a:defRPr sz="1200" b="1">
                <a:solidFill>
                  <a:srgbClr val="087E72"/>
                </a:solidFill>
                <a:latin typeface="Arial"/>
                <a:ea typeface="Arial"/>
                <a:cs typeface="Arial"/>
              </a:defRPr>
            </a:lvl4pPr>
            <a:lvl5pPr algn="l">
              <a:defRPr sz="1200" b="1">
                <a:solidFill>
                  <a:srgbClr val="087E72"/>
                </a:solidFill>
                <a:latin typeface="Arial"/>
                <a:ea typeface="Arial"/>
                <a:cs typeface="Arial"/>
              </a:defRPr>
            </a:lvl5pPr>
            <a:lvl6pPr algn="l">
              <a:defRPr sz="1200" b="1">
                <a:solidFill>
                  <a:srgbClr val="087E72"/>
                </a:solidFill>
                <a:latin typeface="Arial"/>
                <a:ea typeface="Arial"/>
                <a:cs typeface="Arial"/>
              </a:defRPr>
            </a:lvl6pPr>
            <a:lvl7pPr algn="l">
              <a:defRPr sz="1200" b="1">
                <a:solidFill>
                  <a:srgbClr val="087E72"/>
                </a:solidFill>
                <a:latin typeface="Arial"/>
                <a:ea typeface="Arial"/>
                <a:cs typeface="Arial"/>
              </a:defRPr>
            </a:lvl7pPr>
            <a:lvl8pPr algn="l">
              <a:defRPr sz="1200" b="1">
                <a:solidFill>
                  <a:srgbClr val="087E72"/>
                </a:solidFill>
                <a:latin typeface="Arial"/>
                <a:ea typeface="Arial"/>
                <a:cs typeface="Arial"/>
              </a:defRPr>
            </a:lvl8pPr>
            <a:lvl9pPr algn="l">
              <a:defRPr sz="1200" b="1">
                <a:solidFill>
                  <a:srgbClr val="087E72"/>
                </a:solidFill>
                <a:latin typeface="Arial"/>
                <a:ea typeface="Arial"/>
                <a:cs typeface="Arial"/>
              </a:defRPr>
            </a:lvl9pPr>
          </a:lstStyle>
          <a:p xmlns:a="http://schemas.openxmlformats.org/drawingml/2006/main">
            <a:pPr algn="l">
              <a:defRPr sz="1200" b="1">
                <a:solidFill>
                  <a:srgbClr val="087E72"/>
                </a:solidFill>
                <a:latin typeface="Arial"/>
                <a:ea typeface="Arial"/>
                <a:cs typeface="Arial"/>
              </a:defRPr>
            </a:pPr>
            <a:r>
              <a:rPr sz="1200" b="1">
                <a:solidFill>
                  <a:srgbClr val="087E72"/>
                </a:solidFill>
                <a:latin typeface="Arial"/>
                <a:ea typeface="Arial"/>
                <a:cs typeface="Arial"/>
              </a:rPr>
              <a:t>HASIL BENCHMARK</a:t>
            </a:r>
          </a:p>
        </p:txBody>
      </p:sp>
      <p:sp>
        <p:nvSpPr>
          <p:cNvPr id="3" name="">
            <a:extLst xmlns:a="http://schemas.openxmlformats.org/drawingml/2006/main">
              <a:ext uri="{FF2B5EF4-FFF2-40B4-BE49-F238E27FC236}">
                <a16:creationId xmlns:a16="http://schemas.microsoft.com/office/drawing/2014/main" id="{0F0D2071-A177-4591-B640-0BB393029967}"/>
              </a:ext>
            </a:extLst>
          </p:cNvPr>
          <p:cNvSpPr>
            <a:spLocks xmlns:a="http://schemas.openxmlformats.org/drawingml/2006/main" noGrp="1"/>
          </p:cNvSpPr>
          <p:nvPr/>
        </p:nvSpPr>
        <p:spPr>
          <a:xfrm xmlns:a="http://schemas.openxmlformats.org/drawingml/2006/main">
            <a:off x="666750" y="723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3600" b="1">
                <a:solidFill>
                  <a:srgbClr val="16333A"/>
                </a:solidFill>
                <a:latin typeface="Arial"/>
                <a:ea typeface="Arial"/>
                <a:cs typeface="Arial"/>
              </a:defRPr>
            </a:defPPr>
            <a:lvl1pPr algn="l">
              <a:defRPr sz="3600" b="1">
                <a:solidFill>
                  <a:srgbClr val="16333A"/>
                </a:solidFill>
                <a:latin typeface="Arial"/>
                <a:ea typeface="Arial"/>
                <a:cs typeface="Arial"/>
              </a:defRPr>
            </a:lvl1pPr>
            <a:lvl2pPr algn="l">
              <a:defRPr sz="3600" b="1">
                <a:solidFill>
                  <a:srgbClr val="16333A"/>
                </a:solidFill>
                <a:latin typeface="Arial"/>
                <a:ea typeface="Arial"/>
                <a:cs typeface="Arial"/>
              </a:defRPr>
            </a:lvl2pPr>
            <a:lvl3pPr algn="l">
              <a:defRPr sz="3600" b="1">
                <a:solidFill>
                  <a:srgbClr val="16333A"/>
                </a:solidFill>
                <a:latin typeface="Arial"/>
                <a:ea typeface="Arial"/>
                <a:cs typeface="Arial"/>
              </a:defRPr>
            </a:lvl3pPr>
            <a:lvl4pPr algn="l">
              <a:defRPr sz="3600" b="1">
                <a:solidFill>
                  <a:srgbClr val="16333A"/>
                </a:solidFill>
                <a:latin typeface="Arial"/>
                <a:ea typeface="Arial"/>
                <a:cs typeface="Arial"/>
              </a:defRPr>
            </a:lvl4pPr>
            <a:lvl5pPr algn="l">
              <a:defRPr sz="3600" b="1">
                <a:solidFill>
                  <a:srgbClr val="16333A"/>
                </a:solidFill>
                <a:latin typeface="Arial"/>
                <a:ea typeface="Arial"/>
                <a:cs typeface="Arial"/>
              </a:defRPr>
            </a:lvl5pPr>
            <a:lvl6pPr algn="l">
              <a:defRPr sz="3600" b="1">
                <a:solidFill>
                  <a:srgbClr val="16333A"/>
                </a:solidFill>
                <a:latin typeface="Arial"/>
                <a:ea typeface="Arial"/>
                <a:cs typeface="Arial"/>
              </a:defRPr>
            </a:lvl6pPr>
            <a:lvl7pPr algn="l">
              <a:defRPr sz="3600" b="1">
                <a:solidFill>
                  <a:srgbClr val="16333A"/>
                </a:solidFill>
                <a:latin typeface="Arial"/>
                <a:ea typeface="Arial"/>
                <a:cs typeface="Arial"/>
              </a:defRPr>
            </a:lvl7pPr>
            <a:lvl8pPr algn="l">
              <a:defRPr sz="3600" b="1">
                <a:solidFill>
                  <a:srgbClr val="16333A"/>
                </a:solidFill>
                <a:latin typeface="Arial"/>
                <a:ea typeface="Arial"/>
                <a:cs typeface="Arial"/>
              </a:defRPr>
            </a:lvl8pPr>
            <a:lvl9pPr algn="l">
              <a:defRPr sz="3600" b="1">
                <a:solidFill>
                  <a:srgbClr val="16333A"/>
                </a:solidFill>
                <a:latin typeface="Arial"/>
                <a:ea typeface="Arial"/>
                <a:cs typeface="Arial"/>
              </a:defRPr>
            </a:lvl9pPr>
          </a:lstStyle>
          <a:p xmlns:a="http://schemas.openxmlformats.org/drawingml/2006/main">
            <a:pPr algn="l">
              <a:defRPr sz="3600" b="1">
                <a:solidFill>
                  <a:srgbClr val="16333A"/>
                </a:solidFill>
                <a:latin typeface="Arial"/>
                <a:ea typeface="Arial"/>
                <a:cs typeface="Arial"/>
              </a:defRPr>
            </a:pPr>
            <a:r>
              <a:rPr sz="3600" b="1">
                <a:solidFill>
                  <a:srgbClr val="16333A"/>
                </a:solidFill>
                <a:latin typeface="Arial"/>
                <a:ea typeface="Arial"/>
                <a:cs typeface="Arial"/>
              </a:rPr>
              <a:t>Balanced accuracy pada kohort Dryad</a:t>
            </a:r>
          </a:p>
        </p:txBody>
      </p:sp>
      <p:sp>
        <p:nvSpPr>
          <p:cNvPr id="4" name="">
            <a:extLst xmlns:a="http://schemas.openxmlformats.org/drawingml/2006/main">
              <a:ext uri="{FF2B5EF4-FFF2-40B4-BE49-F238E27FC236}">
                <a16:creationId xmlns:a16="http://schemas.microsoft.com/office/drawing/2014/main" id="{8592EC05-CB01-49F4-8EC9-06ACF11B9613}"/>
              </a:ext>
            </a:extLst>
          </p:cNvPr>
          <p:cNvSpPr>
            <a:spLocks xmlns:a="http://schemas.openxmlformats.org/drawingml/2006/main" noGrp="1"/>
          </p:cNvSpPr>
          <p:nvPr/>
        </p:nvSpPr>
        <p:spPr>
          <a:xfrm xmlns:a="http://schemas.openxmlformats.org/drawingml/2006/main">
            <a:off x="666750" y="1552575"/>
            <a:ext cx="108585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C3A944-213F-4312-810A-2E7EF7E3A404}"/>
              </a:ext>
            </a:extLst>
          </p:cNvPr>
          <p:cNvSpPr>
            <a:spLocks xmlns:a="http://schemas.openxmlformats.org/drawingml/2006/main" noGrp="1"/>
          </p:cNvSpPr>
          <p:nvPr/>
        </p:nvSpPr>
        <p:spPr>
          <a:xfrm xmlns:a="http://schemas.openxmlformats.org/drawingml/2006/main">
            <a:off x="66675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050" b="1">
                <a:solidFill>
                  <a:srgbClr val="5D7273"/>
                </a:solidFill>
                <a:latin typeface="Arial"/>
                <a:ea typeface="Arial"/>
                <a:cs typeface="Arial"/>
              </a:defRPr>
            </a:defPPr>
            <a:lvl1pPr algn="l">
              <a:defRPr sz="1050" b="1">
                <a:solidFill>
                  <a:srgbClr val="5D7273"/>
                </a:solidFill>
                <a:latin typeface="Arial"/>
                <a:ea typeface="Arial"/>
                <a:cs typeface="Arial"/>
              </a:defRPr>
            </a:lvl1pPr>
            <a:lvl2pPr algn="l">
              <a:defRPr sz="1050" b="1">
                <a:solidFill>
                  <a:srgbClr val="5D7273"/>
                </a:solidFill>
                <a:latin typeface="Arial"/>
                <a:ea typeface="Arial"/>
                <a:cs typeface="Arial"/>
              </a:defRPr>
            </a:lvl2pPr>
            <a:lvl3pPr algn="l">
              <a:defRPr sz="1050" b="1">
                <a:solidFill>
                  <a:srgbClr val="5D7273"/>
                </a:solidFill>
                <a:latin typeface="Arial"/>
                <a:ea typeface="Arial"/>
                <a:cs typeface="Arial"/>
              </a:defRPr>
            </a:lvl3pPr>
            <a:lvl4pPr algn="l">
              <a:defRPr sz="1050" b="1">
                <a:solidFill>
                  <a:srgbClr val="5D7273"/>
                </a:solidFill>
                <a:latin typeface="Arial"/>
                <a:ea typeface="Arial"/>
                <a:cs typeface="Arial"/>
              </a:defRPr>
            </a:lvl4pPr>
            <a:lvl5pPr algn="l">
              <a:defRPr sz="1050" b="1">
                <a:solidFill>
                  <a:srgbClr val="5D7273"/>
                </a:solidFill>
                <a:latin typeface="Arial"/>
                <a:ea typeface="Arial"/>
                <a:cs typeface="Arial"/>
              </a:defRPr>
            </a:lvl5pPr>
            <a:lvl6pPr algn="l">
              <a:defRPr sz="1050" b="1">
                <a:solidFill>
                  <a:srgbClr val="5D7273"/>
                </a:solidFill>
                <a:latin typeface="Arial"/>
                <a:ea typeface="Arial"/>
                <a:cs typeface="Arial"/>
              </a:defRPr>
            </a:lvl6pPr>
            <a:lvl7pPr algn="l">
              <a:defRPr sz="1050" b="1">
                <a:solidFill>
                  <a:srgbClr val="5D7273"/>
                </a:solidFill>
                <a:latin typeface="Arial"/>
                <a:ea typeface="Arial"/>
                <a:cs typeface="Arial"/>
              </a:defRPr>
            </a:lvl7pPr>
            <a:lvl8pPr algn="l">
              <a:defRPr sz="1050" b="1">
                <a:solidFill>
                  <a:srgbClr val="5D7273"/>
                </a:solidFill>
                <a:latin typeface="Arial"/>
                <a:ea typeface="Arial"/>
                <a:cs typeface="Arial"/>
              </a:defRPr>
            </a:lvl8pPr>
            <a:lvl9pPr algn="l">
              <a:defRPr sz="1050" b="1">
                <a:solidFill>
                  <a:srgbClr val="5D7273"/>
                </a:solidFill>
                <a:latin typeface="Arial"/>
                <a:ea typeface="Arial"/>
                <a:cs typeface="Arial"/>
              </a:defRPr>
            </a:lvl9pPr>
          </a:lstStyle>
          <a:p xmlns:a="http://schemas.openxmlformats.org/drawingml/2006/main">
            <a:pPr algn="l">
              <a:defRPr sz="1050" b="1">
                <a:solidFill>
                  <a:srgbClr val="5D7273"/>
                </a:solidFill>
                <a:latin typeface="Arial"/>
                <a:ea typeface="Arial"/>
                <a:cs typeface="Arial"/>
              </a:defRPr>
            </a:pPr>
            <a:r>
              <a:rPr sz="1050" b="1">
                <a:solidFill>
                  <a:srgbClr val="5D7273"/>
                </a:solidFill>
                <a:latin typeface="Arial"/>
                <a:ea typeface="Arial"/>
                <a:cs typeface="Arial"/>
              </a:rPr>
              <a:t>EXASTRA  ·  GENOHACK 2026</a:t>
            </a:r>
          </a:p>
        </p:txBody>
      </p:sp>
      <p:sp>
        <p:nvSpPr>
          <p:cNvPr id="6" name="">
            <a:extLst xmlns:a="http://schemas.openxmlformats.org/drawingml/2006/main">
              <a:ext uri="{FF2B5EF4-FFF2-40B4-BE49-F238E27FC236}">
                <a16:creationId xmlns:a16="http://schemas.microsoft.com/office/drawing/2014/main" id="{1E13F02D-70E9-450E-8557-DCB7D2907F60}"/>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050" b="1">
                <a:solidFill>
                  <a:srgbClr val="5D7273"/>
                </a:solidFill>
                <a:latin typeface="Arial"/>
                <a:ea typeface="Arial"/>
                <a:cs typeface="Arial"/>
              </a:defRPr>
            </a:defPPr>
            <a:lvl1pPr algn="r">
              <a:defRPr sz="1050" b="1">
                <a:solidFill>
                  <a:srgbClr val="5D7273"/>
                </a:solidFill>
                <a:latin typeface="Arial"/>
                <a:ea typeface="Arial"/>
                <a:cs typeface="Arial"/>
              </a:defRPr>
            </a:lvl1pPr>
            <a:lvl2pPr algn="r">
              <a:defRPr sz="1050" b="1">
                <a:solidFill>
                  <a:srgbClr val="5D7273"/>
                </a:solidFill>
                <a:latin typeface="Arial"/>
                <a:ea typeface="Arial"/>
                <a:cs typeface="Arial"/>
              </a:defRPr>
            </a:lvl2pPr>
            <a:lvl3pPr algn="r">
              <a:defRPr sz="1050" b="1">
                <a:solidFill>
                  <a:srgbClr val="5D7273"/>
                </a:solidFill>
                <a:latin typeface="Arial"/>
                <a:ea typeface="Arial"/>
                <a:cs typeface="Arial"/>
              </a:defRPr>
            </a:lvl3pPr>
            <a:lvl4pPr algn="r">
              <a:defRPr sz="1050" b="1">
                <a:solidFill>
                  <a:srgbClr val="5D7273"/>
                </a:solidFill>
                <a:latin typeface="Arial"/>
                <a:ea typeface="Arial"/>
                <a:cs typeface="Arial"/>
              </a:defRPr>
            </a:lvl4pPr>
            <a:lvl5pPr algn="r">
              <a:defRPr sz="1050" b="1">
                <a:solidFill>
                  <a:srgbClr val="5D7273"/>
                </a:solidFill>
                <a:latin typeface="Arial"/>
                <a:ea typeface="Arial"/>
                <a:cs typeface="Arial"/>
              </a:defRPr>
            </a:lvl5pPr>
            <a:lvl6pPr algn="r">
              <a:defRPr sz="1050" b="1">
                <a:solidFill>
                  <a:srgbClr val="5D7273"/>
                </a:solidFill>
                <a:latin typeface="Arial"/>
                <a:ea typeface="Arial"/>
                <a:cs typeface="Arial"/>
              </a:defRPr>
            </a:lvl6pPr>
            <a:lvl7pPr algn="r">
              <a:defRPr sz="1050" b="1">
                <a:solidFill>
                  <a:srgbClr val="5D7273"/>
                </a:solidFill>
                <a:latin typeface="Arial"/>
                <a:ea typeface="Arial"/>
                <a:cs typeface="Arial"/>
              </a:defRPr>
            </a:lvl7pPr>
            <a:lvl8pPr algn="r">
              <a:defRPr sz="1050" b="1">
                <a:solidFill>
                  <a:srgbClr val="5D7273"/>
                </a:solidFill>
                <a:latin typeface="Arial"/>
                <a:ea typeface="Arial"/>
                <a:cs typeface="Arial"/>
              </a:defRPr>
            </a:lvl8pPr>
            <a:lvl9pPr algn="r">
              <a:defRPr sz="1050" b="1">
                <a:solidFill>
                  <a:srgbClr val="5D7273"/>
                </a:solidFill>
                <a:latin typeface="Arial"/>
                <a:ea typeface="Arial"/>
                <a:cs typeface="Arial"/>
              </a:defRPr>
            </a:lvl9pPr>
          </a:lstStyle>
          <a:p xmlns:a="http://schemas.openxmlformats.org/drawingml/2006/main">
            <a:pPr algn="r">
              <a:defRPr sz="1050" b="1">
                <a:solidFill>
                  <a:srgbClr val="5D7273"/>
                </a:solidFill>
                <a:latin typeface="Arial"/>
                <a:ea typeface="Arial"/>
                <a:cs typeface="Arial"/>
              </a:defRPr>
            </a:pPr>
            <a:r>
              <a:rPr sz="1050" b="1">
                <a:solidFill>
                  <a:srgbClr val="5D7273"/>
                </a:solidFill>
                <a:latin typeface="Arial"/>
                <a:ea typeface="Arial"/>
                <a:cs typeface="Arial"/>
              </a:rPr>
              <a:t>05</a:t>
            </a:r>
          </a:p>
        </p:txBody>
      </p:sp>
      <p:graphicFrame>
        <p:nvGraphicFramePr>
          <p:cNvPr id="7" name="Chart">
            <a:extLst xmlns:a="http://schemas.openxmlformats.org/drawingml/2006/main">
              <a:ext uri="{FF2B5EF4-FFF2-40B4-BE49-F238E27FC236}">
                <a16:creationId xmlns:a16="http://schemas.microsoft.com/office/drawing/2014/main" id="{B15D766A-F98D-47E4-8B53-2C4E00DAD0E4}"/>
              </a:ext>
            </a:extLst>
          </p:cNvPr>
          <p:cNvGraphicFramePr/>
          <p:nvPr/>
        </p:nvGraphicFramePr>
        <p:xfrm>
          <a:off xmlns:a="http://schemas.openxmlformats.org/drawingml/2006/main" x="809625" y="1838325"/>
          <a:ext xmlns:a="http://schemas.openxmlformats.org/drawingml/2006/main" cx="10191750" cy="3476625"/>
        </p:xfrm>
        <a:graphic xmlns:a="http://schemas.openxmlformats.org/drawingml/2006/main">
          <a:graphicData uri="http://schemas.openxmlformats.org/drawingml/2006/chart">
            <c:chart xmlns:r="http://schemas.openxmlformats.org/officeDocument/2006/relationships" xmlns:c="http://schemas.openxmlformats.org/drawingml/2006/chart" r:id="R01903e222caa42fd"/>
          </a:graphicData>
        </a:graphic>
      </p:graphicFrame>
      <p:sp>
        <p:nvSpPr>
          <p:cNvPr id="8" name="">
            <a:extLst xmlns:a="http://schemas.openxmlformats.org/drawingml/2006/main">
              <a:ext uri="{FF2B5EF4-FFF2-40B4-BE49-F238E27FC236}">
                <a16:creationId xmlns:a16="http://schemas.microsoft.com/office/drawing/2014/main" id="{7F01C79D-15AF-464F-8C21-7E805457F420}"/>
              </a:ext>
            </a:extLst>
          </p:cNvPr>
          <p:cNvSpPr>
            <a:spLocks xmlns:a="http://schemas.openxmlformats.org/drawingml/2006/main" noGrp="1"/>
          </p:cNvSpPr>
          <p:nvPr/>
        </p:nvSpPr>
        <p:spPr>
          <a:xfrm xmlns:a="http://schemas.openxmlformats.org/drawingml/2006/main">
            <a:off x="838200" y="54483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75" b="1">
                <a:solidFill>
                  <a:srgbClr val="16333A"/>
                </a:solidFill>
                <a:latin typeface="Arial"/>
                <a:ea typeface="Arial"/>
                <a:cs typeface="Arial"/>
              </a:defRPr>
            </a:defPPr>
            <a:lvl1pPr algn="l">
              <a:defRPr sz="1275" b="1">
                <a:solidFill>
                  <a:srgbClr val="16333A"/>
                </a:solidFill>
                <a:latin typeface="Arial"/>
                <a:ea typeface="Arial"/>
                <a:cs typeface="Arial"/>
              </a:defRPr>
            </a:lvl1pPr>
            <a:lvl2pPr algn="l">
              <a:defRPr sz="1275" b="1">
                <a:solidFill>
                  <a:srgbClr val="16333A"/>
                </a:solidFill>
                <a:latin typeface="Arial"/>
                <a:ea typeface="Arial"/>
                <a:cs typeface="Arial"/>
              </a:defRPr>
            </a:lvl2pPr>
            <a:lvl3pPr algn="l">
              <a:defRPr sz="1275" b="1">
                <a:solidFill>
                  <a:srgbClr val="16333A"/>
                </a:solidFill>
                <a:latin typeface="Arial"/>
                <a:ea typeface="Arial"/>
                <a:cs typeface="Arial"/>
              </a:defRPr>
            </a:lvl3pPr>
            <a:lvl4pPr algn="l">
              <a:defRPr sz="1275" b="1">
                <a:solidFill>
                  <a:srgbClr val="16333A"/>
                </a:solidFill>
                <a:latin typeface="Arial"/>
                <a:ea typeface="Arial"/>
                <a:cs typeface="Arial"/>
              </a:defRPr>
            </a:lvl4pPr>
            <a:lvl5pPr algn="l">
              <a:defRPr sz="1275" b="1">
                <a:solidFill>
                  <a:srgbClr val="16333A"/>
                </a:solidFill>
                <a:latin typeface="Arial"/>
                <a:ea typeface="Arial"/>
                <a:cs typeface="Arial"/>
              </a:defRPr>
            </a:lvl5pPr>
            <a:lvl6pPr algn="l">
              <a:defRPr sz="1275" b="1">
                <a:solidFill>
                  <a:srgbClr val="16333A"/>
                </a:solidFill>
                <a:latin typeface="Arial"/>
                <a:ea typeface="Arial"/>
                <a:cs typeface="Arial"/>
              </a:defRPr>
            </a:lvl6pPr>
            <a:lvl7pPr algn="l">
              <a:defRPr sz="1275" b="1">
                <a:solidFill>
                  <a:srgbClr val="16333A"/>
                </a:solidFill>
                <a:latin typeface="Arial"/>
                <a:ea typeface="Arial"/>
                <a:cs typeface="Arial"/>
              </a:defRPr>
            </a:lvl7pPr>
            <a:lvl8pPr algn="l">
              <a:defRPr sz="1275" b="1">
                <a:solidFill>
                  <a:srgbClr val="16333A"/>
                </a:solidFill>
                <a:latin typeface="Arial"/>
                <a:ea typeface="Arial"/>
                <a:cs typeface="Arial"/>
              </a:defRPr>
            </a:lvl8pPr>
            <a:lvl9pPr algn="l">
              <a:defRPr sz="1275" b="1">
                <a:solidFill>
                  <a:srgbClr val="16333A"/>
                </a:solidFill>
                <a:latin typeface="Arial"/>
                <a:ea typeface="Arial"/>
                <a:cs typeface="Arial"/>
              </a:defRPr>
            </a:lvl9pPr>
          </a:lstStyle>
          <a:p xmlns:a="http://schemas.openxmlformats.org/drawingml/2006/main">
            <a:pPr algn="l">
              <a:defRPr sz="1275" b="1">
                <a:solidFill>
                  <a:srgbClr val="16333A"/>
                </a:solidFill>
                <a:latin typeface="Arial"/>
                <a:ea typeface="Arial"/>
                <a:cs typeface="Arial"/>
              </a:defRPr>
            </a:pPr>
            <a:r>
              <a:rPr sz="1275" b="1">
                <a:solidFill>
                  <a:srgbClr val="16333A"/>
                </a:solidFill>
                <a:latin typeface="Arial"/>
                <a:ea typeface="Arial"/>
                <a:cs typeface="Arial"/>
              </a:rPr>
              <a:t>48 SNP: BantengPanel 0.960 · Global-MAF 0.969 · acak 0.962</a:t>
            </a:r>
          </a:p>
        </p:txBody>
      </p:sp>
      <p:sp>
        <p:nvSpPr>
          <p:cNvPr id="9" name="">
            <a:extLst xmlns:a="http://schemas.openxmlformats.org/drawingml/2006/main">
              <a:ext uri="{FF2B5EF4-FFF2-40B4-BE49-F238E27FC236}">
                <a16:creationId xmlns:a16="http://schemas.microsoft.com/office/drawing/2014/main" id="{FF7A2181-732B-4EEE-BD0B-9837DBD16E92}"/>
              </a:ext>
            </a:extLst>
          </p:cNvPr>
          <p:cNvSpPr>
            <a:spLocks xmlns:a="http://schemas.openxmlformats.org/drawingml/2006/main" noGrp="1"/>
          </p:cNvSpPr>
          <p:nvPr/>
        </p:nvSpPr>
        <p:spPr>
          <a:xfrm xmlns:a="http://schemas.openxmlformats.org/drawingml/2006/main">
            <a:off x="838200" y="57912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C38E37"/>
                </a:solidFill>
                <a:latin typeface="Arial"/>
                <a:ea typeface="Arial"/>
                <a:cs typeface="Arial"/>
              </a:defRPr>
            </a:defPPr>
            <a:lvl1pPr algn="l">
              <a:defRPr sz="1200" b="1">
                <a:solidFill>
                  <a:srgbClr val="C38E37"/>
                </a:solidFill>
                <a:latin typeface="Arial"/>
                <a:ea typeface="Arial"/>
                <a:cs typeface="Arial"/>
              </a:defRPr>
            </a:lvl1pPr>
            <a:lvl2pPr algn="l">
              <a:defRPr sz="1200" b="1">
                <a:solidFill>
                  <a:srgbClr val="C38E37"/>
                </a:solidFill>
                <a:latin typeface="Arial"/>
                <a:ea typeface="Arial"/>
                <a:cs typeface="Arial"/>
              </a:defRPr>
            </a:lvl2pPr>
            <a:lvl3pPr algn="l">
              <a:defRPr sz="1200" b="1">
                <a:solidFill>
                  <a:srgbClr val="C38E37"/>
                </a:solidFill>
                <a:latin typeface="Arial"/>
                <a:ea typeface="Arial"/>
                <a:cs typeface="Arial"/>
              </a:defRPr>
            </a:lvl3pPr>
            <a:lvl4pPr algn="l">
              <a:defRPr sz="1200" b="1">
                <a:solidFill>
                  <a:srgbClr val="C38E37"/>
                </a:solidFill>
                <a:latin typeface="Arial"/>
                <a:ea typeface="Arial"/>
                <a:cs typeface="Arial"/>
              </a:defRPr>
            </a:lvl4pPr>
            <a:lvl5pPr algn="l">
              <a:defRPr sz="1200" b="1">
                <a:solidFill>
                  <a:srgbClr val="C38E37"/>
                </a:solidFill>
                <a:latin typeface="Arial"/>
                <a:ea typeface="Arial"/>
                <a:cs typeface="Arial"/>
              </a:defRPr>
            </a:lvl5pPr>
            <a:lvl6pPr algn="l">
              <a:defRPr sz="1200" b="1">
                <a:solidFill>
                  <a:srgbClr val="C38E37"/>
                </a:solidFill>
                <a:latin typeface="Arial"/>
                <a:ea typeface="Arial"/>
                <a:cs typeface="Arial"/>
              </a:defRPr>
            </a:lvl6pPr>
            <a:lvl7pPr algn="l">
              <a:defRPr sz="1200" b="1">
                <a:solidFill>
                  <a:srgbClr val="C38E37"/>
                </a:solidFill>
                <a:latin typeface="Arial"/>
                <a:ea typeface="Arial"/>
                <a:cs typeface="Arial"/>
              </a:defRPr>
            </a:lvl7pPr>
            <a:lvl8pPr algn="l">
              <a:defRPr sz="1200" b="1">
                <a:solidFill>
                  <a:srgbClr val="C38E37"/>
                </a:solidFill>
                <a:latin typeface="Arial"/>
                <a:ea typeface="Arial"/>
                <a:cs typeface="Arial"/>
              </a:defRPr>
            </a:lvl8pPr>
            <a:lvl9pPr algn="l">
              <a:defRPr sz="1200" b="1">
                <a:solidFill>
                  <a:srgbClr val="C38E37"/>
                </a:solidFill>
                <a:latin typeface="Arial"/>
                <a:ea typeface="Arial"/>
                <a:cs typeface="Arial"/>
              </a:defRPr>
            </a:lvl9pPr>
          </a:lstStyle>
          <a:p xmlns:a="http://schemas.openxmlformats.org/drawingml/2006/main">
            <a:pPr algn="l">
              <a:defRPr sz="1200" b="1">
                <a:solidFill>
                  <a:srgbClr val="C38E37"/>
                </a:solidFill>
                <a:latin typeface="Arial"/>
                <a:ea typeface="Arial"/>
                <a:cs typeface="Arial"/>
              </a:defRPr>
            </a:pPr>
            <a:r>
              <a:rPr sz="1200" b="1">
                <a:solidFill>
                  <a:srgbClr val="C38E37"/>
                </a:solidFill>
                <a:latin typeface="Arial"/>
                <a:ea typeface="Arial"/>
                <a:cs typeface="Arial"/>
              </a:rPr>
              <a:t>Tidak ada keunggulan konsisten atas Global-MAF. Dryad: 20 sampel Bali; SD antar-fold deskriptif.</a:t>
            </a:r>
          </a:p>
        </p:txBody>
      </p:sp>
    </p:spTree>
    <p:extLst>
      <p:ext uri="{BB962C8B-B14F-4D97-AF65-F5344CB8AC3E}">
        <p14:creationId xmlns:p14="http://schemas.microsoft.com/office/powerpoint/2010/main" val="1746818461"/>
      </p:ext>
    </p:extLst>
  </p:cSld>
</p:sld>
</file>

<file path=ppt/slides/slide6.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84CE94E-9859-4C0A-96E2-C28A52F347C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E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CF6A129-CDED-4319-AB7C-7FC82EC2C973}"/>
              </a:ext>
            </a:extLst>
          </p:cNvPr>
          <p:cNvSpPr>
            <a:spLocks xmlns:a="http://schemas.openxmlformats.org/drawingml/2006/main" noGrp="1"/>
          </p:cNvSpPr>
          <p:nvPr/>
        </p:nvSpPr>
        <p:spPr>
          <a:xfrm xmlns:a="http://schemas.openxmlformats.org/drawingml/2006/main">
            <a:off x="666750" y="3619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087E72"/>
                </a:solidFill>
                <a:latin typeface="Arial"/>
                <a:ea typeface="Arial"/>
                <a:cs typeface="Arial"/>
              </a:defRPr>
            </a:defPPr>
            <a:lvl1pPr algn="l">
              <a:defRPr sz="1200" b="1">
                <a:solidFill>
                  <a:srgbClr val="087E72"/>
                </a:solidFill>
                <a:latin typeface="Arial"/>
                <a:ea typeface="Arial"/>
                <a:cs typeface="Arial"/>
              </a:defRPr>
            </a:lvl1pPr>
            <a:lvl2pPr algn="l">
              <a:defRPr sz="1200" b="1">
                <a:solidFill>
                  <a:srgbClr val="087E72"/>
                </a:solidFill>
                <a:latin typeface="Arial"/>
                <a:ea typeface="Arial"/>
                <a:cs typeface="Arial"/>
              </a:defRPr>
            </a:lvl2pPr>
            <a:lvl3pPr algn="l">
              <a:defRPr sz="1200" b="1">
                <a:solidFill>
                  <a:srgbClr val="087E72"/>
                </a:solidFill>
                <a:latin typeface="Arial"/>
                <a:ea typeface="Arial"/>
                <a:cs typeface="Arial"/>
              </a:defRPr>
            </a:lvl3pPr>
            <a:lvl4pPr algn="l">
              <a:defRPr sz="1200" b="1">
                <a:solidFill>
                  <a:srgbClr val="087E72"/>
                </a:solidFill>
                <a:latin typeface="Arial"/>
                <a:ea typeface="Arial"/>
                <a:cs typeface="Arial"/>
              </a:defRPr>
            </a:lvl4pPr>
            <a:lvl5pPr algn="l">
              <a:defRPr sz="1200" b="1">
                <a:solidFill>
                  <a:srgbClr val="087E72"/>
                </a:solidFill>
                <a:latin typeface="Arial"/>
                <a:ea typeface="Arial"/>
                <a:cs typeface="Arial"/>
              </a:defRPr>
            </a:lvl5pPr>
            <a:lvl6pPr algn="l">
              <a:defRPr sz="1200" b="1">
                <a:solidFill>
                  <a:srgbClr val="087E72"/>
                </a:solidFill>
                <a:latin typeface="Arial"/>
                <a:ea typeface="Arial"/>
                <a:cs typeface="Arial"/>
              </a:defRPr>
            </a:lvl6pPr>
            <a:lvl7pPr algn="l">
              <a:defRPr sz="1200" b="1">
                <a:solidFill>
                  <a:srgbClr val="087E72"/>
                </a:solidFill>
                <a:latin typeface="Arial"/>
                <a:ea typeface="Arial"/>
                <a:cs typeface="Arial"/>
              </a:defRPr>
            </a:lvl7pPr>
            <a:lvl8pPr algn="l">
              <a:defRPr sz="1200" b="1">
                <a:solidFill>
                  <a:srgbClr val="087E72"/>
                </a:solidFill>
                <a:latin typeface="Arial"/>
                <a:ea typeface="Arial"/>
                <a:cs typeface="Arial"/>
              </a:defRPr>
            </a:lvl8pPr>
            <a:lvl9pPr algn="l">
              <a:defRPr sz="1200" b="1">
                <a:solidFill>
                  <a:srgbClr val="087E72"/>
                </a:solidFill>
                <a:latin typeface="Arial"/>
                <a:ea typeface="Arial"/>
                <a:cs typeface="Arial"/>
              </a:defRPr>
            </a:lvl9pPr>
          </a:lstStyle>
          <a:p xmlns:a="http://schemas.openxmlformats.org/drawingml/2006/main">
            <a:pPr algn="l">
              <a:defRPr sz="1200" b="1">
                <a:solidFill>
                  <a:srgbClr val="087E72"/>
                </a:solidFill>
                <a:latin typeface="Arial"/>
                <a:ea typeface="Arial"/>
                <a:cs typeface="Arial"/>
              </a:defRPr>
            </a:pPr>
            <a:r>
              <a:rPr sz="1200" b="1">
                <a:solidFill>
                  <a:srgbClr val="087E72"/>
                </a:solidFill>
                <a:latin typeface="Arial"/>
                <a:ea typeface="Arial"/>
                <a:cs typeface="Arial"/>
              </a:rPr>
              <a:t>PELANGGAN DAN MODEL BISNIS</a:t>
            </a:r>
          </a:p>
        </p:txBody>
      </p:sp>
      <p:sp>
        <p:nvSpPr>
          <p:cNvPr id="3" name="">
            <a:extLst xmlns:a="http://schemas.openxmlformats.org/drawingml/2006/main">
              <a:ext uri="{FF2B5EF4-FFF2-40B4-BE49-F238E27FC236}">
                <a16:creationId xmlns:a16="http://schemas.microsoft.com/office/drawing/2014/main" id="{2F9AC04A-47B0-4E1C-ACE7-E75CB2124F92}"/>
              </a:ext>
            </a:extLst>
          </p:cNvPr>
          <p:cNvSpPr>
            <a:spLocks xmlns:a="http://schemas.openxmlformats.org/drawingml/2006/main" noGrp="1"/>
          </p:cNvSpPr>
          <p:nvPr/>
        </p:nvSpPr>
        <p:spPr>
          <a:xfrm xmlns:a="http://schemas.openxmlformats.org/drawingml/2006/main">
            <a:off x="666750" y="723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3600" b="1">
                <a:solidFill>
                  <a:srgbClr val="16333A"/>
                </a:solidFill>
                <a:latin typeface="Arial"/>
                <a:ea typeface="Arial"/>
                <a:cs typeface="Arial"/>
              </a:defRPr>
            </a:defPPr>
            <a:lvl1pPr algn="l">
              <a:defRPr sz="3600" b="1">
                <a:solidFill>
                  <a:srgbClr val="16333A"/>
                </a:solidFill>
                <a:latin typeface="Arial"/>
                <a:ea typeface="Arial"/>
                <a:cs typeface="Arial"/>
              </a:defRPr>
            </a:lvl1pPr>
            <a:lvl2pPr algn="l">
              <a:defRPr sz="3600" b="1">
                <a:solidFill>
                  <a:srgbClr val="16333A"/>
                </a:solidFill>
                <a:latin typeface="Arial"/>
                <a:ea typeface="Arial"/>
                <a:cs typeface="Arial"/>
              </a:defRPr>
            </a:lvl2pPr>
            <a:lvl3pPr algn="l">
              <a:defRPr sz="3600" b="1">
                <a:solidFill>
                  <a:srgbClr val="16333A"/>
                </a:solidFill>
                <a:latin typeface="Arial"/>
                <a:ea typeface="Arial"/>
                <a:cs typeface="Arial"/>
              </a:defRPr>
            </a:lvl3pPr>
            <a:lvl4pPr algn="l">
              <a:defRPr sz="3600" b="1">
                <a:solidFill>
                  <a:srgbClr val="16333A"/>
                </a:solidFill>
                <a:latin typeface="Arial"/>
                <a:ea typeface="Arial"/>
                <a:cs typeface="Arial"/>
              </a:defRPr>
            </a:lvl4pPr>
            <a:lvl5pPr algn="l">
              <a:defRPr sz="3600" b="1">
                <a:solidFill>
                  <a:srgbClr val="16333A"/>
                </a:solidFill>
                <a:latin typeface="Arial"/>
                <a:ea typeface="Arial"/>
                <a:cs typeface="Arial"/>
              </a:defRPr>
            </a:lvl5pPr>
            <a:lvl6pPr algn="l">
              <a:defRPr sz="3600" b="1">
                <a:solidFill>
                  <a:srgbClr val="16333A"/>
                </a:solidFill>
                <a:latin typeface="Arial"/>
                <a:ea typeface="Arial"/>
                <a:cs typeface="Arial"/>
              </a:defRPr>
            </a:lvl6pPr>
            <a:lvl7pPr algn="l">
              <a:defRPr sz="3600" b="1">
                <a:solidFill>
                  <a:srgbClr val="16333A"/>
                </a:solidFill>
                <a:latin typeface="Arial"/>
                <a:ea typeface="Arial"/>
                <a:cs typeface="Arial"/>
              </a:defRPr>
            </a:lvl7pPr>
            <a:lvl8pPr algn="l">
              <a:defRPr sz="3600" b="1">
                <a:solidFill>
                  <a:srgbClr val="16333A"/>
                </a:solidFill>
                <a:latin typeface="Arial"/>
                <a:ea typeface="Arial"/>
                <a:cs typeface="Arial"/>
              </a:defRPr>
            </a:lvl8pPr>
            <a:lvl9pPr algn="l">
              <a:defRPr sz="3600" b="1">
                <a:solidFill>
                  <a:srgbClr val="16333A"/>
                </a:solidFill>
                <a:latin typeface="Arial"/>
                <a:ea typeface="Arial"/>
                <a:cs typeface="Arial"/>
              </a:defRPr>
            </a:lvl9pPr>
          </a:lstStyle>
          <a:p xmlns:a="http://schemas.openxmlformats.org/drawingml/2006/main">
            <a:pPr algn="l">
              <a:defRPr sz="3600" b="1">
                <a:solidFill>
                  <a:srgbClr val="16333A"/>
                </a:solidFill>
                <a:latin typeface="Arial"/>
                <a:ea typeface="Arial"/>
                <a:cs typeface="Arial"/>
              </a:defRPr>
            </a:pPr>
            <a:r>
              <a:rPr sz="3600" b="1">
                <a:solidFill>
                  <a:srgbClr val="16333A"/>
                </a:solidFill>
                <a:latin typeface="Arial"/>
                <a:ea typeface="Arial"/>
                <a:cs typeface="Arial"/>
              </a:rPr>
              <a:t>Adopsi dimulai dari proyek desain panel</a:t>
            </a:r>
          </a:p>
        </p:txBody>
      </p:sp>
      <p:sp>
        <p:nvSpPr>
          <p:cNvPr id="4" name="">
            <a:extLst xmlns:a="http://schemas.openxmlformats.org/drawingml/2006/main">
              <a:ext uri="{FF2B5EF4-FFF2-40B4-BE49-F238E27FC236}">
                <a16:creationId xmlns:a16="http://schemas.microsoft.com/office/drawing/2014/main" id="{AA1C5412-CC2B-4952-9FB5-6C0F9245A3B3}"/>
              </a:ext>
            </a:extLst>
          </p:cNvPr>
          <p:cNvSpPr>
            <a:spLocks xmlns:a="http://schemas.openxmlformats.org/drawingml/2006/main" noGrp="1"/>
          </p:cNvSpPr>
          <p:nvPr/>
        </p:nvSpPr>
        <p:spPr>
          <a:xfrm xmlns:a="http://schemas.openxmlformats.org/drawingml/2006/main">
            <a:off x="666750" y="1552575"/>
            <a:ext cx="108585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3C0CEDE-CAD3-46AF-9C80-E528084330C9}"/>
              </a:ext>
            </a:extLst>
          </p:cNvPr>
          <p:cNvSpPr>
            <a:spLocks xmlns:a="http://schemas.openxmlformats.org/drawingml/2006/main" noGrp="1"/>
          </p:cNvSpPr>
          <p:nvPr/>
        </p:nvSpPr>
        <p:spPr>
          <a:xfrm xmlns:a="http://schemas.openxmlformats.org/drawingml/2006/main">
            <a:off x="66675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050" b="1">
                <a:solidFill>
                  <a:srgbClr val="5D7273"/>
                </a:solidFill>
                <a:latin typeface="Arial"/>
                <a:ea typeface="Arial"/>
                <a:cs typeface="Arial"/>
              </a:defRPr>
            </a:defPPr>
            <a:lvl1pPr algn="l">
              <a:defRPr sz="1050" b="1">
                <a:solidFill>
                  <a:srgbClr val="5D7273"/>
                </a:solidFill>
                <a:latin typeface="Arial"/>
                <a:ea typeface="Arial"/>
                <a:cs typeface="Arial"/>
              </a:defRPr>
            </a:lvl1pPr>
            <a:lvl2pPr algn="l">
              <a:defRPr sz="1050" b="1">
                <a:solidFill>
                  <a:srgbClr val="5D7273"/>
                </a:solidFill>
                <a:latin typeface="Arial"/>
                <a:ea typeface="Arial"/>
                <a:cs typeface="Arial"/>
              </a:defRPr>
            </a:lvl2pPr>
            <a:lvl3pPr algn="l">
              <a:defRPr sz="1050" b="1">
                <a:solidFill>
                  <a:srgbClr val="5D7273"/>
                </a:solidFill>
                <a:latin typeface="Arial"/>
                <a:ea typeface="Arial"/>
                <a:cs typeface="Arial"/>
              </a:defRPr>
            </a:lvl3pPr>
            <a:lvl4pPr algn="l">
              <a:defRPr sz="1050" b="1">
                <a:solidFill>
                  <a:srgbClr val="5D7273"/>
                </a:solidFill>
                <a:latin typeface="Arial"/>
                <a:ea typeface="Arial"/>
                <a:cs typeface="Arial"/>
              </a:defRPr>
            </a:lvl4pPr>
            <a:lvl5pPr algn="l">
              <a:defRPr sz="1050" b="1">
                <a:solidFill>
                  <a:srgbClr val="5D7273"/>
                </a:solidFill>
                <a:latin typeface="Arial"/>
                <a:ea typeface="Arial"/>
                <a:cs typeface="Arial"/>
              </a:defRPr>
            </a:lvl5pPr>
            <a:lvl6pPr algn="l">
              <a:defRPr sz="1050" b="1">
                <a:solidFill>
                  <a:srgbClr val="5D7273"/>
                </a:solidFill>
                <a:latin typeface="Arial"/>
                <a:ea typeface="Arial"/>
                <a:cs typeface="Arial"/>
              </a:defRPr>
            </a:lvl6pPr>
            <a:lvl7pPr algn="l">
              <a:defRPr sz="1050" b="1">
                <a:solidFill>
                  <a:srgbClr val="5D7273"/>
                </a:solidFill>
                <a:latin typeface="Arial"/>
                <a:ea typeface="Arial"/>
                <a:cs typeface="Arial"/>
              </a:defRPr>
            </a:lvl7pPr>
            <a:lvl8pPr algn="l">
              <a:defRPr sz="1050" b="1">
                <a:solidFill>
                  <a:srgbClr val="5D7273"/>
                </a:solidFill>
                <a:latin typeface="Arial"/>
                <a:ea typeface="Arial"/>
                <a:cs typeface="Arial"/>
              </a:defRPr>
            </a:lvl8pPr>
            <a:lvl9pPr algn="l">
              <a:defRPr sz="1050" b="1">
                <a:solidFill>
                  <a:srgbClr val="5D7273"/>
                </a:solidFill>
                <a:latin typeface="Arial"/>
                <a:ea typeface="Arial"/>
                <a:cs typeface="Arial"/>
              </a:defRPr>
            </a:lvl9pPr>
          </a:lstStyle>
          <a:p xmlns:a="http://schemas.openxmlformats.org/drawingml/2006/main">
            <a:pPr algn="l">
              <a:defRPr sz="1050" b="1">
                <a:solidFill>
                  <a:srgbClr val="5D7273"/>
                </a:solidFill>
                <a:latin typeface="Arial"/>
                <a:ea typeface="Arial"/>
                <a:cs typeface="Arial"/>
              </a:defRPr>
            </a:pPr>
            <a:r>
              <a:rPr sz="1050" b="1">
                <a:solidFill>
                  <a:srgbClr val="5D7273"/>
                </a:solidFill>
                <a:latin typeface="Arial"/>
                <a:ea typeface="Arial"/>
                <a:cs typeface="Arial"/>
              </a:rPr>
              <a:t>EXASTRA  ·  GENOHACK 2026</a:t>
            </a:r>
          </a:p>
        </p:txBody>
      </p:sp>
      <p:sp>
        <p:nvSpPr>
          <p:cNvPr id="6" name="">
            <a:extLst xmlns:a="http://schemas.openxmlformats.org/drawingml/2006/main">
              <a:ext uri="{FF2B5EF4-FFF2-40B4-BE49-F238E27FC236}">
                <a16:creationId xmlns:a16="http://schemas.microsoft.com/office/drawing/2014/main" id="{6CD15F3D-DA46-4710-9CB2-886AC4F25605}"/>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050" b="1">
                <a:solidFill>
                  <a:srgbClr val="5D7273"/>
                </a:solidFill>
                <a:latin typeface="Arial"/>
                <a:ea typeface="Arial"/>
                <a:cs typeface="Arial"/>
              </a:defRPr>
            </a:defPPr>
            <a:lvl1pPr algn="r">
              <a:defRPr sz="1050" b="1">
                <a:solidFill>
                  <a:srgbClr val="5D7273"/>
                </a:solidFill>
                <a:latin typeface="Arial"/>
                <a:ea typeface="Arial"/>
                <a:cs typeface="Arial"/>
              </a:defRPr>
            </a:lvl1pPr>
            <a:lvl2pPr algn="r">
              <a:defRPr sz="1050" b="1">
                <a:solidFill>
                  <a:srgbClr val="5D7273"/>
                </a:solidFill>
                <a:latin typeface="Arial"/>
                <a:ea typeface="Arial"/>
                <a:cs typeface="Arial"/>
              </a:defRPr>
            </a:lvl2pPr>
            <a:lvl3pPr algn="r">
              <a:defRPr sz="1050" b="1">
                <a:solidFill>
                  <a:srgbClr val="5D7273"/>
                </a:solidFill>
                <a:latin typeface="Arial"/>
                <a:ea typeface="Arial"/>
                <a:cs typeface="Arial"/>
              </a:defRPr>
            </a:lvl3pPr>
            <a:lvl4pPr algn="r">
              <a:defRPr sz="1050" b="1">
                <a:solidFill>
                  <a:srgbClr val="5D7273"/>
                </a:solidFill>
                <a:latin typeface="Arial"/>
                <a:ea typeface="Arial"/>
                <a:cs typeface="Arial"/>
              </a:defRPr>
            </a:lvl4pPr>
            <a:lvl5pPr algn="r">
              <a:defRPr sz="1050" b="1">
                <a:solidFill>
                  <a:srgbClr val="5D7273"/>
                </a:solidFill>
                <a:latin typeface="Arial"/>
                <a:ea typeface="Arial"/>
                <a:cs typeface="Arial"/>
              </a:defRPr>
            </a:lvl5pPr>
            <a:lvl6pPr algn="r">
              <a:defRPr sz="1050" b="1">
                <a:solidFill>
                  <a:srgbClr val="5D7273"/>
                </a:solidFill>
                <a:latin typeface="Arial"/>
                <a:ea typeface="Arial"/>
                <a:cs typeface="Arial"/>
              </a:defRPr>
            </a:lvl6pPr>
            <a:lvl7pPr algn="r">
              <a:defRPr sz="1050" b="1">
                <a:solidFill>
                  <a:srgbClr val="5D7273"/>
                </a:solidFill>
                <a:latin typeface="Arial"/>
                <a:ea typeface="Arial"/>
                <a:cs typeface="Arial"/>
              </a:defRPr>
            </a:lvl7pPr>
            <a:lvl8pPr algn="r">
              <a:defRPr sz="1050" b="1">
                <a:solidFill>
                  <a:srgbClr val="5D7273"/>
                </a:solidFill>
                <a:latin typeface="Arial"/>
                <a:ea typeface="Arial"/>
                <a:cs typeface="Arial"/>
              </a:defRPr>
            </a:lvl8pPr>
            <a:lvl9pPr algn="r">
              <a:defRPr sz="1050" b="1">
                <a:solidFill>
                  <a:srgbClr val="5D7273"/>
                </a:solidFill>
                <a:latin typeface="Arial"/>
                <a:ea typeface="Arial"/>
                <a:cs typeface="Arial"/>
              </a:defRPr>
            </a:lvl9pPr>
          </a:lstStyle>
          <a:p xmlns:a="http://schemas.openxmlformats.org/drawingml/2006/main">
            <a:pPr algn="r">
              <a:defRPr sz="1050" b="1">
                <a:solidFill>
                  <a:srgbClr val="5D7273"/>
                </a:solidFill>
                <a:latin typeface="Arial"/>
                <a:ea typeface="Arial"/>
                <a:cs typeface="Arial"/>
              </a:defRPr>
            </a:pPr>
            <a:r>
              <a:rPr sz="1050" b="1">
                <a:solidFill>
                  <a:srgbClr val="5D7273"/>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026FD0FF-BB1D-45AB-B63E-713C530901B9}"/>
              </a:ext>
            </a:extLst>
          </p:cNvPr>
          <p:cNvSpPr>
            <a:spLocks xmlns:a="http://schemas.openxmlformats.org/drawingml/2006/main" noGrp="1"/>
          </p:cNvSpPr>
          <p:nvPr/>
        </p:nvSpPr>
        <p:spPr>
          <a:xfrm xmlns:a="http://schemas.openxmlformats.org/drawingml/2006/main">
            <a:off x="781050" y="20764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087E72"/>
                </a:solidFill>
                <a:latin typeface="Arial"/>
                <a:ea typeface="Arial"/>
                <a:cs typeface="Arial"/>
              </a:defRPr>
            </a:defPPr>
            <a:lvl1pPr algn="l">
              <a:defRPr sz="1200" b="1">
                <a:solidFill>
                  <a:srgbClr val="087E72"/>
                </a:solidFill>
                <a:latin typeface="Arial"/>
                <a:ea typeface="Arial"/>
                <a:cs typeface="Arial"/>
              </a:defRPr>
            </a:lvl1pPr>
            <a:lvl2pPr algn="l">
              <a:defRPr sz="1200" b="1">
                <a:solidFill>
                  <a:srgbClr val="087E72"/>
                </a:solidFill>
                <a:latin typeface="Arial"/>
                <a:ea typeface="Arial"/>
                <a:cs typeface="Arial"/>
              </a:defRPr>
            </a:lvl2pPr>
            <a:lvl3pPr algn="l">
              <a:defRPr sz="1200" b="1">
                <a:solidFill>
                  <a:srgbClr val="087E72"/>
                </a:solidFill>
                <a:latin typeface="Arial"/>
                <a:ea typeface="Arial"/>
                <a:cs typeface="Arial"/>
              </a:defRPr>
            </a:lvl3pPr>
            <a:lvl4pPr algn="l">
              <a:defRPr sz="1200" b="1">
                <a:solidFill>
                  <a:srgbClr val="087E72"/>
                </a:solidFill>
                <a:latin typeface="Arial"/>
                <a:ea typeface="Arial"/>
                <a:cs typeface="Arial"/>
              </a:defRPr>
            </a:lvl4pPr>
            <a:lvl5pPr algn="l">
              <a:defRPr sz="1200" b="1">
                <a:solidFill>
                  <a:srgbClr val="087E72"/>
                </a:solidFill>
                <a:latin typeface="Arial"/>
                <a:ea typeface="Arial"/>
                <a:cs typeface="Arial"/>
              </a:defRPr>
            </a:lvl5pPr>
            <a:lvl6pPr algn="l">
              <a:defRPr sz="1200" b="1">
                <a:solidFill>
                  <a:srgbClr val="087E72"/>
                </a:solidFill>
                <a:latin typeface="Arial"/>
                <a:ea typeface="Arial"/>
                <a:cs typeface="Arial"/>
              </a:defRPr>
            </a:lvl6pPr>
            <a:lvl7pPr algn="l">
              <a:defRPr sz="1200" b="1">
                <a:solidFill>
                  <a:srgbClr val="087E72"/>
                </a:solidFill>
                <a:latin typeface="Arial"/>
                <a:ea typeface="Arial"/>
                <a:cs typeface="Arial"/>
              </a:defRPr>
            </a:lvl7pPr>
            <a:lvl8pPr algn="l">
              <a:defRPr sz="1200" b="1">
                <a:solidFill>
                  <a:srgbClr val="087E72"/>
                </a:solidFill>
                <a:latin typeface="Arial"/>
                <a:ea typeface="Arial"/>
                <a:cs typeface="Arial"/>
              </a:defRPr>
            </a:lvl8pPr>
            <a:lvl9pPr algn="l">
              <a:defRPr sz="1200" b="1">
                <a:solidFill>
                  <a:srgbClr val="087E72"/>
                </a:solidFill>
                <a:latin typeface="Arial"/>
                <a:ea typeface="Arial"/>
                <a:cs typeface="Arial"/>
              </a:defRPr>
            </a:lvl9pPr>
          </a:lstStyle>
          <a:p xmlns:a="http://schemas.openxmlformats.org/drawingml/2006/main">
            <a:pPr algn="l">
              <a:defRPr sz="1200" b="1">
                <a:solidFill>
                  <a:srgbClr val="087E72"/>
                </a:solidFill>
                <a:latin typeface="Arial"/>
                <a:ea typeface="Arial"/>
                <a:cs typeface="Arial"/>
              </a:defRPr>
            </a:pPr>
            <a:r>
              <a:rPr sz="1200" b="1">
                <a:solidFill>
                  <a:srgbClr val="087E72"/>
                </a:solidFill>
                <a:latin typeface="Arial"/>
                <a:ea typeface="Arial"/>
                <a:cs typeface="Arial"/>
              </a:rPr>
              <a:t>PENGGUNA PERTAMA</a:t>
            </a:r>
          </a:p>
        </p:txBody>
      </p:sp>
      <p:sp>
        <p:nvSpPr>
          <p:cNvPr id="8" name="">
            <a:extLst xmlns:a="http://schemas.openxmlformats.org/drawingml/2006/main">
              <a:ext uri="{FF2B5EF4-FFF2-40B4-BE49-F238E27FC236}">
                <a16:creationId xmlns:a16="http://schemas.microsoft.com/office/drawing/2014/main" id="{8B297FF5-B725-409D-9E8D-E2E6B9839260}"/>
              </a:ext>
            </a:extLst>
          </p:cNvPr>
          <p:cNvSpPr>
            <a:spLocks xmlns:a="http://schemas.openxmlformats.org/drawingml/2006/main" noGrp="1"/>
          </p:cNvSpPr>
          <p:nvPr/>
        </p:nvSpPr>
        <p:spPr>
          <a:xfrm xmlns:a="http://schemas.openxmlformats.org/drawingml/2006/main">
            <a:off x="781050" y="2476500"/>
            <a:ext cx="4476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2250" b="1">
                <a:solidFill>
                  <a:srgbClr val="16333A"/>
                </a:solidFill>
                <a:latin typeface="Arial"/>
                <a:ea typeface="Arial"/>
                <a:cs typeface="Arial"/>
              </a:defRPr>
            </a:defPPr>
            <a:lvl1pPr algn="l">
              <a:defRPr sz="2250" b="1">
                <a:solidFill>
                  <a:srgbClr val="16333A"/>
                </a:solidFill>
                <a:latin typeface="Arial"/>
                <a:ea typeface="Arial"/>
                <a:cs typeface="Arial"/>
              </a:defRPr>
            </a:lvl1pPr>
            <a:lvl2pPr algn="l">
              <a:defRPr sz="2250" b="1">
                <a:solidFill>
                  <a:srgbClr val="16333A"/>
                </a:solidFill>
                <a:latin typeface="Arial"/>
                <a:ea typeface="Arial"/>
                <a:cs typeface="Arial"/>
              </a:defRPr>
            </a:lvl2pPr>
            <a:lvl3pPr algn="l">
              <a:defRPr sz="2250" b="1">
                <a:solidFill>
                  <a:srgbClr val="16333A"/>
                </a:solidFill>
                <a:latin typeface="Arial"/>
                <a:ea typeface="Arial"/>
                <a:cs typeface="Arial"/>
              </a:defRPr>
            </a:lvl3pPr>
            <a:lvl4pPr algn="l">
              <a:defRPr sz="2250" b="1">
                <a:solidFill>
                  <a:srgbClr val="16333A"/>
                </a:solidFill>
                <a:latin typeface="Arial"/>
                <a:ea typeface="Arial"/>
                <a:cs typeface="Arial"/>
              </a:defRPr>
            </a:lvl4pPr>
            <a:lvl5pPr algn="l">
              <a:defRPr sz="2250" b="1">
                <a:solidFill>
                  <a:srgbClr val="16333A"/>
                </a:solidFill>
                <a:latin typeface="Arial"/>
                <a:ea typeface="Arial"/>
                <a:cs typeface="Arial"/>
              </a:defRPr>
            </a:lvl5pPr>
            <a:lvl6pPr algn="l">
              <a:defRPr sz="2250" b="1">
                <a:solidFill>
                  <a:srgbClr val="16333A"/>
                </a:solidFill>
                <a:latin typeface="Arial"/>
                <a:ea typeface="Arial"/>
                <a:cs typeface="Arial"/>
              </a:defRPr>
            </a:lvl6pPr>
            <a:lvl7pPr algn="l">
              <a:defRPr sz="2250" b="1">
                <a:solidFill>
                  <a:srgbClr val="16333A"/>
                </a:solidFill>
                <a:latin typeface="Arial"/>
                <a:ea typeface="Arial"/>
                <a:cs typeface="Arial"/>
              </a:defRPr>
            </a:lvl7pPr>
            <a:lvl8pPr algn="l">
              <a:defRPr sz="2250" b="1">
                <a:solidFill>
                  <a:srgbClr val="16333A"/>
                </a:solidFill>
                <a:latin typeface="Arial"/>
                <a:ea typeface="Arial"/>
                <a:cs typeface="Arial"/>
              </a:defRPr>
            </a:lvl8pPr>
            <a:lvl9pPr algn="l">
              <a:defRPr sz="2250" b="1">
                <a:solidFill>
                  <a:srgbClr val="16333A"/>
                </a:solidFill>
                <a:latin typeface="Arial"/>
                <a:ea typeface="Arial"/>
                <a:cs typeface="Arial"/>
              </a:defRPr>
            </a:lvl9pPr>
          </a:lstStyle>
          <a:p xmlns:a="http://schemas.openxmlformats.org/drawingml/2006/main">
            <a:pPr algn="l">
              <a:defRPr sz="2250" b="1">
                <a:solidFill>
                  <a:srgbClr val="16333A"/>
                </a:solidFill>
                <a:latin typeface="Arial"/>
                <a:ea typeface="Arial"/>
                <a:cs typeface="Arial"/>
              </a:defRPr>
            </a:pPr>
            <a:r>
              <a:rPr sz="2250" b="1">
                <a:solidFill>
                  <a:srgbClr val="16333A"/>
                </a:solidFill>
                <a:latin typeface="Arial"/>
                <a:ea typeface="Arial"/>
                <a:cs typeface="Arial"/>
              </a:rPr>
              <a:t>Peneliti genetika ternak</a:t>
            </a:r>
          </a:p>
          <a:p xmlns:a="http://schemas.openxmlformats.org/drawingml/2006/main">
            <a:pPr algn="l">
              <a:defRPr sz="2250" b="1">
                <a:solidFill>
                  <a:srgbClr val="16333A"/>
                </a:solidFill>
                <a:latin typeface="Arial"/>
                <a:ea typeface="Arial"/>
                <a:cs typeface="Arial"/>
              </a:defRPr>
            </a:pPr>
            <a:r>
              <a:rPr sz="2250" b="1">
                <a:solidFill>
                  <a:srgbClr val="16333A"/>
                </a:solidFill>
                <a:latin typeface="Arial"/>
                <a:ea typeface="Arial"/>
                <a:cs typeface="Arial"/>
              </a:rPr>
              <a:t>dan analis laboratorium</a:t>
            </a:r>
          </a:p>
        </p:txBody>
      </p:sp>
      <p:sp>
        <p:nvSpPr>
          <p:cNvPr id="9" name="">
            <a:extLst xmlns:a="http://schemas.openxmlformats.org/drawingml/2006/main">
              <a:ext uri="{FF2B5EF4-FFF2-40B4-BE49-F238E27FC236}">
                <a16:creationId xmlns:a16="http://schemas.microsoft.com/office/drawing/2014/main" id="{D7C389E0-2924-42D7-8C07-2ACD1F3190B8}"/>
              </a:ext>
            </a:extLst>
          </p:cNvPr>
          <p:cNvSpPr>
            <a:spLocks xmlns:a="http://schemas.openxmlformats.org/drawingml/2006/main" noGrp="1"/>
          </p:cNvSpPr>
          <p:nvPr/>
        </p:nvSpPr>
        <p:spPr>
          <a:xfrm xmlns:a="http://schemas.openxmlformats.org/drawingml/2006/main">
            <a:off x="6191250" y="20764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087E72"/>
                </a:solidFill>
                <a:latin typeface="Arial"/>
                <a:ea typeface="Arial"/>
                <a:cs typeface="Arial"/>
              </a:defRPr>
            </a:defPPr>
            <a:lvl1pPr algn="l">
              <a:defRPr sz="1200" b="1">
                <a:solidFill>
                  <a:srgbClr val="087E72"/>
                </a:solidFill>
                <a:latin typeface="Arial"/>
                <a:ea typeface="Arial"/>
                <a:cs typeface="Arial"/>
              </a:defRPr>
            </a:lvl1pPr>
            <a:lvl2pPr algn="l">
              <a:defRPr sz="1200" b="1">
                <a:solidFill>
                  <a:srgbClr val="087E72"/>
                </a:solidFill>
                <a:latin typeface="Arial"/>
                <a:ea typeface="Arial"/>
                <a:cs typeface="Arial"/>
              </a:defRPr>
            </a:lvl2pPr>
            <a:lvl3pPr algn="l">
              <a:defRPr sz="1200" b="1">
                <a:solidFill>
                  <a:srgbClr val="087E72"/>
                </a:solidFill>
                <a:latin typeface="Arial"/>
                <a:ea typeface="Arial"/>
                <a:cs typeface="Arial"/>
              </a:defRPr>
            </a:lvl3pPr>
            <a:lvl4pPr algn="l">
              <a:defRPr sz="1200" b="1">
                <a:solidFill>
                  <a:srgbClr val="087E72"/>
                </a:solidFill>
                <a:latin typeface="Arial"/>
                <a:ea typeface="Arial"/>
                <a:cs typeface="Arial"/>
              </a:defRPr>
            </a:lvl4pPr>
            <a:lvl5pPr algn="l">
              <a:defRPr sz="1200" b="1">
                <a:solidFill>
                  <a:srgbClr val="087E72"/>
                </a:solidFill>
                <a:latin typeface="Arial"/>
                <a:ea typeface="Arial"/>
                <a:cs typeface="Arial"/>
              </a:defRPr>
            </a:lvl5pPr>
            <a:lvl6pPr algn="l">
              <a:defRPr sz="1200" b="1">
                <a:solidFill>
                  <a:srgbClr val="087E72"/>
                </a:solidFill>
                <a:latin typeface="Arial"/>
                <a:ea typeface="Arial"/>
                <a:cs typeface="Arial"/>
              </a:defRPr>
            </a:lvl6pPr>
            <a:lvl7pPr algn="l">
              <a:defRPr sz="1200" b="1">
                <a:solidFill>
                  <a:srgbClr val="087E72"/>
                </a:solidFill>
                <a:latin typeface="Arial"/>
                <a:ea typeface="Arial"/>
                <a:cs typeface="Arial"/>
              </a:defRPr>
            </a:lvl7pPr>
            <a:lvl8pPr algn="l">
              <a:defRPr sz="1200" b="1">
                <a:solidFill>
                  <a:srgbClr val="087E72"/>
                </a:solidFill>
                <a:latin typeface="Arial"/>
                <a:ea typeface="Arial"/>
                <a:cs typeface="Arial"/>
              </a:defRPr>
            </a:lvl8pPr>
            <a:lvl9pPr algn="l">
              <a:defRPr sz="1200" b="1">
                <a:solidFill>
                  <a:srgbClr val="087E72"/>
                </a:solidFill>
                <a:latin typeface="Arial"/>
                <a:ea typeface="Arial"/>
                <a:cs typeface="Arial"/>
              </a:defRPr>
            </a:lvl9pPr>
          </a:lstStyle>
          <a:p xmlns:a="http://schemas.openxmlformats.org/drawingml/2006/main">
            <a:pPr algn="l">
              <a:defRPr sz="1200" b="1">
                <a:solidFill>
                  <a:srgbClr val="087E72"/>
                </a:solidFill>
                <a:latin typeface="Arial"/>
                <a:ea typeface="Arial"/>
                <a:cs typeface="Arial"/>
              </a:defRPr>
            </a:pPr>
            <a:r>
              <a:rPr sz="1200" b="1">
                <a:solidFill>
                  <a:srgbClr val="087E72"/>
                </a:solidFill>
                <a:latin typeface="Arial"/>
                <a:ea typeface="Arial"/>
                <a:cs typeface="Arial"/>
              </a:rPr>
              <a:t>PEMBELI YANG PERLU DIUJI</a:t>
            </a:r>
          </a:p>
        </p:txBody>
      </p:sp>
      <p:sp>
        <p:nvSpPr>
          <p:cNvPr id="10" name="">
            <a:extLst xmlns:a="http://schemas.openxmlformats.org/drawingml/2006/main">
              <a:ext uri="{FF2B5EF4-FFF2-40B4-BE49-F238E27FC236}">
                <a16:creationId xmlns:a16="http://schemas.microsoft.com/office/drawing/2014/main" id="{E276B201-C2D8-4800-A58E-756BC3F8CD67}"/>
              </a:ext>
            </a:extLst>
          </p:cNvPr>
          <p:cNvSpPr>
            <a:spLocks xmlns:a="http://schemas.openxmlformats.org/drawingml/2006/main" noGrp="1"/>
          </p:cNvSpPr>
          <p:nvPr/>
        </p:nvSpPr>
        <p:spPr>
          <a:xfrm xmlns:a="http://schemas.openxmlformats.org/drawingml/2006/main">
            <a:off x="6191250" y="2476500"/>
            <a:ext cx="4667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2250" b="1">
                <a:solidFill>
                  <a:srgbClr val="16333A"/>
                </a:solidFill>
                <a:latin typeface="Arial"/>
                <a:ea typeface="Arial"/>
                <a:cs typeface="Arial"/>
              </a:defRPr>
            </a:defPPr>
            <a:lvl1pPr algn="l">
              <a:defRPr sz="2250" b="1">
                <a:solidFill>
                  <a:srgbClr val="16333A"/>
                </a:solidFill>
                <a:latin typeface="Arial"/>
                <a:ea typeface="Arial"/>
                <a:cs typeface="Arial"/>
              </a:defRPr>
            </a:lvl1pPr>
            <a:lvl2pPr algn="l">
              <a:defRPr sz="2250" b="1">
                <a:solidFill>
                  <a:srgbClr val="16333A"/>
                </a:solidFill>
                <a:latin typeface="Arial"/>
                <a:ea typeface="Arial"/>
                <a:cs typeface="Arial"/>
              </a:defRPr>
            </a:lvl2pPr>
            <a:lvl3pPr algn="l">
              <a:defRPr sz="2250" b="1">
                <a:solidFill>
                  <a:srgbClr val="16333A"/>
                </a:solidFill>
                <a:latin typeface="Arial"/>
                <a:ea typeface="Arial"/>
                <a:cs typeface="Arial"/>
              </a:defRPr>
            </a:lvl3pPr>
            <a:lvl4pPr algn="l">
              <a:defRPr sz="2250" b="1">
                <a:solidFill>
                  <a:srgbClr val="16333A"/>
                </a:solidFill>
                <a:latin typeface="Arial"/>
                <a:ea typeface="Arial"/>
                <a:cs typeface="Arial"/>
              </a:defRPr>
            </a:lvl4pPr>
            <a:lvl5pPr algn="l">
              <a:defRPr sz="2250" b="1">
                <a:solidFill>
                  <a:srgbClr val="16333A"/>
                </a:solidFill>
                <a:latin typeface="Arial"/>
                <a:ea typeface="Arial"/>
                <a:cs typeface="Arial"/>
              </a:defRPr>
            </a:lvl5pPr>
            <a:lvl6pPr algn="l">
              <a:defRPr sz="2250" b="1">
                <a:solidFill>
                  <a:srgbClr val="16333A"/>
                </a:solidFill>
                <a:latin typeface="Arial"/>
                <a:ea typeface="Arial"/>
                <a:cs typeface="Arial"/>
              </a:defRPr>
            </a:lvl6pPr>
            <a:lvl7pPr algn="l">
              <a:defRPr sz="2250" b="1">
                <a:solidFill>
                  <a:srgbClr val="16333A"/>
                </a:solidFill>
                <a:latin typeface="Arial"/>
                <a:ea typeface="Arial"/>
                <a:cs typeface="Arial"/>
              </a:defRPr>
            </a:lvl7pPr>
            <a:lvl8pPr algn="l">
              <a:defRPr sz="2250" b="1">
                <a:solidFill>
                  <a:srgbClr val="16333A"/>
                </a:solidFill>
                <a:latin typeface="Arial"/>
                <a:ea typeface="Arial"/>
                <a:cs typeface="Arial"/>
              </a:defRPr>
            </a:lvl8pPr>
            <a:lvl9pPr algn="l">
              <a:defRPr sz="2250" b="1">
                <a:solidFill>
                  <a:srgbClr val="16333A"/>
                </a:solidFill>
                <a:latin typeface="Arial"/>
                <a:ea typeface="Arial"/>
                <a:cs typeface="Arial"/>
              </a:defRPr>
            </a:lvl9pPr>
          </a:lstStyle>
          <a:p xmlns:a="http://schemas.openxmlformats.org/drawingml/2006/main">
            <a:pPr algn="l">
              <a:defRPr sz="2250" b="1">
                <a:solidFill>
                  <a:srgbClr val="16333A"/>
                </a:solidFill>
                <a:latin typeface="Arial"/>
                <a:ea typeface="Arial"/>
                <a:cs typeface="Arial"/>
              </a:defRPr>
            </a:pPr>
            <a:r>
              <a:rPr sz="2250" b="1">
                <a:solidFill>
                  <a:srgbClr val="16333A"/>
                </a:solidFill>
                <a:latin typeface="Arial"/>
                <a:ea typeface="Arial"/>
                <a:cs typeface="Arial"/>
              </a:rPr>
              <a:t>PI atau kepala laboratorium</a:t>
            </a:r>
          </a:p>
          <a:p xmlns:a="http://schemas.openxmlformats.org/drawingml/2006/main">
            <a:pPr algn="l">
              <a:defRPr sz="2250" b="1">
                <a:solidFill>
                  <a:srgbClr val="16333A"/>
                </a:solidFill>
                <a:latin typeface="Arial"/>
                <a:ea typeface="Arial"/>
                <a:cs typeface="Arial"/>
              </a:defRPr>
            </a:pPr>
            <a:r>
              <a:rPr sz="2250" b="1">
                <a:solidFill>
                  <a:srgbClr val="16333A"/>
                </a:solidFill>
                <a:latin typeface="Arial"/>
                <a:ea typeface="Arial"/>
                <a:cs typeface="Arial"/>
              </a:rPr>
              <a:t>dengan proyek genotyping aktif</a:t>
            </a:r>
          </a:p>
        </p:txBody>
      </p:sp>
      <p:sp>
        <p:nvSpPr>
          <p:cNvPr id="11" name="">
            <a:extLst xmlns:a="http://schemas.openxmlformats.org/drawingml/2006/main">
              <a:ext uri="{FF2B5EF4-FFF2-40B4-BE49-F238E27FC236}">
                <a16:creationId xmlns:a16="http://schemas.microsoft.com/office/drawing/2014/main" id="{F3FEFA39-6D86-4FBD-84B2-B5EF4B4188A5}"/>
              </a:ext>
            </a:extLst>
          </p:cNvPr>
          <p:cNvSpPr>
            <a:spLocks xmlns:a="http://schemas.openxmlformats.org/drawingml/2006/main" noGrp="1"/>
          </p:cNvSpPr>
          <p:nvPr/>
        </p:nvSpPr>
        <p:spPr>
          <a:xfrm xmlns:a="http://schemas.openxmlformats.org/drawingml/2006/main">
            <a:off x="781050" y="3724275"/>
            <a:ext cx="1042035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797FE5-A411-4155-B305-328AA28D2C8D}"/>
              </a:ext>
            </a:extLst>
          </p:cNvPr>
          <p:cNvSpPr>
            <a:spLocks xmlns:a="http://schemas.openxmlformats.org/drawingml/2006/main" noGrp="1"/>
          </p:cNvSpPr>
          <p:nvPr/>
        </p:nvSpPr>
        <p:spPr>
          <a:xfrm xmlns:a="http://schemas.openxmlformats.org/drawingml/2006/main">
            <a:off x="800100" y="40481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500" b="1">
                <a:solidFill>
                  <a:srgbClr val="C38E37"/>
                </a:solidFill>
                <a:latin typeface="Arial"/>
                <a:ea typeface="Arial"/>
                <a:cs typeface="Arial"/>
              </a:defRPr>
            </a:defPPr>
            <a:lvl1pPr algn="l">
              <a:defRPr sz="1500" b="1">
                <a:solidFill>
                  <a:srgbClr val="C38E37"/>
                </a:solidFill>
                <a:latin typeface="Arial"/>
                <a:ea typeface="Arial"/>
                <a:cs typeface="Arial"/>
              </a:defRPr>
            </a:lvl1pPr>
            <a:lvl2pPr algn="l">
              <a:defRPr sz="1500" b="1">
                <a:solidFill>
                  <a:srgbClr val="C38E37"/>
                </a:solidFill>
                <a:latin typeface="Arial"/>
                <a:ea typeface="Arial"/>
                <a:cs typeface="Arial"/>
              </a:defRPr>
            </a:lvl2pPr>
            <a:lvl3pPr algn="l">
              <a:defRPr sz="1500" b="1">
                <a:solidFill>
                  <a:srgbClr val="C38E37"/>
                </a:solidFill>
                <a:latin typeface="Arial"/>
                <a:ea typeface="Arial"/>
                <a:cs typeface="Arial"/>
              </a:defRPr>
            </a:lvl3pPr>
            <a:lvl4pPr algn="l">
              <a:defRPr sz="1500" b="1">
                <a:solidFill>
                  <a:srgbClr val="C38E37"/>
                </a:solidFill>
                <a:latin typeface="Arial"/>
                <a:ea typeface="Arial"/>
                <a:cs typeface="Arial"/>
              </a:defRPr>
            </a:lvl4pPr>
            <a:lvl5pPr algn="l">
              <a:defRPr sz="1500" b="1">
                <a:solidFill>
                  <a:srgbClr val="C38E37"/>
                </a:solidFill>
                <a:latin typeface="Arial"/>
                <a:ea typeface="Arial"/>
                <a:cs typeface="Arial"/>
              </a:defRPr>
            </a:lvl5pPr>
            <a:lvl6pPr algn="l">
              <a:defRPr sz="1500" b="1">
                <a:solidFill>
                  <a:srgbClr val="C38E37"/>
                </a:solidFill>
                <a:latin typeface="Arial"/>
                <a:ea typeface="Arial"/>
                <a:cs typeface="Arial"/>
              </a:defRPr>
            </a:lvl6pPr>
            <a:lvl7pPr algn="l">
              <a:defRPr sz="1500" b="1">
                <a:solidFill>
                  <a:srgbClr val="C38E37"/>
                </a:solidFill>
                <a:latin typeface="Arial"/>
                <a:ea typeface="Arial"/>
                <a:cs typeface="Arial"/>
              </a:defRPr>
            </a:lvl7pPr>
            <a:lvl8pPr algn="l">
              <a:defRPr sz="1500" b="1">
                <a:solidFill>
                  <a:srgbClr val="C38E37"/>
                </a:solidFill>
                <a:latin typeface="Arial"/>
                <a:ea typeface="Arial"/>
                <a:cs typeface="Arial"/>
              </a:defRPr>
            </a:lvl8pPr>
            <a:lvl9pPr algn="l">
              <a:defRPr sz="1500" b="1">
                <a:solidFill>
                  <a:srgbClr val="C38E37"/>
                </a:solidFill>
                <a:latin typeface="Arial"/>
                <a:ea typeface="Arial"/>
                <a:cs typeface="Arial"/>
              </a:defRPr>
            </a:lvl9pPr>
          </a:lstStyle>
          <a:p xmlns:a="http://schemas.openxmlformats.org/drawingml/2006/main">
            <a:pPr algn="l">
              <a:defRPr sz="1500" b="1">
                <a:solidFill>
                  <a:srgbClr val="C38E37"/>
                </a:solidFill>
                <a:latin typeface="Arial"/>
                <a:ea typeface="Arial"/>
                <a:cs typeface="Arial"/>
              </a:defRPr>
            </a:pPr>
            <a:r>
              <a:rPr sz="1500" b="1">
                <a:solidFill>
                  <a:srgbClr val="C38E37"/>
                </a:solidFill>
                <a:latin typeface="Arial"/>
                <a:ea typeface="Arial"/>
                <a:cs typeface="Arial"/>
              </a:rPr>
              <a:t>Penawaran awal</a:t>
            </a:r>
          </a:p>
        </p:txBody>
      </p:sp>
      <p:sp>
        <p:nvSpPr>
          <p:cNvPr id="13" name="">
            <a:extLst xmlns:a="http://schemas.openxmlformats.org/drawingml/2006/main">
              <a:ext uri="{FF2B5EF4-FFF2-40B4-BE49-F238E27FC236}">
                <a16:creationId xmlns:a16="http://schemas.microsoft.com/office/drawing/2014/main" id="{0AE9024F-6577-4A94-8333-374E600F777A}"/>
              </a:ext>
            </a:extLst>
          </p:cNvPr>
          <p:cNvSpPr>
            <a:spLocks xmlns:a="http://schemas.openxmlformats.org/drawingml/2006/main" noGrp="1"/>
          </p:cNvSpPr>
          <p:nvPr/>
        </p:nvSpPr>
        <p:spPr>
          <a:xfrm xmlns:a="http://schemas.openxmlformats.org/drawingml/2006/main">
            <a:off x="800100" y="4448175"/>
            <a:ext cx="10001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875" b="1">
                <a:solidFill>
                  <a:srgbClr val="16333A"/>
                </a:solidFill>
                <a:latin typeface="Arial"/>
                <a:ea typeface="Arial"/>
                <a:cs typeface="Arial"/>
              </a:defRPr>
            </a:defPPr>
            <a:lvl1pPr algn="l">
              <a:defRPr sz="1875" b="1">
                <a:solidFill>
                  <a:srgbClr val="16333A"/>
                </a:solidFill>
                <a:latin typeface="Arial"/>
                <a:ea typeface="Arial"/>
                <a:cs typeface="Arial"/>
              </a:defRPr>
            </a:lvl1pPr>
            <a:lvl2pPr algn="l">
              <a:defRPr sz="1875" b="1">
                <a:solidFill>
                  <a:srgbClr val="16333A"/>
                </a:solidFill>
                <a:latin typeface="Arial"/>
                <a:ea typeface="Arial"/>
                <a:cs typeface="Arial"/>
              </a:defRPr>
            </a:lvl2pPr>
            <a:lvl3pPr algn="l">
              <a:defRPr sz="1875" b="1">
                <a:solidFill>
                  <a:srgbClr val="16333A"/>
                </a:solidFill>
                <a:latin typeface="Arial"/>
                <a:ea typeface="Arial"/>
                <a:cs typeface="Arial"/>
              </a:defRPr>
            </a:lvl3pPr>
            <a:lvl4pPr algn="l">
              <a:defRPr sz="1875" b="1">
                <a:solidFill>
                  <a:srgbClr val="16333A"/>
                </a:solidFill>
                <a:latin typeface="Arial"/>
                <a:ea typeface="Arial"/>
                <a:cs typeface="Arial"/>
              </a:defRPr>
            </a:lvl4pPr>
            <a:lvl5pPr algn="l">
              <a:defRPr sz="1875" b="1">
                <a:solidFill>
                  <a:srgbClr val="16333A"/>
                </a:solidFill>
                <a:latin typeface="Arial"/>
                <a:ea typeface="Arial"/>
                <a:cs typeface="Arial"/>
              </a:defRPr>
            </a:lvl5pPr>
            <a:lvl6pPr algn="l">
              <a:defRPr sz="1875" b="1">
                <a:solidFill>
                  <a:srgbClr val="16333A"/>
                </a:solidFill>
                <a:latin typeface="Arial"/>
                <a:ea typeface="Arial"/>
                <a:cs typeface="Arial"/>
              </a:defRPr>
            </a:lvl6pPr>
            <a:lvl7pPr algn="l">
              <a:defRPr sz="1875" b="1">
                <a:solidFill>
                  <a:srgbClr val="16333A"/>
                </a:solidFill>
                <a:latin typeface="Arial"/>
                <a:ea typeface="Arial"/>
                <a:cs typeface="Arial"/>
              </a:defRPr>
            </a:lvl7pPr>
            <a:lvl8pPr algn="l">
              <a:defRPr sz="1875" b="1">
                <a:solidFill>
                  <a:srgbClr val="16333A"/>
                </a:solidFill>
                <a:latin typeface="Arial"/>
                <a:ea typeface="Arial"/>
                <a:cs typeface="Arial"/>
              </a:defRPr>
            </a:lvl8pPr>
            <a:lvl9pPr algn="l">
              <a:defRPr sz="1875" b="1">
                <a:solidFill>
                  <a:srgbClr val="16333A"/>
                </a:solidFill>
                <a:latin typeface="Arial"/>
                <a:ea typeface="Arial"/>
                <a:cs typeface="Arial"/>
              </a:defRPr>
            </a:lvl9pPr>
          </a:lstStyle>
          <a:p xmlns:a="http://schemas.openxmlformats.org/drawingml/2006/main">
            <a:pPr algn="l">
              <a:defRPr sz="1875" b="1">
                <a:solidFill>
                  <a:srgbClr val="16333A"/>
                </a:solidFill>
                <a:latin typeface="Arial"/>
                <a:ea typeface="Arial"/>
                <a:cs typeface="Arial"/>
              </a:defRPr>
            </a:pPr>
            <a:r>
              <a:rPr sz="1875" b="1">
                <a:solidFill>
                  <a:srgbClr val="16333A"/>
                </a:solidFill>
                <a:latin typeface="Arial"/>
                <a:ea typeface="Arial"/>
                <a:cs typeface="Arial"/>
              </a:rPr>
              <a:t>Jasa desain panel dan laporan bukti per proyek; software berlangganan dipertimbangkan setelah alur berulang terbukti.</a:t>
            </a:r>
          </a:p>
        </p:txBody>
      </p:sp>
      <p:sp>
        <p:nvSpPr>
          <p:cNvPr id="14" name="">
            <a:extLst xmlns:a="http://schemas.openxmlformats.org/drawingml/2006/main">
              <a:ext uri="{FF2B5EF4-FFF2-40B4-BE49-F238E27FC236}">
                <a16:creationId xmlns:a16="http://schemas.microsoft.com/office/drawing/2014/main" id="{05CE9A57-7B62-4863-B33F-32A1A01C8A22}"/>
              </a:ext>
            </a:extLst>
          </p:cNvPr>
          <p:cNvSpPr>
            <a:spLocks xmlns:a="http://schemas.openxmlformats.org/drawingml/2006/main" noGrp="1"/>
          </p:cNvSpPr>
          <p:nvPr/>
        </p:nvSpPr>
        <p:spPr>
          <a:xfrm xmlns:a="http://schemas.openxmlformats.org/drawingml/2006/main">
            <a:off x="800100" y="5343525"/>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350" b="0">
                <a:solidFill>
                  <a:srgbClr val="5D7273"/>
                </a:solidFill>
                <a:latin typeface="Arial"/>
                <a:ea typeface="Arial"/>
                <a:cs typeface="Arial"/>
              </a:defRPr>
            </a:defPPr>
            <a:lvl1pPr algn="l">
              <a:defRPr sz="1350" b="0">
                <a:solidFill>
                  <a:srgbClr val="5D7273"/>
                </a:solidFill>
                <a:latin typeface="Arial"/>
                <a:ea typeface="Arial"/>
                <a:cs typeface="Arial"/>
              </a:defRPr>
            </a:lvl1pPr>
            <a:lvl2pPr algn="l">
              <a:defRPr sz="1350" b="0">
                <a:solidFill>
                  <a:srgbClr val="5D7273"/>
                </a:solidFill>
                <a:latin typeface="Arial"/>
                <a:ea typeface="Arial"/>
                <a:cs typeface="Arial"/>
              </a:defRPr>
            </a:lvl2pPr>
            <a:lvl3pPr algn="l">
              <a:defRPr sz="1350" b="0">
                <a:solidFill>
                  <a:srgbClr val="5D7273"/>
                </a:solidFill>
                <a:latin typeface="Arial"/>
                <a:ea typeface="Arial"/>
                <a:cs typeface="Arial"/>
              </a:defRPr>
            </a:lvl3pPr>
            <a:lvl4pPr algn="l">
              <a:defRPr sz="1350" b="0">
                <a:solidFill>
                  <a:srgbClr val="5D7273"/>
                </a:solidFill>
                <a:latin typeface="Arial"/>
                <a:ea typeface="Arial"/>
                <a:cs typeface="Arial"/>
              </a:defRPr>
            </a:lvl4pPr>
            <a:lvl5pPr algn="l">
              <a:defRPr sz="1350" b="0">
                <a:solidFill>
                  <a:srgbClr val="5D7273"/>
                </a:solidFill>
                <a:latin typeface="Arial"/>
                <a:ea typeface="Arial"/>
                <a:cs typeface="Arial"/>
              </a:defRPr>
            </a:lvl5pPr>
            <a:lvl6pPr algn="l">
              <a:defRPr sz="1350" b="0">
                <a:solidFill>
                  <a:srgbClr val="5D7273"/>
                </a:solidFill>
                <a:latin typeface="Arial"/>
                <a:ea typeface="Arial"/>
                <a:cs typeface="Arial"/>
              </a:defRPr>
            </a:lvl6pPr>
            <a:lvl7pPr algn="l">
              <a:defRPr sz="1350" b="0">
                <a:solidFill>
                  <a:srgbClr val="5D7273"/>
                </a:solidFill>
                <a:latin typeface="Arial"/>
                <a:ea typeface="Arial"/>
                <a:cs typeface="Arial"/>
              </a:defRPr>
            </a:lvl7pPr>
            <a:lvl8pPr algn="l">
              <a:defRPr sz="1350" b="0">
                <a:solidFill>
                  <a:srgbClr val="5D7273"/>
                </a:solidFill>
                <a:latin typeface="Arial"/>
                <a:ea typeface="Arial"/>
                <a:cs typeface="Arial"/>
              </a:defRPr>
            </a:lvl8pPr>
            <a:lvl9pPr algn="l">
              <a:defRPr sz="1350" b="0">
                <a:solidFill>
                  <a:srgbClr val="5D7273"/>
                </a:solidFill>
                <a:latin typeface="Arial"/>
                <a:ea typeface="Arial"/>
                <a:cs typeface="Arial"/>
              </a:defRPr>
            </a:lvl9pPr>
          </a:lstStyle>
          <a:p xmlns:a="http://schemas.openxmlformats.org/drawingml/2006/main">
            <a:pPr algn="l">
              <a:defRPr sz="1350" b="0">
                <a:solidFill>
                  <a:srgbClr val="5D7273"/>
                </a:solidFill>
                <a:latin typeface="Arial"/>
                <a:ea typeface="Arial"/>
                <a:cs typeface="Arial"/>
              </a:defRPr>
            </a:pPr>
            <a:r>
              <a:rPr sz="1350" b="0">
                <a:solidFill>
                  <a:srgbClr val="5D7273"/>
                </a:solidFill>
                <a:latin typeface="Arial"/>
                <a:ea typeface="Arial"/>
                <a:cs typeface="Arial"/>
              </a:rPr>
              <a:t>Belum ada wawancara, harga tervalidasi, LOI, atau biaya assay. TAM dan unit economics belum dihitung karena input belum diukur.</a:t>
            </a:r>
          </a:p>
        </p:txBody>
      </p:sp>
    </p:spTree>
    <p:extLst>
      <p:ext uri="{BB962C8B-B14F-4D97-AF65-F5344CB8AC3E}">
        <p14:creationId xmlns:p14="http://schemas.microsoft.com/office/powerpoint/2010/main" val="902913184"/>
      </p:ext>
    </p:extLst>
  </p:cSld>
</p:sld>
</file>

<file path=ppt/slides/slide7.xml><?xml version="1.0" encoding="utf-8"?>
<p:sld xmlns:p="http://schemas.openxmlformats.org/presentationml/2006/main">
  <p:cSld>
    <p:bg>
      <p:bgPr>
        <a:solidFill xmlns:a="http://schemas.openxmlformats.org/drawingml/2006/main">
          <a:srgbClr val="F4F7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F51F081-786D-49C6-B12E-E94ED4DFDF4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87E7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81422A-7EE6-4F0D-9FEC-B7DC6011BA67}"/>
              </a:ext>
            </a:extLst>
          </p:cNvPr>
          <p:cNvSpPr>
            <a:spLocks xmlns:a="http://schemas.openxmlformats.org/drawingml/2006/main" noGrp="1"/>
          </p:cNvSpPr>
          <p:nvPr/>
        </p:nvSpPr>
        <p:spPr>
          <a:xfrm xmlns:a="http://schemas.openxmlformats.org/drawingml/2006/main">
            <a:off x="666750" y="3619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200" b="1">
                <a:solidFill>
                  <a:srgbClr val="087E72"/>
                </a:solidFill>
                <a:latin typeface="Arial"/>
                <a:ea typeface="Arial"/>
                <a:cs typeface="Arial"/>
              </a:defRPr>
            </a:defPPr>
            <a:lvl1pPr algn="l">
              <a:defRPr sz="1200" b="1">
                <a:solidFill>
                  <a:srgbClr val="087E72"/>
                </a:solidFill>
                <a:latin typeface="Arial"/>
                <a:ea typeface="Arial"/>
                <a:cs typeface="Arial"/>
              </a:defRPr>
            </a:lvl1pPr>
            <a:lvl2pPr algn="l">
              <a:defRPr sz="1200" b="1">
                <a:solidFill>
                  <a:srgbClr val="087E72"/>
                </a:solidFill>
                <a:latin typeface="Arial"/>
                <a:ea typeface="Arial"/>
                <a:cs typeface="Arial"/>
              </a:defRPr>
            </a:lvl2pPr>
            <a:lvl3pPr algn="l">
              <a:defRPr sz="1200" b="1">
                <a:solidFill>
                  <a:srgbClr val="087E72"/>
                </a:solidFill>
                <a:latin typeface="Arial"/>
                <a:ea typeface="Arial"/>
                <a:cs typeface="Arial"/>
              </a:defRPr>
            </a:lvl3pPr>
            <a:lvl4pPr algn="l">
              <a:defRPr sz="1200" b="1">
                <a:solidFill>
                  <a:srgbClr val="087E72"/>
                </a:solidFill>
                <a:latin typeface="Arial"/>
                <a:ea typeface="Arial"/>
                <a:cs typeface="Arial"/>
              </a:defRPr>
            </a:lvl4pPr>
            <a:lvl5pPr algn="l">
              <a:defRPr sz="1200" b="1">
                <a:solidFill>
                  <a:srgbClr val="087E72"/>
                </a:solidFill>
                <a:latin typeface="Arial"/>
                <a:ea typeface="Arial"/>
                <a:cs typeface="Arial"/>
              </a:defRPr>
            </a:lvl5pPr>
            <a:lvl6pPr algn="l">
              <a:defRPr sz="1200" b="1">
                <a:solidFill>
                  <a:srgbClr val="087E72"/>
                </a:solidFill>
                <a:latin typeface="Arial"/>
                <a:ea typeface="Arial"/>
                <a:cs typeface="Arial"/>
              </a:defRPr>
            </a:lvl6pPr>
            <a:lvl7pPr algn="l">
              <a:defRPr sz="1200" b="1">
                <a:solidFill>
                  <a:srgbClr val="087E72"/>
                </a:solidFill>
                <a:latin typeface="Arial"/>
                <a:ea typeface="Arial"/>
                <a:cs typeface="Arial"/>
              </a:defRPr>
            </a:lvl7pPr>
            <a:lvl8pPr algn="l">
              <a:defRPr sz="1200" b="1">
                <a:solidFill>
                  <a:srgbClr val="087E72"/>
                </a:solidFill>
                <a:latin typeface="Arial"/>
                <a:ea typeface="Arial"/>
                <a:cs typeface="Arial"/>
              </a:defRPr>
            </a:lvl8pPr>
            <a:lvl9pPr algn="l">
              <a:defRPr sz="1200" b="1">
                <a:solidFill>
                  <a:srgbClr val="087E72"/>
                </a:solidFill>
                <a:latin typeface="Arial"/>
                <a:ea typeface="Arial"/>
                <a:cs typeface="Arial"/>
              </a:defRPr>
            </a:lvl9pPr>
          </a:lstStyle>
          <a:p xmlns:a="http://schemas.openxmlformats.org/drawingml/2006/main">
            <a:pPr algn="l">
              <a:defRPr sz="1200" b="1">
                <a:solidFill>
                  <a:srgbClr val="087E72"/>
                </a:solidFill>
                <a:latin typeface="Arial"/>
                <a:ea typeface="Arial"/>
                <a:cs typeface="Arial"/>
              </a:defRPr>
            </a:pPr>
            <a:r>
              <a:rPr sz="1200" b="1">
                <a:solidFill>
                  <a:srgbClr val="087E72"/>
                </a:solidFill>
                <a:latin typeface="Arial"/>
                <a:ea typeface="Arial"/>
                <a:cs typeface="Arial"/>
              </a:rPr>
              <a:t>ROADMAP 12 BULAN</a:t>
            </a:r>
          </a:p>
        </p:txBody>
      </p:sp>
      <p:sp>
        <p:nvSpPr>
          <p:cNvPr id="3" name="">
            <a:extLst xmlns:a="http://schemas.openxmlformats.org/drawingml/2006/main">
              <a:ext uri="{FF2B5EF4-FFF2-40B4-BE49-F238E27FC236}">
                <a16:creationId xmlns:a16="http://schemas.microsoft.com/office/drawing/2014/main" id="{0B72F997-68D9-46AA-BD79-DD427F99D1EE}"/>
              </a:ext>
            </a:extLst>
          </p:cNvPr>
          <p:cNvSpPr>
            <a:spLocks xmlns:a="http://schemas.openxmlformats.org/drawingml/2006/main" noGrp="1"/>
          </p:cNvSpPr>
          <p:nvPr/>
        </p:nvSpPr>
        <p:spPr>
          <a:xfrm xmlns:a="http://schemas.openxmlformats.org/drawingml/2006/main">
            <a:off x="666750" y="7239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3600" b="1">
                <a:solidFill>
                  <a:srgbClr val="16333A"/>
                </a:solidFill>
                <a:latin typeface="Arial"/>
                <a:ea typeface="Arial"/>
                <a:cs typeface="Arial"/>
              </a:defRPr>
            </a:defPPr>
            <a:lvl1pPr algn="l">
              <a:defRPr sz="3600" b="1">
                <a:solidFill>
                  <a:srgbClr val="16333A"/>
                </a:solidFill>
                <a:latin typeface="Arial"/>
                <a:ea typeface="Arial"/>
                <a:cs typeface="Arial"/>
              </a:defRPr>
            </a:lvl1pPr>
            <a:lvl2pPr algn="l">
              <a:defRPr sz="3600" b="1">
                <a:solidFill>
                  <a:srgbClr val="16333A"/>
                </a:solidFill>
                <a:latin typeface="Arial"/>
                <a:ea typeface="Arial"/>
                <a:cs typeface="Arial"/>
              </a:defRPr>
            </a:lvl2pPr>
            <a:lvl3pPr algn="l">
              <a:defRPr sz="3600" b="1">
                <a:solidFill>
                  <a:srgbClr val="16333A"/>
                </a:solidFill>
                <a:latin typeface="Arial"/>
                <a:ea typeface="Arial"/>
                <a:cs typeface="Arial"/>
              </a:defRPr>
            </a:lvl3pPr>
            <a:lvl4pPr algn="l">
              <a:defRPr sz="3600" b="1">
                <a:solidFill>
                  <a:srgbClr val="16333A"/>
                </a:solidFill>
                <a:latin typeface="Arial"/>
                <a:ea typeface="Arial"/>
                <a:cs typeface="Arial"/>
              </a:defRPr>
            </a:lvl4pPr>
            <a:lvl5pPr algn="l">
              <a:defRPr sz="3600" b="1">
                <a:solidFill>
                  <a:srgbClr val="16333A"/>
                </a:solidFill>
                <a:latin typeface="Arial"/>
                <a:ea typeface="Arial"/>
                <a:cs typeface="Arial"/>
              </a:defRPr>
            </a:lvl5pPr>
            <a:lvl6pPr algn="l">
              <a:defRPr sz="3600" b="1">
                <a:solidFill>
                  <a:srgbClr val="16333A"/>
                </a:solidFill>
                <a:latin typeface="Arial"/>
                <a:ea typeface="Arial"/>
                <a:cs typeface="Arial"/>
              </a:defRPr>
            </a:lvl6pPr>
            <a:lvl7pPr algn="l">
              <a:defRPr sz="3600" b="1">
                <a:solidFill>
                  <a:srgbClr val="16333A"/>
                </a:solidFill>
                <a:latin typeface="Arial"/>
                <a:ea typeface="Arial"/>
                <a:cs typeface="Arial"/>
              </a:defRPr>
            </a:lvl7pPr>
            <a:lvl8pPr algn="l">
              <a:defRPr sz="3600" b="1">
                <a:solidFill>
                  <a:srgbClr val="16333A"/>
                </a:solidFill>
                <a:latin typeface="Arial"/>
                <a:ea typeface="Arial"/>
                <a:cs typeface="Arial"/>
              </a:defRPr>
            </a:lvl8pPr>
            <a:lvl9pPr algn="l">
              <a:defRPr sz="3600" b="1">
                <a:solidFill>
                  <a:srgbClr val="16333A"/>
                </a:solidFill>
                <a:latin typeface="Arial"/>
                <a:ea typeface="Arial"/>
                <a:cs typeface="Arial"/>
              </a:defRPr>
            </a:lvl9pPr>
          </a:lstStyle>
          <a:p xmlns:a="http://schemas.openxmlformats.org/drawingml/2006/main">
            <a:pPr algn="l">
              <a:defRPr sz="3600" b="1">
                <a:solidFill>
                  <a:srgbClr val="16333A"/>
                </a:solidFill>
                <a:latin typeface="Arial"/>
                <a:ea typeface="Arial"/>
                <a:cs typeface="Arial"/>
              </a:defRPr>
            </a:pPr>
            <a:r>
              <a:rPr sz="3600" b="1">
                <a:solidFill>
                  <a:srgbClr val="16333A"/>
                </a:solidFill>
                <a:latin typeface="Arial"/>
                <a:ea typeface="Arial"/>
                <a:cs typeface="Arial"/>
              </a:rPr>
              <a:t>Langkah berikutnya: validasi cohort dan assay</a:t>
            </a:r>
          </a:p>
        </p:txBody>
      </p:sp>
      <p:sp>
        <p:nvSpPr>
          <p:cNvPr id="4" name="">
            <a:extLst xmlns:a="http://schemas.openxmlformats.org/drawingml/2006/main">
              <a:ext uri="{FF2B5EF4-FFF2-40B4-BE49-F238E27FC236}">
                <a16:creationId xmlns:a16="http://schemas.microsoft.com/office/drawing/2014/main" id="{36D7329C-0712-4543-9008-AA5D5E1EDDAB}"/>
              </a:ext>
            </a:extLst>
          </p:cNvPr>
          <p:cNvSpPr>
            <a:spLocks xmlns:a="http://schemas.openxmlformats.org/drawingml/2006/main" noGrp="1"/>
          </p:cNvSpPr>
          <p:nvPr/>
        </p:nvSpPr>
        <p:spPr>
          <a:xfrm xmlns:a="http://schemas.openxmlformats.org/drawingml/2006/main">
            <a:off x="666750" y="1552575"/>
            <a:ext cx="10858500" cy="19050"/>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5CCC69-2709-4CC0-8EA0-EE28C0EBB2EB}"/>
              </a:ext>
            </a:extLst>
          </p:cNvPr>
          <p:cNvSpPr>
            <a:spLocks xmlns:a="http://schemas.openxmlformats.org/drawingml/2006/main" noGrp="1"/>
          </p:cNvSpPr>
          <p:nvPr/>
        </p:nvSpPr>
        <p:spPr>
          <a:xfrm xmlns:a="http://schemas.openxmlformats.org/drawingml/2006/main">
            <a:off x="66675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050" b="1">
                <a:solidFill>
                  <a:srgbClr val="5D7273"/>
                </a:solidFill>
                <a:latin typeface="Arial"/>
                <a:ea typeface="Arial"/>
                <a:cs typeface="Arial"/>
              </a:defRPr>
            </a:defPPr>
            <a:lvl1pPr algn="l">
              <a:defRPr sz="1050" b="1">
                <a:solidFill>
                  <a:srgbClr val="5D7273"/>
                </a:solidFill>
                <a:latin typeface="Arial"/>
                <a:ea typeface="Arial"/>
                <a:cs typeface="Arial"/>
              </a:defRPr>
            </a:lvl1pPr>
            <a:lvl2pPr algn="l">
              <a:defRPr sz="1050" b="1">
                <a:solidFill>
                  <a:srgbClr val="5D7273"/>
                </a:solidFill>
                <a:latin typeface="Arial"/>
                <a:ea typeface="Arial"/>
                <a:cs typeface="Arial"/>
              </a:defRPr>
            </a:lvl2pPr>
            <a:lvl3pPr algn="l">
              <a:defRPr sz="1050" b="1">
                <a:solidFill>
                  <a:srgbClr val="5D7273"/>
                </a:solidFill>
                <a:latin typeface="Arial"/>
                <a:ea typeface="Arial"/>
                <a:cs typeface="Arial"/>
              </a:defRPr>
            </a:lvl3pPr>
            <a:lvl4pPr algn="l">
              <a:defRPr sz="1050" b="1">
                <a:solidFill>
                  <a:srgbClr val="5D7273"/>
                </a:solidFill>
                <a:latin typeface="Arial"/>
                <a:ea typeface="Arial"/>
                <a:cs typeface="Arial"/>
              </a:defRPr>
            </a:lvl4pPr>
            <a:lvl5pPr algn="l">
              <a:defRPr sz="1050" b="1">
                <a:solidFill>
                  <a:srgbClr val="5D7273"/>
                </a:solidFill>
                <a:latin typeface="Arial"/>
                <a:ea typeface="Arial"/>
                <a:cs typeface="Arial"/>
              </a:defRPr>
            </a:lvl5pPr>
            <a:lvl6pPr algn="l">
              <a:defRPr sz="1050" b="1">
                <a:solidFill>
                  <a:srgbClr val="5D7273"/>
                </a:solidFill>
                <a:latin typeface="Arial"/>
                <a:ea typeface="Arial"/>
                <a:cs typeface="Arial"/>
              </a:defRPr>
            </a:lvl6pPr>
            <a:lvl7pPr algn="l">
              <a:defRPr sz="1050" b="1">
                <a:solidFill>
                  <a:srgbClr val="5D7273"/>
                </a:solidFill>
                <a:latin typeface="Arial"/>
                <a:ea typeface="Arial"/>
                <a:cs typeface="Arial"/>
              </a:defRPr>
            </a:lvl7pPr>
            <a:lvl8pPr algn="l">
              <a:defRPr sz="1050" b="1">
                <a:solidFill>
                  <a:srgbClr val="5D7273"/>
                </a:solidFill>
                <a:latin typeface="Arial"/>
                <a:ea typeface="Arial"/>
                <a:cs typeface="Arial"/>
              </a:defRPr>
            </a:lvl8pPr>
            <a:lvl9pPr algn="l">
              <a:defRPr sz="1050" b="1">
                <a:solidFill>
                  <a:srgbClr val="5D7273"/>
                </a:solidFill>
                <a:latin typeface="Arial"/>
                <a:ea typeface="Arial"/>
                <a:cs typeface="Arial"/>
              </a:defRPr>
            </a:lvl9pPr>
          </a:lstStyle>
          <a:p xmlns:a="http://schemas.openxmlformats.org/drawingml/2006/main">
            <a:pPr algn="l">
              <a:defRPr sz="1050" b="1">
                <a:solidFill>
                  <a:srgbClr val="5D7273"/>
                </a:solidFill>
                <a:latin typeface="Arial"/>
                <a:ea typeface="Arial"/>
                <a:cs typeface="Arial"/>
              </a:defRPr>
            </a:pPr>
            <a:r>
              <a:rPr sz="1050" b="1">
                <a:solidFill>
                  <a:srgbClr val="5D7273"/>
                </a:solidFill>
                <a:latin typeface="Arial"/>
                <a:ea typeface="Arial"/>
                <a:cs typeface="Arial"/>
              </a:rPr>
              <a:t>EXASTRA  ·  GENOHACK 2026</a:t>
            </a:r>
          </a:p>
        </p:txBody>
      </p:sp>
      <p:sp>
        <p:nvSpPr>
          <p:cNvPr id="6" name="">
            <a:extLst xmlns:a="http://schemas.openxmlformats.org/drawingml/2006/main">
              <a:ext uri="{FF2B5EF4-FFF2-40B4-BE49-F238E27FC236}">
                <a16:creationId xmlns:a16="http://schemas.microsoft.com/office/drawing/2014/main" id="{26D3C22E-5BDD-4C01-A222-C063FB99072A}"/>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050" b="1">
                <a:solidFill>
                  <a:srgbClr val="5D7273"/>
                </a:solidFill>
                <a:latin typeface="Arial"/>
                <a:ea typeface="Arial"/>
                <a:cs typeface="Arial"/>
              </a:defRPr>
            </a:defPPr>
            <a:lvl1pPr algn="r">
              <a:defRPr sz="1050" b="1">
                <a:solidFill>
                  <a:srgbClr val="5D7273"/>
                </a:solidFill>
                <a:latin typeface="Arial"/>
                <a:ea typeface="Arial"/>
                <a:cs typeface="Arial"/>
              </a:defRPr>
            </a:lvl1pPr>
            <a:lvl2pPr algn="r">
              <a:defRPr sz="1050" b="1">
                <a:solidFill>
                  <a:srgbClr val="5D7273"/>
                </a:solidFill>
                <a:latin typeface="Arial"/>
                <a:ea typeface="Arial"/>
                <a:cs typeface="Arial"/>
              </a:defRPr>
            </a:lvl2pPr>
            <a:lvl3pPr algn="r">
              <a:defRPr sz="1050" b="1">
                <a:solidFill>
                  <a:srgbClr val="5D7273"/>
                </a:solidFill>
                <a:latin typeface="Arial"/>
                <a:ea typeface="Arial"/>
                <a:cs typeface="Arial"/>
              </a:defRPr>
            </a:lvl3pPr>
            <a:lvl4pPr algn="r">
              <a:defRPr sz="1050" b="1">
                <a:solidFill>
                  <a:srgbClr val="5D7273"/>
                </a:solidFill>
                <a:latin typeface="Arial"/>
                <a:ea typeface="Arial"/>
                <a:cs typeface="Arial"/>
              </a:defRPr>
            </a:lvl4pPr>
            <a:lvl5pPr algn="r">
              <a:defRPr sz="1050" b="1">
                <a:solidFill>
                  <a:srgbClr val="5D7273"/>
                </a:solidFill>
                <a:latin typeface="Arial"/>
                <a:ea typeface="Arial"/>
                <a:cs typeface="Arial"/>
              </a:defRPr>
            </a:lvl5pPr>
            <a:lvl6pPr algn="r">
              <a:defRPr sz="1050" b="1">
                <a:solidFill>
                  <a:srgbClr val="5D7273"/>
                </a:solidFill>
                <a:latin typeface="Arial"/>
                <a:ea typeface="Arial"/>
                <a:cs typeface="Arial"/>
              </a:defRPr>
            </a:lvl6pPr>
            <a:lvl7pPr algn="r">
              <a:defRPr sz="1050" b="1">
                <a:solidFill>
                  <a:srgbClr val="5D7273"/>
                </a:solidFill>
                <a:latin typeface="Arial"/>
                <a:ea typeface="Arial"/>
                <a:cs typeface="Arial"/>
              </a:defRPr>
            </a:lvl7pPr>
            <a:lvl8pPr algn="r">
              <a:defRPr sz="1050" b="1">
                <a:solidFill>
                  <a:srgbClr val="5D7273"/>
                </a:solidFill>
                <a:latin typeface="Arial"/>
                <a:ea typeface="Arial"/>
                <a:cs typeface="Arial"/>
              </a:defRPr>
            </a:lvl8pPr>
            <a:lvl9pPr algn="r">
              <a:defRPr sz="1050" b="1">
                <a:solidFill>
                  <a:srgbClr val="5D7273"/>
                </a:solidFill>
                <a:latin typeface="Arial"/>
                <a:ea typeface="Arial"/>
                <a:cs typeface="Arial"/>
              </a:defRPr>
            </a:lvl9pPr>
          </a:lstStyle>
          <a:p xmlns:a="http://schemas.openxmlformats.org/drawingml/2006/main">
            <a:pPr algn="r">
              <a:defRPr sz="1050" b="1">
                <a:solidFill>
                  <a:srgbClr val="5D7273"/>
                </a:solidFill>
                <a:latin typeface="Arial"/>
                <a:ea typeface="Arial"/>
                <a:cs typeface="Arial"/>
              </a:defRPr>
            </a:pPr>
            <a:r>
              <a:rPr sz="1050" b="1">
                <a:solidFill>
                  <a:srgbClr val="5D7273"/>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04977788-E415-46ED-8625-6A34B110F78F}"/>
              </a:ext>
            </a:extLst>
          </p:cNvPr>
          <p:cNvSpPr>
            <a:spLocks xmlns:a="http://schemas.openxmlformats.org/drawingml/2006/main" noGrp="1"/>
          </p:cNvSpPr>
          <p:nvPr/>
        </p:nvSpPr>
        <p:spPr>
          <a:xfrm xmlns:a="http://schemas.openxmlformats.org/drawingml/2006/main">
            <a:off x="819150" y="1952625"/>
            <a:ext cx="857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800" b="1">
                <a:solidFill>
                  <a:srgbClr val="087E72"/>
                </a:solidFill>
                <a:latin typeface="Arial"/>
                <a:ea typeface="Arial"/>
                <a:cs typeface="Arial"/>
              </a:defRPr>
            </a:defPPr>
            <a:lvl1pPr algn="l">
              <a:defRPr sz="1800" b="1">
                <a:solidFill>
                  <a:srgbClr val="087E72"/>
                </a:solidFill>
                <a:latin typeface="Arial"/>
                <a:ea typeface="Arial"/>
                <a:cs typeface="Arial"/>
              </a:defRPr>
            </a:lvl1pPr>
            <a:lvl2pPr algn="l">
              <a:defRPr sz="1800" b="1">
                <a:solidFill>
                  <a:srgbClr val="087E72"/>
                </a:solidFill>
                <a:latin typeface="Arial"/>
                <a:ea typeface="Arial"/>
                <a:cs typeface="Arial"/>
              </a:defRPr>
            </a:lvl2pPr>
            <a:lvl3pPr algn="l">
              <a:defRPr sz="1800" b="1">
                <a:solidFill>
                  <a:srgbClr val="087E72"/>
                </a:solidFill>
                <a:latin typeface="Arial"/>
                <a:ea typeface="Arial"/>
                <a:cs typeface="Arial"/>
              </a:defRPr>
            </a:lvl3pPr>
            <a:lvl4pPr algn="l">
              <a:defRPr sz="1800" b="1">
                <a:solidFill>
                  <a:srgbClr val="087E72"/>
                </a:solidFill>
                <a:latin typeface="Arial"/>
                <a:ea typeface="Arial"/>
                <a:cs typeface="Arial"/>
              </a:defRPr>
            </a:lvl4pPr>
            <a:lvl5pPr algn="l">
              <a:defRPr sz="1800" b="1">
                <a:solidFill>
                  <a:srgbClr val="087E72"/>
                </a:solidFill>
                <a:latin typeface="Arial"/>
                <a:ea typeface="Arial"/>
                <a:cs typeface="Arial"/>
              </a:defRPr>
            </a:lvl5pPr>
            <a:lvl6pPr algn="l">
              <a:defRPr sz="1800" b="1">
                <a:solidFill>
                  <a:srgbClr val="087E72"/>
                </a:solidFill>
                <a:latin typeface="Arial"/>
                <a:ea typeface="Arial"/>
                <a:cs typeface="Arial"/>
              </a:defRPr>
            </a:lvl6pPr>
            <a:lvl7pPr algn="l">
              <a:defRPr sz="1800" b="1">
                <a:solidFill>
                  <a:srgbClr val="087E72"/>
                </a:solidFill>
                <a:latin typeface="Arial"/>
                <a:ea typeface="Arial"/>
                <a:cs typeface="Arial"/>
              </a:defRPr>
            </a:lvl7pPr>
            <a:lvl8pPr algn="l">
              <a:defRPr sz="1800" b="1">
                <a:solidFill>
                  <a:srgbClr val="087E72"/>
                </a:solidFill>
                <a:latin typeface="Arial"/>
                <a:ea typeface="Arial"/>
                <a:cs typeface="Arial"/>
              </a:defRPr>
            </a:lvl8pPr>
            <a:lvl9pPr algn="l">
              <a:defRPr sz="1800" b="1">
                <a:solidFill>
                  <a:srgbClr val="087E72"/>
                </a:solidFill>
                <a:latin typeface="Arial"/>
                <a:ea typeface="Arial"/>
                <a:cs typeface="Arial"/>
              </a:defRPr>
            </a:lvl9pPr>
          </a:lstStyle>
          <a:p xmlns:a="http://schemas.openxmlformats.org/drawingml/2006/main">
            <a:pPr algn="l">
              <a:defRPr sz="1800" b="1">
                <a:solidFill>
                  <a:srgbClr val="087E72"/>
                </a:solidFill>
                <a:latin typeface="Arial"/>
                <a:ea typeface="Arial"/>
                <a:cs typeface="Arial"/>
              </a:defRPr>
            </a:pPr>
            <a:r>
              <a:rPr sz="1800" b="1">
                <a:solidFill>
                  <a:srgbClr val="087E72"/>
                </a:solidFill>
                <a:latin typeface="Arial"/>
                <a:ea typeface="Arial"/>
                <a:cs typeface="Arial"/>
              </a:rPr>
              <a:t>Q1</a:t>
            </a:r>
          </a:p>
        </p:txBody>
      </p:sp>
      <p:sp>
        <p:nvSpPr>
          <p:cNvPr id="8" name="">
            <a:extLst xmlns:a="http://schemas.openxmlformats.org/drawingml/2006/main">
              <a:ext uri="{FF2B5EF4-FFF2-40B4-BE49-F238E27FC236}">
                <a16:creationId xmlns:a16="http://schemas.microsoft.com/office/drawing/2014/main" id="{66AAE1BA-B47F-4A47-85CB-961C0A8606AE}"/>
              </a:ext>
            </a:extLst>
          </p:cNvPr>
          <p:cNvSpPr>
            <a:spLocks xmlns:a="http://schemas.openxmlformats.org/drawingml/2006/main" noGrp="1"/>
          </p:cNvSpPr>
          <p:nvPr/>
        </p:nvSpPr>
        <p:spPr>
          <a:xfrm xmlns:a="http://schemas.openxmlformats.org/drawingml/2006/main">
            <a:off x="1857375" y="195262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650" b="1">
                <a:solidFill>
                  <a:srgbClr val="16333A"/>
                </a:solidFill>
                <a:latin typeface="Arial"/>
                <a:ea typeface="Arial"/>
                <a:cs typeface="Arial"/>
              </a:defRPr>
            </a:defPPr>
            <a:lvl1pPr algn="l">
              <a:defRPr sz="1650" b="1">
                <a:solidFill>
                  <a:srgbClr val="16333A"/>
                </a:solidFill>
                <a:latin typeface="Arial"/>
                <a:ea typeface="Arial"/>
                <a:cs typeface="Arial"/>
              </a:defRPr>
            </a:lvl1pPr>
            <a:lvl2pPr algn="l">
              <a:defRPr sz="1650" b="1">
                <a:solidFill>
                  <a:srgbClr val="16333A"/>
                </a:solidFill>
                <a:latin typeface="Arial"/>
                <a:ea typeface="Arial"/>
                <a:cs typeface="Arial"/>
              </a:defRPr>
            </a:lvl2pPr>
            <a:lvl3pPr algn="l">
              <a:defRPr sz="1650" b="1">
                <a:solidFill>
                  <a:srgbClr val="16333A"/>
                </a:solidFill>
                <a:latin typeface="Arial"/>
                <a:ea typeface="Arial"/>
                <a:cs typeface="Arial"/>
              </a:defRPr>
            </a:lvl3pPr>
            <a:lvl4pPr algn="l">
              <a:defRPr sz="1650" b="1">
                <a:solidFill>
                  <a:srgbClr val="16333A"/>
                </a:solidFill>
                <a:latin typeface="Arial"/>
                <a:ea typeface="Arial"/>
                <a:cs typeface="Arial"/>
              </a:defRPr>
            </a:lvl4pPr>
            <a:lvl5pPr algn="l">
              <a:defRPr sz="1650" b="1">
                <a:solidFill>
                  <a:srgbClr val="16333A"/>
                </a:solidFill>
                <a:latin typeface="Arial"/>
                <a:ea typeface="Arial"/>
                <a:cs typeface="Arial"/>
              </a:defRPr>
            </a:lvl5pPr>
            <a:lvl6pPr algn="l">
              <a:defRPr sz="1650" b="1">
                <a:solidFill>
                  <a:srgbClr val="16333A"/>
                </a:solidFill>
                <a:latin typeface="Arial"/>
                <a:ea typeface="Arial"/>
                <a:cs typeface="Arial"/>
              </a:defRPr>
            </a:lvl6pPr>
            <a:lvl7pPr algn="l">
              <a:defRPr sz="1650" b="1">
                <a:solidFill>
                  <a:srgbClr val="16333A"/>
                </a:solidFill>
                <a:latin typeface="Arial"/>
                <a:ea typeface="Arial"/>
                <a:cs typeface="Arial"/>
              </a:defRPr>
            </a:lvl7pPr>
            <a:lvl8pPr algn="l">
              <a:defRPr sz="1650" b="1">
                <a:solidFill>
                  <a:srgbClr val="16333A"/>
                </a:solidFill>
                <a:latin typeface="Arial"/>
                <a:ea typeface="Arial"/>
                <a:cs typeface="Arial"/>
              </a:defRPr>
            </a:lvl8pPr>
            <a:lvl9pPr algn="l">
              <a:defRPr sz="1650" b="1">
                <a:solidFill>
                  <a:srgbClr val="16333A"/>
                </a:solidFill>
                <a:latin typeface="Arial"/>
                <a:ea typeface="Arial"/>
                <a:cs typeface="Arial"/>
              </a:defRPr>
            </a:lvl9pPr>
          </a:lstStyle>
          <a:p xmlns:a="http://schemas.openxmlformats.org/drawingml/2006/main">
            <a:pPr algn="l">
              <a:defRPr sz="1650" b="1">
                <a:solidFill>
                  <a:srgbClr val="16333A"/>
                </a:solidFill>
                <a:latin typeface="Arial"/>
                <a:ea typeface="Arial"/>
                <a:cs typeface="Arial"/>
              </a:defRPr>
            </a:pPr>
            <a:r>
              <a:rPr sz="1650" b="1">
                <a:solidFill>
                  <a:srgbClr val="16333A"/>
                </a:solidFill>
                <a:latin typeface="Arial"/>
                <a:ea typeface="Arial"/>
                <a:cs typeface="Arial"/>
              </a:rPr>
              <a:t>Review ilmiah independen + cohort Bali yang lebih besar</a:t>
            </a:r>
          </a:p>
        </p:txBody>
      </p:sp>
      <p:sp>
        <p:nvSpPr>
          <p:cNvPr id="9" name="">
            <a:extLst xmlns:a="http://schemas.openxmlformats.org/drawingml/2006/main">
              <a:ext uri="{FF2B5EF4-FFF2-40B4-BE49-F238E27FC236}">
                <a16:creationId xmlns:a16="http://schemas.microsoft.com/office/drawing/2014/main" id="{5ADA6184-E629-411C-A5B5-28081CC19CB4}"/>
              </a:ext>
            </a:extLst>
          </p:cNvPr>
          <p:cNvSpPr>
            <a:spLocks xmlns:a="http://schemas.openxmlformats.org/drawingml/2006/main" noGrp="1"/>
          </p:cNvSpPr>
          <p:nvPr/>
        </p:nvSpPr>
        <p:spPr>
          <a:xfrm xmlns:a="http://schemas.openxmlformats.org/drawingml/2006/main">
            <a:off x="7953375" y="1952625"/>
            <a:ext cx="320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425" b="0">
                <a:solidFill>
                  <a:srgbClr val="5D7273"/>
                </a:solidFill>
                <a:latin typeface="Arial"/>
                <a:ea typeface="Arial"/>
                <a:cs typeface="Arial"/>
              </a:defRPr>
            </a:defPPr>
            <a:lvl1pPr algn="l">
              <a:defRPr sz="1425" b="0">
                <a:solidFill>
                  <a:srgbClr val="5D7273"/>
                </a:solidFill>
                <a:latin typeface="Arial"/>
                <a:ea typeface="Arial"/>
                <a:cs typeface="Arial"/>
              </a:defRPr>
            </a:lvl1pPr>
            <a:lvl2pPr algn="l">
              <a:defRPr sz="1425" b="0">
                <a:solidFill>
                  <a:srgbClr val="5D7273"/>
                </a:solidFill>
                <a:latin typeface="Arial"/>
                <a:ea typeface="Arial"/>
                <a:cs typeface="Arial"/>
              </a:defRPr>
            </a:lvl2pPr>
            <a:lvl3pPr algn="l">
              <a:defRPr sz="1425" b="0">
                <a:solidFill>
                  <a:srgbClr val="5D7273"/>
                </a:solidFill>
                <a:latin typeface="Arial"/>
                <a:ea typeface="Arial"/>
                <a:cs typeface="Arial"/>
              </a:defRPr>
            </a:lvl3pPr>
            <a:lvl4pPr algn="l">
              <a:defRPr sz="1425" b="0">
                <a:solidFill>
                  <a:srgbClr val="5D7273"/>
                </a:solidFill>
                <a:latin typeface="Arial"/>
                <a:ea typeface="Arial"/>
                <a:cs typeface="Arial"/>
              </a:defRPr>
            </a:lvl4pPr>
            <a:lvl5pPr algn="l">
              <a:defRPr sz="1425" b="0">
                <a:solidFill>
                  <a:srgbClr val="5D7273"/>
                </a:solidFill>
                <a:latin typeface="Arial"/>
                <a:ea typeface="Arial"/>
                <a:cs typeface="Arial"/>
              </a:defRPr>
            </a:lvl5pPr>
            <a:lvl6pPr algn="l">
              <a:defRPr sz="1425" b="0">
                <a:solidFill>
                  <a:srgbClr val="5D7273"/>
                </a:solidFill>
                <a:latin typeface="Arial"/>
                <a:ea typeface="Arial"/>
                <a:cs typeface="Arial"/>
              </a:defRPr>
            </a:lvl6pPr>
            <a:lvl7pPr algn="l">
              <a:defRPr sz="1425" b="0">
                <a:solidFill>
                  <a:srgbClr val="5D7273"/>
                </a:solidFill>
                <a:latin typeface="Arial"/>
                <a:ea typeface="Arial"/>
                <a:cs typeface="Arial"/>
              </a:defRPr>
            </a:lvl7pPr>
            <a:lvl8pPr algn="l">
              <a:defRPr sz="1425" b="0">
                <a:solidFill>
                  <a:srgbClr val="5D7273"/>
                </a:solidFill>
                <a:latin typeface="Arial"/>
                <a:ea typeface="Arial"/>
                <a:cs typeface="Arial"/>
              </a:defRPr>
            </a:lvl8pPr>
            <a:lvl9pPr algn="l">
              <a:defRPr sz="1425" b="0">
                <a:solidFill>
                  <a:srgbClr val="5D7273"/>
                </a:solidFill>
                <a:latin typeface="Arial"/>
                <a:ea typeface="Arial"/>
                <a:cs typeface="Arial"/>
              </a:defRPr>
            </a:lvl9pPr>
          </a:lstStyle>
          <a:p xmlns:a="http://schemas.openxmlformats.org/drawingml/2006/main">
            <a:pPr algn="l">
              <a:defRPr sz="1425" b="0">
                <a:solidFill>
                  <a:srgbClr val="5D7273"/>
                </a:solidFill>
                <a:latin typeface="Arial"/>
                <a:ea typeface="Arial"/>
                <a:cs typeface="Arial"/>
              </a:defRPr>
            </a:pPr>
            <a:r>
              <a:rPr sz="1425" b="0">
                <a:solidFill>
                  <a:srgbClr val="5D7273"/>
                </a:solidFill>
                <a:latin typeface="Arial"/>
                <a:ea typeface="Arial"/>
                <a:cs typeface="Arial"/>
              </a:rPr>
              <a:t>Protokol dan kriteria penerimaan</a:t>
            </a:r>
          </a:p>
        </p:txBody>
      </p:sp>
      <p:sp>
        <p:nvSpPr>
          <p:cNvPr id="10" name="">
            <a:extLst xmlns:a="http://schemas.openxmlformats.org/drawingml/2006/main">
              <a:ext uri="{FF2B5EF4-FFF2-40B4-BE49-F238E27FC236}">
                <a16:creationId xmlns:a16="http://schemas.microsoft.com/office/drawing/2014/main" id="{43FE6C8A-8EBB-46CA-A519-41B0668E4500}"/>
              </a:ext>
            </a:extLst>
          </p:cNvPr>
          <p:cNvSpPr>
            <a:spLocks xmlns:a="http://schemas.openxmlformats.org/drawingml/2006/main" noGrp="1"/>
          </p:cNvSpPr>
          <p:nvPr/>
        </p:nvSpPr>
        <p:spPr>
          <a:xfrm xmlns:a="http://schemas.openxmlformats.org/drawingml/2006/main">
            <a:off x="819150" y="2552700"/>
            <a:ext cx="10353675" cy="9525"/>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8E81E1B-7A96-49C7-943D-E5B900FDC1C2}"/>
              </a:ext>
            </a:extLst>
          </p:cNvPr>
          <p:cNvSpPr>
            <a:spLocks xmlns:a="http://schemas.openxmlformats.org/drawingml/2006/main" noGrp="1"/>
          </p:cNvSpPr>
          <p:nvPr/>
        </p:nvSpPr>
        <p:spPr>
          <a:xfrm xmlns:a="http://schemas.openxmlformats.org/drawingml/2006/main">
            <a:off x="819150" y="2819400"/>
            <a:ext cx="857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800" b="1">
                <a:solidFill>
                  <a:srgbClr val="087E72"/>
                </a:solidFill>
                <a:latin typeface="Arial"/>
                <a:ea typeface="Arial"/>
                <a:cs typeface="Arial"/>
              </a:defRPr>
            </a:defPPr>
            <a:lvl1pPr algn="l">
              <a:defRPr sz="1800" b="1">
                <a:solidFill>
                  <a:srgbClr val="087E72"/>
                </a:solidFill>
                <a:latin typeface="Arial"/>
                <a:ea typeface="Arial"/>
                <a:cs typeface="Arial"/>
              </a:defRPr>
            </a:lvl1pPr>
            <a:lvl2pPr algn="l">
              <a:defRPr sz="1800" b="1">
                <a:solidFill>
                  <a:srgbClr val="087E72"/>
                </a:solidFill>
                <a:latin typeface="Arial"/>
                <a:ea typeface="Arial"/>
                <a:cs typeface="Arial"/>
              </a:defRPr>
            </a:lvl2pPr>
            <a:lvl3pPr algn="l">
              <a:defRPr sz="1800" b="1">
                <a:solidFill>
                  <a:srgbClr val="087E72"/>
                </a:solidFill>
                <a:latin typeface="Arial"/>
                <a:ea typeface="Arial"/>
                <a:cs typeface="Arial"/>
              </a:defRPr>
            </a:lvl3pPr>
            <a:lvl4pPr algn="l">
              <a:defRPr sz="1800" b="1">
                <a:solidFill>
                  <a:srgbClr val="087E72"/>
                </a:solidFill>
                <a:latin typeface="Arial"/>
                <a:ea typeface="Arial"/>
                <a:cs typeface="Arial"/>
              </a:defRPr>
            </a:lvl4pPr>
            <a:lvl5pPr algn="l">
              <a:defRPr sz="1800" b="1">
                <a:solidFill>
                  <a:srgbClr val="087E72"/>
                </a:solidFill>
                <a:latin typeface="Arial"/>
                <a:ea typeface="Arial"/>
                <a:cs typeface="Arial"/>
              </a:defRPr>
            </a:lvl5pPr>
            <a:lvl6pPr algn="l">
              <a:defRPr sz="1800" b="1">
                <a:solidFill>
                  <a:srgbClr val="087E72"/>
                </a:solidFill>
                <a:latin typeface="Arial"/>
                <a:ea typeface="Arial"/>
                <a:cs typeface="Arial"/>
              </a:defRPr>
            </a:lvl6pPr>
            <a:lvl7pPr algn="l">
              <a:defRPr sz="1800" b="1">
                <a:solidFill>
                  <a:srgbClr val="087E72"/>
                </a:solidFill>
                <a:latin typeface="Arial"/>
                <a:ea typeface="Arial"/>
                <a:cs typeface="Arial"/>
              </a:defRPr>
            </a:lvl7pPr>
            <a:lvl8pPr algn="l">
              <a:defRPr sz="1800" b="1">
                <a:solidFill>
                  <a:srgbClr val="087E72"/>
                </a:solidFill>
                <a:latin typeface="Arial"/>
                <a:ea typeface="Arial"/>
                <a:cs typeface="Arial"/>
              </a:defRPr>
            </a:lvl8pPr>
            <a:lvl9pPr algn="l">
              <a:defRPr sz="1800" b="1">
                <a:solidFill>
                  <a:srgbClr val="087E72"/>
                </a:solidFill>
                <a:latin typeface="Arial"/>
                <a:ea typeface="Arial"/>
                <a:cs typeface="Arial"/>
              </a:defRPr>
            </a:lvl9pPr>
          </a:lstStyle>
          <a:p xmlns:a="http://schemas.openxmlformats.org/drawingml/2006/main">
            <a:pPr algn="l">
              <a:defRPr sz="1800" b="1">
                <a:solidFill>
                  <a:srgbClr val="087E72"/>
                </a:solidFill>
                <a:latin typeface="Arial"/>
                <a:ea typeface="Arial"/>
                <a:cs typeface="Arial"/>
              </a:defRPr>
            </a:pPr>
            <a:r>
              <a:rPr sz="1800" b="1">
                <a:solidFill>
                  <a:srgbClr val="087E72"/>
                </a:solidFill>
                <a:latin typeface="Arial"/>
                <a:ea typeface="Arial"/>
                <a:cs typeface="Arial"/>
              </a:rPr>
              <a:t>Q2</a:t>
            </a:r>
          </a:p>
        </p:txBody>
      </p:sp>
      <p:sp>
        <p:nvSpPr>
          <p:cNvPr id="12" name="">
            <a:extLst xmlns:a="http://schemas.openxmlformats.org/drawingml/2006/main">
              <a:ext uri="{FF2B5EF4-FFF2-40B4-BE49-F238E27FC236}">
                <a16:creationId xmlns:a16="http://schemas.microsoft.com/office/drawing/2014/main" id="{A15D8EBA-FE12-49D8-84DD-51BE8E107190}"/>
              </a:ext>
            </a:extLst>
          </p:cNvPr>
          <p:cNvSpPr>
            <a:spLocks xmlns:a="http://schemas.openxmlformats.org/drawingml/2006/main" noGrp="1"/>
          </p:cNvSpPr>
          <p:nvPr/>
        </p:nvSpPr>
        <p:spPr>
          <a:xfrm xmlns:a="http://schemas.openxmlformats.org/drawingml/2006/main">
            <a:off x="1857375" y="28194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650" b="1">
                <a:solidFill>
                  <a:srgbClr val="16333A"/>
                </a:solidFill>
                <a:latin typeface="Arial"/>
                <a:ea typeface="Arial"/>
                <a:cs typeface="Arial"/>
              </a:defRPr>
            </a:defPPr>
            <a:lvl1pPr algn="l">
              <a:defRPr sz="1650" b="1">
                <a:solidFill>
                  <a:srgbClr val="16333A"/>
                </a:solidFill>
                <a:latin typeface="Arial"/>
                <a:ea typeface="Arial"/>
                <a:cs typeface="Arial"/>
              </a:defRPr>
            </a:lvl1pPr>
            <a:lvl2pPr algn="l">
              <a:defRPr sz="1650" b="1">
                <a:solidFill>
                  <a:srgbClr val="16333A"/>
                </a:solidFill>
                <a:latin typeface="Arial"/>
                <a:ea typeface="Arial"/>
                <a:cs typeface="Arial"/>
              </a:defRPr>
            </a:lvl2pPr>
            <a:lvl3pPr algn="l">
              <a:defRPr sz="1650" b="1">
                <a:solidFill>
                  <a:srgbClr val="16333A"/>
                </a:solidFill>
                <a:latin typeface="Arial"/>
                <a:ea typeface="Arial"/>
                <a:cs typeface="Arial"/>
              </a:defRPr>
            </a:lvl3pPr>
            <a:lvl4pPr algn="l">
              <a:defRPr sz="1650" b="1">
                <a:solidFill>
                  <a:srgbClr val="16333A"/>
                </a:solidFill>
                <a:latin typeface="Arial"/>
                <a:ea typeface="Arial"/>
                <a:cs typeface="Arial"/>
              </a:defRPr>
            </a:lvl4pPr>
            <a:lvl5pPr algn="l">
              <a:defRPr sz="1650" b="1">
                <a:solidFill>
                  <a:srgbClr val="16333A"/>
                </a:solidFill>
                <a:latin typeface="Arial"/>
                <a:ea typeface="Arial"/>
                <a:cs typeface="Arial"/>
              </a:defRPr>
            </a:lvl5pPr>
            <a:lvl6pPr algn="l">
              <a:defRPr sz="1650" b="1">
                <a:solidFill>
                  <a:srgbClr val="16333A"/>
                </a:solidFill>
                <a:latin typeface="Arial"/>
                <a:ea typeface="Arial"/>
                <a:cs typeface="Arial"/>
              </a:defRPr>
            </a:lvl6pPr>
            <a:lvl7pPr algn="l">
              <a:defRPr sz="1650" b="1">
                <a:solidFill>
                  <a:srgbClr val="16333A"/>
                </a:solidFill>
                <a:latin typeface="Arial"/>
                <a:ea typeface="Arial"/>
                <a:cs typeface="Arial"/>
              </a:defRPr>
            </a:lvl7pPr>
            <a:lvl8pPr algn="l">
              <a:defRPr sz="1650" b="1">
                <a:solidFill>
                  <a:srgbClr val="16333A"/>
                </a:solidFill>
                <a:latin typeface="Arial"/>
                <a:ea typeface="Arial"/>
                <a:cs typeface="Arial"/>
              </a:defRPr>
            </a:lvl8pPr>
            <a:lvl9pPr algn="l">
              <a:defRPr sz="1650" b="1">
                <a:solidFill>
                  <a:srgbClr val="16333A"/>
                </a:solidFill>
                <a:latin typeface="Arial"/>
                <a:ea typeface="Arial"/>
                <a:cs typeface="Arial"/>
              </a:defRPr>
            </a:lvl9pPr>
          </a:lstStyle>
          <a:p xmlns:a="http://schemas.openxmlformats.org/drawingml/2006/main">
            <a:pPr algn="l">
              <a:defRPr sz="1650" b="1">
                <a:solidFill>
                  <a:srgbClr val="16333A"/>
                </a:solidFill>
                <a:latin typeface="Arial"/>
                <a:ea typeface="Arial"/>
                <a:cs typeface="Arial"/>
              </a:defRPr>
            </a:pPr>
            <a:r>
              <a:rPr sz="1650" b="1">
                <a:solidFill>
                  <a:srgbClr val="16333A"/>
                </a:solidFill>
                <a:latin typeface="Arial"/>
                <a:ea typeface="Arial"/>
                <a:cs typeface="Arial"/>
              </a:rPr>
              <a:t>Validasi grouped pada cohort eksternal</a:t>
            </a:r>
          </a:p>
        </p:txBody>
      </p:sp>
      <p:sp>
        <p:nvSpPr>
          <p:cNvPr id="13" name="">
            <a:extLst xmlns:a="http://schemas.openxmlformats.org/drawingml/2006/main">
              <a:ext uri="{FF2B5EF4-FFF2-40B4-BE49-F238E27FC236}">
                <a16:creationId xmlns:a16="http://schemas.microsoft.com/office/drawing/2014/main" id="{B1F98759-52AE-4BC6-8BC5-D89D7A1B6C57}"/>
              </a:ext>
            </a:extLst>
          </p:cNvPr>
          <p:cNvSpPr>
            <a:spLocks xmlns:a="http://schemas.openxmlformats.org/drawingml/2006/main" noGrp="1"/>
          </p:cNvSpPr>
          <p:nvPr/>
        </p:nvSpPr>
        <p:spPr>
          <a:xfrm xmlns:a="http://schemas.openxmlformats.org/drawingml/2006/main">
            <a:off x="7953375" y="2819400"/>
            <a:ext cx="320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425" b="0">
                <a:solidFill>
                  <a:srgbClr val="5D7273"/>
                </a:solidFill>
                <a:latin typeface="Arial"/>
                <a:ea typeface="Arial"/>
                <a:cs typeface="Arial"/>
              </a:defRPr>
            </a:defPPr>
            <a:lvl1pPr algn="l">
              <a:defRPr sz="1425" b="0">
                <a:solidFill>
                  <a:srgbClr val="5D7273"/>
                </a:solidFill>
                <a:latin typeface="Arial"/>
                <a:ea typeface="Arial"/>
                <a:cs typeface="Arial"/>
              </a:defRPr>
            </a:lvl1pPr>
            <a:lvl2pPr algn="l">
              <a:defRPr sz="1425" b="0">
                <a:solidFill>
                  <a:srgbClr val="5D7273"/>
                </a:solidFill>
                <a:latin typeface="Arial"/>
                <a:ea typeface="Arial"/>
                <a:cs typeface="Arial"/>
              </a:defRPr>
            </a:lvl2pPr>
            <a:lvl3pPr algn="l">
              <a:defRPr sz="1425" b="0">
                <a:solidFill>
                  <a:srgbClr val="5D7273"/>
                </a:solidFill>
                <a:latin typeface="Arial"/>
                <a:ea typeface="Arial"/>
                <a:cs typeface="Arial"/>
              </a:defRPr>
            </a:lvl3pPr>
            <a:lvl4pPr algn="l">
              <a:defRPr sz="1425" b="0">
                <a:solidFill>
                  <a:srgbClr val="5D7273"/>
                </a:solidFill>
                <a:latin typeface="Arial"/>
                <a:ea typeface="Arial"/>
                <a:cs typeface="Arial"/>
              </a:defRPr>
            </a:lvl4pPr>
            <a:lvl5pPr algn="l">
              <a:defRPr sz="1425" b="0">
                <a:solidFill>
                  <a:srgbClr val="5D7273"/>
                </a:solidFill>
                <a:latin typeface="Arial"/>
                <a:ea typeface="Arial"/>
                <a:cs typeface="Arial"/>
              </a:defRPr>
            </a:lvl5pPr>
            <a:lvl6pPr algn="l">
              <a:defRPr sz="1425" b="0">
                <a:solidFill>
                  <a:srgbClr val="5D7273"/>
                </a:solidFill>
                <a:latin typeface="Arial"/>
                <a:ea typeface="Arial"/>
                <a:cs typeface="Arial"/>
              </a:defRPr>
            </a:lvl6pPr>
            <a:lvl7pPr algn="l">
              <a:defRPr sz="1425" b="0">
                <a:solidFill>
                  <a:srgbClr val="5D7273"/>
                </a:solidFill>
                <a:latin typeface="Arial"/>
                <a:ea typeface="Arial"/>
                <a:cs typeface="Arial"/>
              </a:defRPr>
            </a:lvl7pPr>
            <a:lvl8pPr algn="l">
              <a:defRPr sz="1425" b="0">
                <a:solidFill>
                  <a:srgbClr val="5D7273"/>
                </a:solidFill>
                <a:latin typeface="Arial"/>
                <a:ea typeface="Arial"/>
                <a:cs typeface="Arial"/>
              </a:defRPr>
            </a:lvl8pPr>
            <a:lvl9pPr algn="l">
              <a:defRPr sz="1425" b="0">
                <a:solidFill>
                  <a:srgbClr val="5D7273"/>
                </a:solidFill>
                <a:latin typeface="Arial"/>
                <a:ea typeface="Arial"/>
                <a:cs typeface="Arial"/>
              </a:defRPr>
            </a:lvl9pPr>
          </a:lstStyle>
          <a:p xmlns:a="http://schemas.openxmlformats.org/drawingml/2006/main">
            <a:pPr algn="l">
              <a:defRPr sz="1425" b="0">
                <a:solidFill>
                  <a:srgbClr val="5D7273"/>
                </a:solidFill>
                <a:latin typeface="Arial"/>
                <a:ea typeface="Arial"/>
                <a:cs typeface="Arial"/>
              </a:defRPr>
            </a:pPr>
            <a:r>
              <a:rPr sz="1425" b="0">
                <a:solidFill>
                  <a:srgbClr val="5D7273"/>
                </a:solidFill>
                <a:latin typeface="Arial"/>
                <a:ea typeface="Arial"/>
                <a:cs typeface="Arial"/>
              </a:rPr>
              <a:t>Kinerja lintas populasi</a:t>
            </a:r>
          </a:p>
        </p:txBody>
      </p:sp>
      <p:sp>
        <p:nvSpPr>
          <p:cNvPr id="14" name="">
            <a:extLst xmlns:a="http://schemas.openxmlformats.org/drawingml/2006/main">
              <a:ext uri="{FF2B5EF4-FFF2-40B4-BE49-F238E27FC236}">
                <a16:creationId xmlns:a16="http://schemas.microsoft.com/office/drawing/2014/main" id="{4F8E8DA4-F8BE-4B02-A513-D6FEB37063FB}"/>
              </a:ext>
            </a:extLst>
          </p:cNvPr>
          <p:cNvSpPr>
            <a:spLocks xmlns:a="http://schemas.openxmlformats.org/drawingml/2006/main" noGrp="1"/>
          </p:cNvSpPr>
          <p:nvPr/>
        </p:nvSpPr>
        <p:spPr>
          <a:xfrm xmlns:a="http://schemas.openxmlformats.org/drawingml/2006/main">
            <a:off x="819150" y="3419475"/>
            <a:ext cx="10353675" cy="9525"/>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74034B1-A5EF-4D3D-8D2B-DCA8B0E1A041}"/>
              </a:ext>
            </a:extLst>
          </p:cNvPr>
          <p:cNvSpPr>
            <a:spLocks xmlns:a="http://schemas.openxmlformats.org/drawingml/2006/main" noGrp="1"/>
          </p:cNvSpPr>
          <p:nvPr/>
        </p:nvSpPr>
        <p:spPr>
          <a:xfrm xmlns:a="http://schemas.openxmlformats.org/drawingml/2006/main">
            <a:off x="819150" y="3686175"/>
            <a:ext cx="857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800" b="1">
                <a:solidFill>
                  <a:srgbClr val="087E72"/>
                </a:solidFill>
                <a:latin typeface="Arial"/>
                <a:ea typeface="Arial"/>
                <a:cs typeface="Arial"/>
              </a:defRPr>
            </a:defPPr>
            <a:lvl1pPr algn="l">
              <a:defRPr sz="1800" b="1">
                <a:solidFill>
                  <a:srgbClr val="087E72"/>
                </a:solidFill>
                <a:latin typeface="Arial"/>
                <a:ea typeface="Arial"/>
                <a:cs typeface="Arial"/>
              </a:defRPr>
            </a:lvl1pPr>
            <a:lvl2pPr algn="l">
              <a:defRPr sz="1800" b="1">
                <a:solidFill>
                  <a:srgbClr val="087E72"/>
                </a:solidFill>
                <a:latin typeface="Arial"/>
                <a:ea typeface="Arial"/>
                <a:cs typeface="Arial"/>
              </a:defRPr>
            </a:lvl2pPr>
            <a:lvl3pPr algn="l">
              <a:defRPr sz="1800" b="1">
                <a:solidFill>
                  <a:srgbClr val="087E72"/>
                </a:solidFill>
                <a:latin typeface="Arial"/>
                <a:ea typeface="Arial"/>
                <a:cs typeface="Arial"/>
              </a:defRPr>
            </a:lvl3pPr>
            <a:lvl4pPr algn="l">
              <a:defRPr sz="1800" b="1">
                <a:solidFill>
                  <a:srgbClr val="087E72"/>
                </a:solidFill>
                <a:latin typeface="Arial"/>
                <a:ea typeface="Arial"/>
                <a:cs typeface="Arial"/>
              </a:defRPr>
            </a:lvl4pPr>
            <a:lvl5pPr algn="l">
              <a:defRPr sz="1800" b="1">
                <a:solidFill>
                  <a:srgbClr val="087E72"/>
                </a:solidFill>
                <a:latin typeface="Arial"/>
                <a:ea typeface="Arial"/>
                <a:cs typeface="Arial"/>
              </a:defRPr>
            </a:lvl5pPr>
            <a:lvl6pPr algn="l">
              <a:defRPr sz="1800" b="1">
                <a:solidFill>
                  <a:srgbClr val="087E72"/>
                </a:solidFill>
                <a:latin typeface="Arial"/>
                <a:ea typeface="Arial"/>
                <a:cs typeface="Arial"/>
              </a:defRPr>
            </a:lvl6pPr>
            <a:lvl7pPr algn="l">
              <a:defRPr sz="1800" b="1">
                <a:solidFill>
                  <a:srgbClr val="087E72"/>
                </a:solidFill>
                <a:latin typeface="Arial"/>
                <a:ea typeface="Arial"/>
                <a:cs typeface="Arial"/>
              </a:defRPr>
            </a:lvl7pPr>
            <a:lvl8pPr algn="l">
              <a:defRPr sz="1800" b="1">
                <a:solidFill>
                  <a:srgbClr val="087E72"/>
                </a:solidFill>
                <a:latin typeface="Arial"/>
                <a:ea typeface="Arial"/>
                <a:cs typeface="Arial"/>
              </a:defRPr>
            </a:lvl8pPr>
            <a:lvl9pPr algn="l">
              <a:defRPr sz="1800" b="1">
                <a:solidFill>
                  <a:srgbClr val="087E72"/>
                </a:solidFill>
                <a:latin typeface="Arial"/>
                <a:ea typeface="Arial"/>
                <a:cs typeface="Arial"/>
              </a:defRPr>
            </a:lvl9pPr>
          </a:lstStyle>
          <a:p xmlns:a="http://schemas.openxmlformats.org/drawingml/2006/main">
            <a:pPr algn="l">
              <a:defRPr sz="1800" b="1">
                <a:solidFill>
                  <a:srgbClr val="087E72"/>
                </a:solidFill>
                <a:latin typeface="Arial"/>
                <a:ea typeface="Arial"/>
                <a:cs typeface="Arial"/>
              </a:defRPr>
            </a:pPr>
            <a:r>
              <a:rPr sz="1800" b="1">
                <a:solidFill>
                  <a:srgbClr val="087E72"/>
                </a:solidFill>
                <a:latin typeface="Arial"/>
                <a:ea typeface="Arial"/>
                <a:cs typeface="Arial"/>
              </a:rPr>
              <a:t>Q3</a:t>
            </a:r>
          </a:p>
        </p:txBody>
      </p:sp>
      <p:sp>
        <p:nvSpPr>
          <p:cNvPr id="16" name="">
            <a:extLst xmlns:a="http://schemas.openxmlformats.org/drawingml/2006/main">
              <a:ext uri="{FF2B5EF4-FFF2-40B4-BE49-F238E27FC236}">
                <a16:creationId xmlns:a16="http://schemas.microsoft.com/office/drawing/2014/main" id="{3B389FAA-3275-4D38-B881-54EF3D0D7122}"/>
              </a:ext>
            </a:extLst>
          </p:cNvPr>
          <p:cNvSpPr>
            <a:spLocks xmlns:a="http://schemas.openxmlformats.org/drawingml/2006/main" noGrp="1"/>
          </p:cNvSpPr>
          <p:nvPr/>
        </p:nvSpPr>
        <p:spPr>
          <a:xfrm xmlns:a="http://schemas.openxmlformats.org/drawingml/2006/main">
            <a:off x="1857375" y="368617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650" b="1">
                <a:solidFill>
                  <a:srgbClr val="16333A"/>
                </a:solidFill>
                <a:latin typeface="Arial"/>
                <a:ea typeface="Arial"/>
                <a:cs typeface="Arial"/>
              </a:defRPr>
            </a:defPPr>
            <a:lvl1pPr algn="l">
              <a:defRPr sz="1650" b="1">
                <a:solidFill>
                  <a:srgbClr val="16333A"/>
                </a:solidFill>
                <a:latin typeface="Arial"/>
                <a:ea typeface="Arial"/>
                <a:cs typeface="Arial"/>
              </a:defRPr>
            </a:lvl1pPr>
            <a:lvl2pPr algn="l">
              <a:defRPr sz="1650" b="1">
                <a:solidFill>
                  <a:srgbClr val="16333A"/>
                </a:solidFill>
                <a:latin typeface="Arial"/>
                <a:ea typeface="Arial"/>
                <a:cs typeface="Arial"/>
              </a:defRPr>
            </a:lvl2pPr>
            <a:lvl3pPr algn="l">
              <a:defRPr sz="1650" b="1">
                <a:solidFill>
                  <a:srgbClr val="16333A"/>
                </a:solidFill>
                <a:latin typeface="Arial"/>
                <a:ea typeface="Arial"/>
                <a:cs typeface="Arial"/>
              </a:defRPr>
            </a:lvl3pPr>
            <a:lvl4pPr algn="l">
              <a:defRPr sz="1650" b="1">
                <a:solidFill>
                  <a:srgbClr val="16333A"/>
                </a:solidFill>
                <a:latin typeface="Arial"/>
                <a:ea typeface="Arial"/>
                <a:cs typeface="Arial"/>
              </a:defRPr>
            </a:lvl4pPr>
            <a:lvl5pPr algn="l">
              <a:defRPr sz="1650" b="1">
                <a:solidFill>
                  <a:srgbClr val="16333A"/>
                </a:solidFill>
                <a:latin typeface="Arial"/>
                <a:ea typeface="Arial"/>
                <a:cs typeface="Arial"/>
              </a:defRPr>
            </a:lvl5pPr>
            <a:lvl6pPr algn="l">
              <a:defRPr sz="1650" b="1">
                <a:solidFill>
                  <a:srgbClr val="16333A"/>
                </a:solidFill>
                <a:latin typeface="Arial"/>
                <a:ea typeface="Arial"/>
                <a:cs typeface="Arial"/>
              </a:defRPr>
            </a:lvl6pPr>
            <a:lvl7pPr algn="l">
              <a:defRPr sz="1650" b="1">
                <a:solidFill>
                  <a:srgbClr val="16333A"/>
                </a:solidFill>
                <a:latin typeface="Arial"/>
                <a:ea typeface="Arial"/>
                <a:cs typeface="Arial"/>
              </a:defRPr>
            </a:lvl7pPr>
            <a:lvl8pPr algn="l">
              <a:defRPr sz="1650" b="1">
                <a:solidFill>
                  <a:srgbClr val="16333A"/>
                </a:solidFill>
                <a:latin typeface="Arial"/>
                <a:ea typeface="Arial"/>
                <a:cs typeface="Arial"/>
              </a:defRPr>
            </a:lvl8pPr>
            <a:lvl9pPr algn="l">
              <a:defRPr sz="1650" b="1">
                <a:solidFill>
                  <a:srgbClr val="16333A"/>
                </a:solidFill>
                <a:latin typeface="Arial"/>
                <a:ea typeface="Arial"/>
                <a:cs typeface="Arial"/>
              </a:defRPr>
            </a:lvl9pPr>
          </a:lstStyle>
          <a:p xmlns:a="http://schemas.openxmlformats.org/drawingml/2006/main">
            <a:pPr algn="l">
              <a:defRPr sz="1650" b="1">
                <a:solidFill>
                  <a:srgbClr val="16333A"/>
                </a:solidFill>
                <a:latin typeface="Arial"/>
                <a:ea typeface="Arial"/>
                <a:cs typeface="Arial"/>
              </a:defRPr>
            </a:pPr>
            <a:r>
              <a:rPr sz="1650" b="1">
                <a:solidFill>
                  <a:srgbClr val="16333A"/>
                </a:solidFill>
                <a:latin typeface="Arial"/>
                <a:ea typeface="Arial"/>
                <a:cs typeface="Arial"/>
              </a:rPr>
              <a:t>Review probe dan uji laboratorium</a:t>
            </a:r>
          </a:p>
        </p:txBody>
      </p:sp>
      <p:sp>
        <p:nvSpPr>
          <p:cNvPr id="17" name="">
            <a:extLst xmlns:a="http://schemas.openxmlformats.org/drawingml/2006/main">
              <a:ext uri="{FF2B5EF4-FFF2-40B4-BE49-F238E27FC236}">
                <a16:creationId xmlns:a16="http://schemas.microsoft.com/office/drawing/2014/main" id="{BC785C67-456E-474B-9BAB-62ED889F05D5}"/>
              </a:ext>
            </a:extLst>
          </p:cNvPr>
          <p:cNvSpPr>
            <a:spLocks xmlns:a="http://schemas.openxmlformats.org/drawingml/2006/main" noGrp="1"/>
          </p:cNvSpPr>
          <p:nvPr/>
        </p:nvSpPr>
        <p:spPr>
          <a:xfrm xmlns:a="http://schemas.openxmlformats.org/drawingml/2006/main">
            <a:off x="7953375" y="3686175"/>
            <a:ext cx="320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425" b="0">
                <a:solidFill>
                  <a:srgbClr val="5D7273"/>
                </a:solidFill>
                <a:latin typeface="Arial"/>
                <a:ea typeface="Arial"/>
                <a:cs typeface="Arial"/>
              </a:defRPr>
            </a:defPPr>
            <a:lvl1pPr algn="l">
              <a:defRPr sz="1425" b="0">
                <a:solidFill>
                  <a:srgbClr val="5D7273"/>
                </a:solidFill>
                <a:latin typeface="Arial"/>
                <a:ea typeface="Arial"/>
                <a:cs typeface="Arial"/>
              </a:defRPr>
            </a:lvl1pPr>
            <a:lvl2pPr algn="l">
              <a:defRPr sz="1425" b="0">
                <a:solidFill>
                  <a:srgbClr val="5D7273"/>
                </a:solidFill>
                <a:latin typeface="Arial"/>
                <a:ea typeface="Arial"/>
                <a:cs typeface="Arial"/>
              </a:defRPr>
            </a:lvl2pPr>
            <a:lvl3pPr algn="l">
              <a:defRPr sz="1425" b="0">
                <a:solidFill>
                  <a:srgbClr val="5D7273"/>
                </a:solidFill>
                <a:latin typeface="Arial"/>
                <a:ea typeface="Arial"/>
                <a:cs typeface="Arial"/>
              </a:defRPr>
            </a:lvl3pPr>
            <a:lvl4pPr algn="l">
              <a:defRPr sz="1425" b="0">
                <a:solidFill>
                  <a:srgbClr val="5D7273"/>
                </a:solidFill>
                <a:latin typeface="Arial"/>
                <a:ea typeface="Arial"/>
                <a:cs typeface="Arial"/>
              </a:defRPr>
            </a:lvl4pPr>
            <a:lvl5pPr algn="l">
              <a:defRPr sz="1425" b="0">
                <a:solidFill>
                  <a:srgbClr val="5D7273"/>
                </a:solidFill>
                <a:latin typeface="Arial"/>
                <a:ea typeface="Arial"/>
                <a:cs typeface="Arial"/>
              </a:defRPr>
            </a:lvl5pPr>
            <a:lvl6pPr algn="l">
              <a:defRPr sz="1425" b="0">
                <a:solidFill>
                  <a:srgbClr val="5D7273"/>
                </a:solidFill>
                <a:latin typeface="Arial"/>
                <a:ea typeface="Arial"/>
                <a:cs typeface="Arial"/>
              </a:defRPr>
            </a:lvl6pPr>
            <a:lvl7pPr algn="l">
              <a:defRPr sz="1425" b="0">
                <a:solidFill>
                  <a:srgbClr val="5D7273"/>
                </a:solidFill>
                <a:latin typeface="Arial"/>
                <a:ea typeface="Arial"/>
                <a:cs typeface="Arial"/>
              </a:defRPr>
            </a:lvl7pPr>
            <a:lvl8pPr algn="l">
              <a:defRPr sz="1425" b="0">
                <a:solidFill>
                  <a:srgbClr val="5D7273"/>
                </a:solidFill>
                <a:latin typeface="Arial"/>
                <a:ea typeface="Arial"/>
                <a:cs typeface="Arial"/>
              </a:defRPr>
            </a:lvl8pPr>
            <a:lvl9pPr algn="l">
              <a:defRPr sz="1425" b="0">
                <a:solidFill>
                  <a:srgbClr val="5D7273"/>
                </a:solidFill>
                <a:latin typeface="Arial"/>
                <a:ea typeface="Arial"/>
                <a:cs typeface="Arial"/>
              </a:defRPr>
            </a:lvl9pPr>
          </a:lstStyle>
          <a:p xmlns:a="http://schemas.openxmlformats.org/drawingml/2006/main">
            <a:pPr algn="l">
              <a:defRPr sz="1425" b="0">
                <a:solidFill>
                  <a:srgbClr val="5D7273"/>
                </a:solidFill>
                <a:latin typeface="Arial"/>
                <a:ea typeface="Arial"/>
                <a:cs typeface="Arial"/>
              </a:defRPr>
            </a:pPr>
            <a:r>
              <a:rPr sz="1425" b="0">
                <a:solidFill>
                  <a:srgbClr val="5D7273"/>
                </a:solidFill>
                <a:latin typeface="Arial"/>
                <a:ea typeface="Arial"/>
                <a:cs typeface="Arial"/>
              </a:rPr>
              <a:t>Call rate, repeatability, biaya</a:t>
            </a:r>
          </a:p>
        </p:txBody>
      </p:sp>
      <p:sp>
        <p:nvSpPr>
          <p:cNvPr id="18" name="">
            <a:extLst xmlns:a="http://schemas.openxmlformats.org/drawingml/2006/main">
              <a:ext uri="{FF2B5EF4-FFF2-40B4-BE49-F238E27FC236}">
                <a16:creationId xmlns:a16="http://schemas.microsoft.com/office/drawing/2014/main" id="{1FAF1474-6969-44E4-9A5A-F4D886CC793B}"/>
              </a:ext>
            </a:extLst>
          </p:cNvPr>
          <p:cNvSpPr>
            <a:spLocks xmlns:a="http://schemas.openxmlformats.org/drawingml/2006/main" noGrp="1"/>
          </p:cNvSpPr>
          <p:nvPr/>
        </p:nvSpPr>
        <p:spPr>
          <a:xfrm xmlns:a="http://schemas.openxmlformats.org/drawingml/2006/main">
            <a:off x="819150" y="4286250"/>
            <a:ext cx="10353675" cy="9525"/>
          </a:xfrm>
          <a:prstGeom xmlns:a="http://schemas.openxmlformats.org/drawingml/2006/main" prst="rect">
            <a:avLst/>
          </a:prstGeom>
          <a:solidFill xmlns:a="http://schemas.openxmlformats.org/drawingml/2006/main">
            <a:srgbClr val="D8E4D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C350FBA-E586-4CAE-A9B4-D4D8087E0765}"/>
              </a:ext>
            </a:extLst>
          </p:cNvPr>
          <p:cNvSpPr>
            <a:spLocks xmlns:a="http://schemas.openxmlformats.org/drawingml/2006/main" noGrp="1"/>
          </p:cNvSpPr>
          <p:nvPr/>
        </p:nvSpPr>
        <p:spPr>
          <a:xfrm xmlns:a="http://schemas.openxmlformats.org/drawingml/2006/main">
            <a:off x="819150" y="4552950"/>
            <a:ext cx="857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800" b="1">
                <a:solidFill>
                  <a:srgbClr val="087E72"/>
                </a:solidFill>
                <a:latin typeface="Arial"/>
                <a:ea typeface="Arial"/>
                <a:cs typeface="Arial"/>
              </a:defRPr>
            </a:defPPr>
            <a:lvl1pPr algn="l">
              <a:defRPr sz="1800" b="1">
                <a:solidFill>
                  <a:srgbClr val="087E72"/>
                </a:solidFill>
                <a:latin typeface="Arial"/>
                <a:ea typeface="Arial"/>
                <a:cs typeface="Arial"/>
              </a:defRPr>
            </a:lvl1pPr>
            <a:lvl2pPr algn="l">
              <a:defRPr sz="1800" b="1">
                <a:solidFill>
                  <a:srgbClr val="087E72"/>
                </a:solidFill>
                <a:latin typeface="Arial"/>
                <a:ea typeface="Arial"/>
                <a:cs typeface="Arial"/>
              </a:defRPr>
            </a:lvl2pPr>
            <a:lvl3pPr algn="l">
              <a:defRPr sz="1800" b="1">
                <a:solidFill>
                  <a:srgbClr val="087E72"/>
                </a:solidFill>
                <a:latin typeface="Arial"/>
                <a:ea typeface="Arial"/>
                <a:cs typeface="Arial"/>
              </a:defRPr>
            </a:lvl3pPr>
            <a:lvl4pPr algn="l">
              <a:defRPr sz="1800" b="1">
                <a:solidFill>
                  <a:srgbClr val="087E72"/>
                </a:solidFill>
                <a:latin typeface="Arial"/>
                <a:ea typeface="Arial"/>
                <a:cs typeface="Arial"/>
              </a:defRPr>
            </a:lvl4pPr>
            <a:lvl5pPr algn="l">
              <a:defRPr sz="1800" b="1">
                <a:solidFill>
                  <a:srgbClr val="087E72"/>
                </a:solidFill>
                <a:latin typeface="Arial"/>
                <a:ea typeface="Arial"/>
                <a:cs typeface="Arial"/>
              </a:defRPr>
            </a:lvl5pPr>
            <a:lvl6pPr algn="l">
              <a:defRPr sz="1800" b="1">
                <a:solidFill>
                  <a:srgbClr val="087E72"/>
                </a:solidFill>
                <a:latin typeface="Arial"/>
                <a:ea typeface="Arial"/>
                <a:cs typeface="Arial"/>
              </a:defRPr>
            </a:lvl6pPr>
            <a:lvl7pPr algn="l">
              <a:defRPr sz="1800" b="1">
                <a:solidFill>
                  <a:srgbClr val="087E72"/>
                </a:solidFill>
                <a:latin typeface="Arial"/>
                <a:ea typeface="Arial"/>
                <a:cs typeface="Arial"/>
              </a:defRPr>
            </a:lvl7pPr>
            <a:lvl8pPr algn="l">
              <a:defRPr sz="1800" b="1">
                <a:solidFill>
                  <a:srgbClr val="087E72"/>
                </a:solidFill>
                <a:latin typeface="Arial"/>
                <a:ea typeface="Arial"/>
                <a:cs typeface="Arial"/>
              </a:defRPr>
            </a:lvl8pPr>
            <a:lvl9pPr algn="l">
              <a:defRPr sz="1800" b="1">
                <a:solidFill>
                  <a:srgbClr val="087E72"/>
                </a:solidFill>
                <a:latin typeface="Arial"/>
                <a:ea typeface="Arial"/>
                <a:cs typeface="Arial"/>
              </a:defRPr>
            </a:lvl9pPr>
          </a:lstStyle>
          <a:p xmlns:a="http://schemas.openxmlformats.org/drawingml/2006/main">
            <a:pPr algn="l">
              <a:defRPr sz="1800" b="1">
                <a:solidFill>
                  <a:srgbClr val="087E72"/>
                </a:solidFill>
                <a:latin typeface="Arial"/>
                <a:ea typeface="Arial"/>
                <a:cs typeface="Arial"/>
              </a:defRPr>
            </a:pPr>
            <a:r>
              <a:rPr sz="1800" b="1">
                <a:solidFill>
                  <a:srgbClr val="087E72"/>
                </a:solidFill>
                <a:latin typeface="Arial"/>
                <a:ea typeface="Arial"/>
                <a:cs typeface="Arial"/>
              </a:rPr>
              <a:t>Q4</a:t>
            </a:r>
          </a:p>
        </p:txBody>
      </p:sp>
      <p:sp>
        <p:nvSpPr>
          <p:cNvPr id="20" name="">
            <a:extLst xmlns:a="http://schemas.openxmlformats.org/drawingml/2006/main">
              <a:ext uri="{FF2B5EF4-FFF2-40B4-BE49-F238E27FC236}">
                <a16:creationId xmlns:a16="http://schemas.microsoft.com/office/drawing/2014/main" id="{18C2C9BD-607A-4C1F-BAFA-9C486BCC24B2}"/>
              </a:ext>
            </a:extLst>
          </p:cNvPr>
          <p:cNvSpPr>
            <a:spLocks xmlns:a="http://schemas.openxmlformats.org/drawingml/2006/main" noGrp="1"/>
          </p:cNvSpPr>
          <p:nvPr/>
        </p:nvSpPr>
        <p:spPr>
          <a:xfrm xmlns:a="http://schemas.openxmlformats.org/drawingml/2006/main">
            <a:off x="1857375" y="45529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650" b="1">
                <a:solidFill>
                  <a:srgbClr val="16333A"/>
                </a:solidFill>
                <a:latin typeface="Arial"/>
                <a:ea typeface="Arial"/>
                <a:cs typeface="Arial"/>
              </a:defRPr>
            </a:defPPr>
            <a:lvl1pPr algn="l">
              <a:defRPr sz="1650" b="1">
                <a:solidFill>
                  <a:srgbClr val="16333A"/>
                </a:solidFill>
                <a:latin typeface="Arial"/>
                <a:ea typeface="Arial"/>
                <a:cs typeface="Arial"/>
              </a:defRPr>
            </a:lvl1pPr>
            <a:lvl2pPr algn="l">
              <a:defRPr sz="1650" b="1">
                <a:solidFill>
                  <a:srgbClr val="16333A"/>
                </a:solidFill>
                <a:latin typeface="Arial"/>
                <a:ea typeface="Arial"/>
                <a:cs typeface="Arial"/>
              </a:defRPr>
            </a:lvl2pPr>
            <a:lvl3pPr algn="l">
              <a:defRPr sz="1650" b="1">
                <a:solidFill>
                  <a:srgbClr val="16333A"/>
                </a:solidFill>
                <a:latin typeface="Arial"/>
                <a:ea typeface="Arial"/>
                <a:cs typeface="Arial"/>
              </a:defRPr>
            </a:lvl3pPr>
            <a:lvl4pPr algn="l">
              <a:defRPr sz="1650" b="1">
                <a:solidFill>
                  <a:srgbClr val="16333A"/>
                </a:solidFill>
                <a:latin typeface="Arial"/>
                <a:ea typeface="Arial"/>
                <a:cs typeface="Arial"/>
              </a:defRPr>
            </a:lvl4pPr>
            <a:lvl5pPr algn="l">
              <a:defRPr sz="1650" b="1">
                <a:solidFill>
                  <a:srgbClr val="16333A"/>
                </a:solidFill>
                <a:latin typeface="Arial"/>
                <a:ea typeface="Arial"/>
                <a:cs typeface="Arial"/>
              </a:defRPr>
            </a:lvl5pPr>
            <a:lvl6pPr algn="l">
              <a:defRPr sz="1650" b="1">
                <a:solidFill>
                  <a:srgbClr val="16333A"/>
                </a:solidFill>
                <a:latin typeface="Arial"/>
                <a:ea typeface="Arial"/>
                <a:cs typeface="Arial"/>
              </a:defRPr>
            </a:lvl6pPr>
            <a:lvl7pPr algn="l">
              <a:defRPr sz="1650" b="1">
                <a:solidFill>
                  <a:srgbClr val="16333A"/>
                </a:solidFill>
                <a:latin typeface="Arial"/>
                <a:ea typeface="Arial"/>
                <a:cs typeface="Arial"/>
              </a:defRPr>
            </a:lvl7pPr>
            <a:lvl8pPr algn="l">
              <a:defRPr sz="1650" b="1">
                <a:solidFill>
                  <a:srgbClr val="16333A"/>
                </a:solidFill>
                <a:latin typeface="Arial"/>
                <a:ea typeface="Arial"/>
                <a:cs typeface="Arial"/>
              </a:defRPr>
            </a:lvl8pPr>
            <a:lvl9pPr algn="l">
              <a:defRPr sz="1650" b="1">
                <a:solidFill>
                  <a:srgbClr val="16333A"/>
                </a:solidFill>
                <a:latin typeface="Arial"/>
                <a:ea typeface="Arial"/>
                <a:cs typeface="Arial"/>
              </a:defRPr>
            </a:lvl9pPr>
          </a:lstStyle>
          <a:p xmlns:a="http://schemas.openxmlformats.org/drawingml/2006/main">
            <a:pPr algn="l">
              <a:defRPr sz="1650" b="1">
                <a:solidFill>
                  <a:srgbClr val="16333A"/>
                </a:solidFill>
                <a:latin typeface="Arial"/>
                <a:ea typeface="Arial"/>
                <a:cs typeface="Arial"/>
              </a:defRPr>
            </a:pPr>
            <a:r>
              <a:rPr sz="1650" b="1">
                <a:solidFill>
                  <a:srgbClr val="16333A"/>
                </a:solidFill>
                <a:latin typeface="Arial"/>
                <a:ea typeface="Arial"/>
                <a:cs typeface="Arial"/>
              </a:rPr>
              <a:t>Pilot prospektif dengan institusi</a:t>
            </a:r>
          </a:p>
        </p:txBody>
      </p:sp>
      <p:sp>
        <p:nvSpPr>
          <p:cNvPr id="21" name="">
            <a:extLst xmlns:a="http://schemas.openxmlformats.org/drawingml/2006/main">
              <a:ext uri="{FF2B5EF4-FFF2-40B4-BE49-F238E27FC236}">
                <a16:creationId xmlns:a16="http://schemas.microsoft.com/office/drawing/2014/main" id="{A2969704-1B4C-4F3D-A042-91F57A07CF5F}"/>
              </a:ext>
            </a:extLst>
          </p:cNvPr>
          <p:cNvSpPr>
            <a:spLocks xmlns:a="http://schemas.openxmlformats.org/drawingml/2006/main" noGrp="1"/>
          </p:cNvSpPr>
          <p:nvPr/>
        </p:nvSpPr>
        <p:spPr>
          <a:xfrm xmlns:a="http://schemas.openxmlformats.org/drawingml/2006/main">
            <a:off x="7953375" y="4552950"/>
            <a:ext cx="320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95418"/>
          </a:bodyPr>
          <a:lstStyle xmlns:a="http://schemas.openxmlformats.org/drawingml/2006/main">
            <a:defPPr algn="l">
              <a:defRPr sz="1425" b="0">
                <a:solidFill>
                  <a:srgbClr val="5D7273"/>
                </a:solidFill>
                <a:latin typeface="Arial"/>
                <a:ea typeface="Arial"/>
                <a:cs typeface="Arial"/>
              </a:defRPr>
            </a:defPPr>
            <a:lvl1pPr algn="l">
              <a:defRPr sz="1425" b="0">
                <a:solidFill>
                  <a:srgbClr val="5D7273"/>
                </a:solidFill>
                <a:latin typeface="Arial"/>
                <a:ea typeface="Arial"/>
                <a:cs typeface="Arial"/>
              </a:defRPr>
            </a:lvl1pPr>
            <a:lvl2pPr algn="l">
              <a:defRPr sz="1425" b="0">
                <a:solidFill>
                  <a:srgbClr val="5D7273"/>
                </a:solidFill>
                <a:latin typeface="Arial"/>
                <a:ea typeface="Arial"/>
                <a:cs typeface="Arial"/>
              </a:defRPr>
            </a:lvl2pPr>
            <a:lvl3pPr algn="l">
              <a:defRPr sz="1425" b="0">
                <a:solidFill>
                  <a:srgbClr val="5D7273"/>
                </a:solidFill>
                <a:latin typeface="Arial"/>
                <a:ea typeface="Arial"/>
                <a:cs typeface="Arial"/>
              </a:defRPr>
            </a:lvl3pPr>
            <a:lvl4pPr algn="l">
              <a:defRPr sz="1425" b="0">
                <a:solidFill>
                  <a:srgbClr val="5D7273"/>
                </a:solidFill>
                <a:latin typeface="Arial"/>
                <a:ea typeface="Arial"/>
                <a:cs typeface="Arial"/>
              </a:defRPr>
            </a:lvl4pPr>
            <a:lvl5pPr algn="l">
              <a:defRPr sz="1425" b="0">
                <a:solidFill>
                  <a:srgbClr val="5D7273"/>
                </a:solidFill>
                <a:latin typeface="Arial"/>
                <a:ea typeface="Arial"/>
                <a:cs typeface="Arial"/>
              </a:defRPr>
            </a:lvl5pPr>
            <a:lvl6pPr algn="l">
              <a:defRPr sz="1425" b="0">
                <a:solidFill>
                  <a:srgbClr val="5D7273"/>
                </a:solidFill>
                <a:latin typeface="Arial"/>
                <a:ea typeface="Arial"/>
                <a:cs typeface="Arial"/>
              </a:defRPr>
            </a:lvl6pPr>
            <a:lvl7pPr algn="l">
              <a:defRPr sz="1425" b="0">
                <a:solidFill>
                  <a:srgbClr val="5D7273"/>
                </a:solidFill>
                <a:latin typeface="Arial"/>
                <a:ea typeface="Arial"/>
                <a:cs typeface="Arial"/>
              </a:defRPr>
            </a:lvl7pPr>
            <a:lvl8pPr algn="l">
              <a:defRPr sz="1425" b="0">
                <a:solidFill>
                  <a:srgbClr val="5D7273"/>
                </a:solidFill>
                <a:latin typeface="Arial"/>
                <a:ea typeface="Arial"/>
                <a:cs typeface="Arial"/>
              </a:defRPr>
            </a:lvl8pPr>
            <a:lvl9pPr algn="l">
              <a:defRPr sz="1425" b="0">
                <a:solidFill>
                  <a:srgbClr val="5D7273"/>
                </a:solidFill>
                <a:latin typeface="Arial"/>
                <a:ea typeface="Arial"/>
                <a:cs typeface="Arial"/>
              </a:defRPr>
            </a:lvl9pPr>
          </a:lstStyle>
          <a:p xmlns:a="http://schemas.openxmlformats.org/drawingml/2006/main">
            <a:pPr algn="l">
              <a:defRPr sz="1425" b="0">
                <a:solidFill>
                  <a:srgbClr val="5D7273"/>
                </a:solidFill>
                <a:latin typeface="Arial"/>
                <a:ea typeface="Arial"/>
                <a:cs typeface="Arial"/>
              </a:defRPr>
            </a:pPr>
            <a:r>
              <a:rPr sz="1425" b="0">
                <a:solidFill>
                  <a:srgbClr val="5D7273"/>
                </a:solidFill>
                <a:latin typeface="Arial"/>
                <a:ea typeface="Arial"/>
                <a:cs typeface="Arial"/>
              </a:rPr>
              <a:t>Pengguna, budget path, dan hasil terukur</a:t>
            </a:r>
          </a:p>
        </p:txBody>
      </p:sp>
      <p:sp>
        <p:nvSpPr>
          <p:cNvPr id="22" name="">
            <a:extLst xmlns:a="http://schemas.openxmlformats.org/drawingml/2006/main">
              <a:ext uri="{FF2B5EF4-FFF2-40B4-BE49-F238E27FC236}">
                <a16:creationId xmlns:a16="http://schemas.microsoft.com/office/drawing/2014/main" id="{1D5FDB98-CADF-47E9-8949-EB483F255AF7}"/>
              </a:ext>
            </a:extLst>
          </p:cNvPr>
          <p:cNvSpPr>
            <a:spLocks xmlns:a="http://schemas.openxmlformats.org/drawingml/2006/main" noGrp="1"/>
          </p:cNvSpPr>
          <p:nvPr/>
        </p:nvSpPr>
        <p:spPr>
          <a:xfrm xmlns:a="http://schemas.openxmlformats.org/drawingml/2006/main">
            <a:off x="819150" y="5553075"/>
            <a:ext cx="10334625" cy="28575"/>
          </a:xfrm>
          <a:prstGeom xmlns:a="http://schemas.openxmlformats.org/drawingml/2006/main" prst="rect">
            <a:avLst/>
          </a:prstGeom>
          <a:solidFill xmlns:a="http://schemas.openxmlformats.org/drawingml/2006/main">
            <a:srgbClr val="C38E3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37FF263-1D3F-4172-A4B8-50B38F17B921}"/>
              </a:ext>
            </a:extLst>
          </p:cNvPr>
          <p:cNvSpPr>
            <a:spLocks xmlns:a="http://schemas.openxmlformats.org/drawingml/2006/main" noGrp="1"/>
          </p:cNvSpPr>
          <p:nvPr/>
        </p:nvSpPr>
        <p:spPr>
          <a:xfrm xmlns:a="http://schemas.openxmlformats.org/drawingml/2006/main">
            <a:off x="819150" y="5753100"/>
            <a:ext cx="1033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1650" b="1">
                <a:solidFill>
                  <a:srgbClr val="16333A"/>
                </a:solidFill>
                <a:latin typeface="Arial"/>
                <a:ea typeface="Arial"/>
                <a:cs typeface="Arial"/>
              </a:defRPr>
            </a:defPPr>
            <a:lvl1pPr algn="l">
              <a:defRPr sz="1650" b="1">
                <a:solidFill>
                  <a:srgbClr val="16333A"/>
                </a:solidFill>
                <a:latin typeface="Arial"/>
                <a:ea typeface="Arial"/>
                <a:cs typeface="Arial"/>
              </a:defRPr>
            </a:lvl1pPr>
            <a:lvl2pPr algn="l">
              <a:defRPr sz="1650" b="1">
                <a:solidFill>
                  <a:srgbClr val="16333A"/>
                </a:solidFill>
                <a:latin typeface="Arial"/>
                <a:ea typeface="Arial"/>
                <a:cs typeface="Arial"/>
              </a:defRPr>
            </a:lvl2pPr>
            <a:lvl3pPr algn="l">
              <a:defRPr sz="1650" b="1">
                <a:solidFill>
                  <a:srgbClr val="16333A"/>
                </a:solidFill>
                <a:latin typeface="Arial"/>
                <a:ea typeface="Arial"/>
                <a:cs typeface="Arial"/>
              </a:defRPr>
            </a:lvl3pPr>
            <a:lvl4pPr algn="l">
              <a:defRPr sz="1650" b="1">
                <a:solidFill>
                  <a:srgbClr val="16333A"/>
                </a:solidFill>
                <a:latin typeface="Arial"/>
                <a:ea typeface="Arial"/>
                <a:cs typeface="Arial"/>
              </a:defRPr>
            </a:lvl4pPr>
            <a:lvl5pPr algn="l">
              <a:defRPr sz="1650" b="1">
                <a:solidFill>
                  <a:srgbClr val="16333A"/>
                </a:solidFill>
                <a:latin typeface="Arial"/>
                <a:ea typeface="Arial"/>
                <a:cs typeface="Arial"/>
              </a:defRPr>
            </a:lvl5pPr>
            <a:lvl6pPr algn="l">
              <a:defRPr sz="1650" b="1">
                <a:solidFill>
                  <a:srgbClr val="16333A"/>
                </a:solidFill>
                <a:latin typeface="Arial"/>
                <a:ea typeface="Arial"/>
                <a:cs typeface="Arial"/>
              </a:defRPr>
            </a:lvl6pPr>
            <a:lvl7pPr algn="l">
              <a:defRPr sz="1650" b="1">
                <a:solidFill>
                  <a:srgbClr val="16333A"/>
                </a:solidFill>
                <a:latin typeface="Arial"/>
                <a:ea typeface="Arial"/>
                <a:cs typeface="Arial"/>
              </a:defRPr>
            </a:lvl7pPr>
            <a:lvl8pPr algn="l">
              <a:defRPr sz="1650" b="1">
                <a:solidFill>
                  <a:srgbClr val="16333A"/>
                </a:solidFill>
                <a:latin typeface="Arial"/>
                <a:ea typeface="Arial"/>
                <a:cs typeface="Arial"/>
              </a:defRPr>
            </a:lvl8pPr>
            <a:lvl9pPr algn="l">
              <a:defRPr sz="1650" b="1">
                <a:solidFill>
                  <a:srgbClr val="16333A"/>
                </a:solidFill>
                <a:latin typeface="Arial"/>
                <a:ea typeface="Arial"/>
                <a:cs typeface="Arial"/>
              </a:defRPr>
            </a:lvl9pPr>
          </a:lstStyle>
          <a:p xmlns:a="http://schemas.openxmlformats.org/drawingml/2006/main">
            <a:pPr algn="l">
              <a:defRPr sz="1650" b="1">
                <a:solidFill>
                  <a:srgbClr val="16333A"/>
                </a:solidFill>
                <a:latin typeface="Arial"/>
                <a:ea typeface="Arial"/>
                <a:cs typeface="Arial"/>
              </a:defRPr>
            </a:pPr>
            <a:r>
              <a:rPr sz="1650" b="1">
                <a:solidFill>
                  <a:srgbClr val="16333A"/>
                </a:solidFill>
                <a:latin typeface="Arial"/>
                <a:ea typeface="Arial"/>
                <a:cs typeface="Arial"/>
              </a:rPr>
              <a:t>Kami mencari cohort Bali yang independen dan partner lab untuk menetapkan uji berikutnya.</a:t>
            </a:r>
          </a:p>
        </p:txBody>
      </p:sp>
    </p:spTree>
    <p:extLst>
      <p:ext uri="{BB962C8B-B14F-4D97-AF65-F5344CB8AC3E}">
        <p14:creationId xmlns:p14="http://schemas.microsoft.com/office/powerpoint/2010/main" val="253200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2026-10-23T19:36:41.7730000Z</dcterms:created>
  <dcterms:modified xsi:type="dcterms:W3CDTF">2026-10-23T19:36:41.7730000Z</dcterms:modified>
</coreProperties>
</file>