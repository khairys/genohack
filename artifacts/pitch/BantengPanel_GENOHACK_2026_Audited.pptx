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814ee92391df40b2" /><Relationship Type="http://schemas.openxmlformats.org/officeDocument/2006/relationships/extended-properties" Target="/docProps/app.xml" Id="R733b2ace21304415" /><Relationship Type="http://schemas.openxmlformats.org/officeDocument/2006/relationships/officeDocument" Target="/ppt/presentation.xml" Id="R068a27ffc400400e" /></Relationships>
</file>

<file path=ppt/presentation.xml><?xml version="1.0" encoding="utf-8"?>
<p:presentation xmlns:p="http://schemas.openxmlformats.org/presentationml/2006/main">
  <p:sldMasterIdLst>
    <p:sldMasterId xmlns:r="http://schemas.openxmlformats.org/officeDocument/2006/relationships" id="2147483648" r:id="R1fac208d37bc4b1d"/>
  </p:sldMasterIdLst>
  <p:notesMasterIdLst>
    <p:notesMasterId xmlns:r="http://schemas.openxmlformats.org/officeDocument/2006/relationships" r:id="R5366d5fed18f4c19"/>
  </p:notesMasterIdLst>
  <p:sldIdLst>
    <p:sldId xmlns:r="http://schemas.openxmlformats.org/officeDocument/2006/relationships" id="256" r:id="R7338015a8a844c93"/>
    <p:sldId xmlns:r="http://schemas.openxmlformats.org/officeDocument/2006/relationships" id="257" r:id="R091da186fdf4453b"/>
    <p:sldId xmlns:r="http://schemas.openxmlformats.org/officeDocument/2006/relationships" id="258" r:id="Rd1116c4d335947ee"/>
    <p:sldId xmlns:r="http://schemas.openxmlformats.org/officeDocument/2006/relationships" id="259" r:id="R66787e24daac4e9f"/>
    <p:sldId xmlns:r="http://schemas.openxmlformats.org/officeDocument/2006/relationships" id="260" r:id="Ra8a6288fd48941f5"/>
    <p:sldId xmlns:r="http://schemas.openxmlformats.org/officeDocument/2006/relationships" id="261" r:id="R1111877ce27841c4"/>
    <p:sldId xmlns:r="http://schemas.openxmlformats.org/officeDocument/2006/relationships" id="262" r:id="R0412e3098ef84027"/>
    <p:sldId xmlns:r="http://schemas.openxmlformats.org/officeDocument/2006/relationships" id="263" r:id="R4438b2d6f0414e83"/>
    <p:sldId xmlns:r="http://schemas.openxmlformats.org/officeDocument/2006/relationships" id="264" r:id="Rdbaa37998c4444fe"/>
    <p:sldId xmlns:r="http://schemas.openxmlformats.org/officeDocument/2006/relationships" id="265" r:id="R77a61a72047a4a15"/>
    <p:sldId xmlns:r="http://schemas.openxmlformats.org/officeDocument/2006/relationships" id="266" r:id="R92d0da8fc03c421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a97ecdd3aa9491f" /><Relationship Type="http://schemas.openxmlformats.org/officeDocument/2006/relationships/slideMaster" Target="/ppt/slideMasters/slideMaster1.xml" Id="R1fac208d37bc4b1d" /><Relationship Type="http://schemas.openxmlformats.org/officeDocument/2006/relationships/notesMaster" Target="/ppt/notesMasters/notesMaster1.xml" Id="R5366d5fed18f4c19" /><Relationship Type="http://schemas.openxmlformats.org/officeDocument/2006/relationships/presProps" Target="/ppt/presProps.xml" Id="R1f6f1cb1abaf414a" /><Relationship Type="http://schemas.openxmlformats.org/officeDocument/2006/relationships/tableStyles" Target="/ppt/tableStyles.xml" Id="Rf3133a6fc4774dd4" /><Relationship Type="http://schemas.openxmlformats.org/officeDocument/2006/relationships/slide" Target="/ppt/slides/slide1.xml" Id="R7338015a8a844c93" /><Relationship Type="http://schemas.openxmlformats.org/officeDocument/2006/relationships/slide" Target="/ppt/slides/slide2.xml" Id="R091da186fdf4453b" /><Relationship Type="http://schemas.openxmlformats.org/officeDocument/2006/relationships/slide" Target="/ppt/slides/slide3.xml" Id="Rd1116c4d335947ee" /><Relationship Type="http://schemas.openxmlformats.org/officeDocument/2006/relationships/slide" Target="/ppt/slides/slide4.xml" Id="R66787e24daac4e9f" /><Relationship Type="http://schemas.openxmlformats.org/officeDocument/2006/relationships/slide" Target="/ppt/slides/slide5.xml" Id="Ra8a6288fd48941f5" /><Relationship Type="http://schemas.openxmlformats.org/officeDocument/2006/relationships/slide" Target="/ppt/slides/slide6.xml" Id="R1111877ce27841c4" /><Relationship Type="http://schemas.openxmlformats.org/officeDocument/2006/relationships/slide" Target="/ppt/slides/slide7.xml" Id="R0412e3098ef84027" /><Relationship Type="http://schemas.openxmlformats.org/officeDocument/2006/relationships/slide" Target="/ppt/slides/slide8.xml" Id="R4438b2d6f0414e83" /><Relationship Type="http://schemas.openxmlformats.org/officeDocument/2006/relationships/slide" Target="/ppt/slides/slide9.xml" Id="Rdbaa37998c4444fe" /><Relationship Type="http://schemas.openxmlformats.org/officeDocument/2006/relationships/slide" Target="/ppt/slides/slide10.xml" Id="R77a61a72047a4a15" /><Relationship Type="http://schemas.openxmlformats.org/officeDocument/2006/relationships/slide" Target="/ppt/slides/slide11.xml" Id="R92d0da8fc03c421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d93ff3850184e5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3cd7f615d744b6f" /><Relationship Type="http://schemas.openxmlformats.org/officeDocument/2006/relationships/notesMaster" Target="/ppt/notesMasters/notesMaster1.xml" Id="R4037b2db87fd4280" /></Relationships>
</file>

<file path=ppt/notesSlides/_rels/notesSlide2.xml.rels>&#65279;<?xml version="1.0" encoding="utf-8"?><Relationships xmlns="http://schemas.openxmlformats.org/package/2006/relationships"><Relationship Type="http://schemas.openxmlformats.org/officeDocument/2006/relationships/slide" Target="/ppt/slides/slide2.xml" Id="R60dcf268fec546af" /><Relationship Type="http://schemas.openxmlformats.org/officeDocument/2006/relationships/notesMaster" Target="/ppt/notesMasters/notesMaster1.xml" Id="Rd512d19206bd4039" /></Relationships>
</file>

<file path=ppt/notesSlides/_rels/notesSlide3.xml.rels>&#65279;<?xml version="1.0" encoding="utf-8"?><Relationships xmlns="http://schemas.openxmlformats.org/package/2006/relationships"><Relationship Type="http://schemas.openxmlformats.org/officeDocument/2006/relationships/slide" Target="/ppt/slides/slide3.xml" Id="R3b3424751368453e" /><Relationship Type="http://schemas.openxmlformats.org/officeDocument/2006/relationships/notesMaster" Target="/ppt/notesMasters/notesMaster1.xml" Id="Rf627c507df4a4519" /></Relationships>
</file>

<file path=ppt/notesSlides/_rels/notesSlide4.xml.rels>&#65279;<?xml version="1.0" encoding="utf-8"?><Relationships xmlns="http://schemas.openxmlformats.org/package/2006/relationships"><Relationship Type="http://schemas.openxmlformats.org/officeDocument/2006/relationships/slide" Target="/ppt/slides/slide4.xml" Id="R71c79b9d504d42fa" /><Relationship Type="http://schemas.openxmlformats.org/officeDocument/2006/relationships/notesMaster" Target="/ppt/notesMasters/notesMaster1.xml" Id="R15948b4ed7ea4f5b" /></Relationships>
</file>

<file path=ppt/notesSlides/_rels/notesSlide5.xml.rels>&#65279;<?xml version="1.0" encoding="utf-8"?><Relationships xmlns="http://schemas.openxmlformats.org/package/2006/relationships"><Relationship Type="http://schemas.openxmlformats.org/officeDocument/2006/relationships/slide" Target="/ppt/slides/slide5.xml" Id="R23ddafa7a1f04e4f" /><Relationship Type="http://schemas.openxmlformats.org/officeDocument/2006/relationships/notesMaster" Target="/ppt/notesMasters/notesMaster1.xml" Id="Rcc5dca3f5a3149b7" /></Relationships>
</file>

<file path=ppt/notesSlides/_rels/notesSlide6.xml.rels>&#65279;<?xml version="1.0" encoding="utf-8"?><Relationships xmlns="http://schemas.openxmlformats.org/package/2006/relationships"><Relationship Type="http://schemas.openxmlformats.org/officeDocument/2006/relationships/slide" Target="/ppt/slides/slide6.xml" Id="Rcda4d95abdaf42bd" /><Relationship Type="http://schemas.openxmlformats.org/officeDocument/2006/relationships/notesMaster" Target="/ppt/notesMasters/notesMaster1.xml" Id="Rf9e0bc932e5342cb" /></Relationships>
</file>

<file path=ppt/notesSlides/_rels/notesSlide7.xml.rels>&#65279;<?xml version="1.0" encoding="utf-8"?><Relationships xmlns="http://schemas.openxmlformats.org/package/2006/relationships"><Relationship Type="http://schemas.openxmlformats.org/officeDocument/2006/relationships/slide" Target="/ppt/slides/slide7.xml" Id="Rc76b1872df3d4668" /><Relationship Type="http://schemas.openxmlformats.org/officeDocument/2006/relationships/notesMaster" Target="/ppt/notesMasters/notesMaster1.xml" Id="Rf7bd13226c6e41ac" /></Relationships>
</file>

<file path=ppt/notesSlides/_rels/notesSlide8.xml.rels>&#65279;<?xml version="1.0" encoding="utf-8"?><Relationships xmlns="http://schemas.openxmlformats.org/package/2006/relationships"><Relationship Type="http://schemas.openxmlformats.org/officeDocument/2006/relationships/slide" Target="/ppt/slides/slide8.xml" Id="R44e5671acf2048c2" /><Relationship Type="http://schemas.openxmlformats.org/officeDocument/2006/relationships/notesMaster" Target="/ppt/notesMasters/notesMaster1.xml" Id="Rbe2c45b439094dd8" /></Relationships>
</file>

<file path=ppt/notesSlides/_rels/notesSlide9.xml.rels>&#65279;<?xml version="1.0" encoding="utf-8"?><Relationships xmlns="http://schemas.openxmlformats.org/package/2006/relationships"><Relationship Type="http://schemas.openxmlformats.org/officeDocument/2006/relationships/slide" Target="/ppt/slides/slide9.xml" Id="Re500d8bbfe904acb" /><Relationship Type="http://schemas.openxmlformats.org/officeDocument/2006/relationships/notesMaster" Target="/ppt/notesMasters/notesMaster1.xml" Id="R814a19ee28e1444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b44296edfc846fd" /><Relationship Type="http://schemas.openxmlformats.org/officeDocument/2006/relationships/notesMaster" Target="/ppt/notesMasters/notesMaster1.xml" Id="R6c8dedbe7b3741c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222f82ac9784a51" /><Relationship Type="http://schemas.openxmlformats.org/officeDocument/2006/relationships/notesMaster" Target="/ppt/notesMasters/notesMaster1.xml" Id="Rd31420a77653450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15 detik.</a:t>
            </a:r>
          </a:p>
          <a:p xmlns:a="http://schemas.openxmlformats.org/drawingml/2006/main">
            <a:r>
              <a:t/>
            </a:r>
          </a:p>
          <a:p xmlns:a="http://schemas.openxmlformats.org/drawingml/2006/main">
            <a:r>
              <a:t>Kami tim Exastra, membangun BantengPanel: prototipe desain panel SNP minimal untuk riset ancestry sapi Bali. Hari ini kami menunjukkan pipeline, data, dan batas buktinya.</a:t>
            </a:r>
          </a:p>
          <a:p xmlns:a="http://schemas.openxmlformats.org/drawingml/2006/main">
            <a:r>
              <a:t/>
            </a:r>
          </a:p>
          <a:p xmlns:a="http://schemas.openxmlformats.org/drawingml/2006/main">
            <a:r>
              <a:t>Sumber: </a:t>
            </a:r>
          </a:p>
          <a:p xmlns:a="http://schemas.openxmlformats.org/drawingml/2006/main">
            <a:r>
              <a:t>Angka ilmiah: artifacts/public/pitch_facts.json; source fb784d54af1646058a083dfee05bd0a40879444d.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30 detik.</a:t>
            </a:r>
          </a:p>
          <a:p xmlns:a="http://schemas.openxmlformats.org/drawingml/2006/main">
            <a:r>
              <a:t/>
            </a:r>
          </a:p>
          <a:p xmlns:a="http://schemas.openxmlformats.org/drawingml/2006/main">
            <a:r>
              <a:t>Ternak Indonesia mempunyai sejarah campuran zebu dan banteng yang kompleks. Literatur memberi alasan untuk menilai referensi populasi dengan hati-hati. Sebagian studi tidak menemukan introgresi zebu pada Bali yang diteliti, sedangkan studi genom terbaru menemukan beberapa individu hibrida. Kita tidak boleh menggeneralisasi bahwa semua Bali tidak murni.</a:t>
            </a:r>
          </a:p>
          <a:p xmlns:a="http://schemas.openxmlformats.org/drawingml/2006/main">
            <a:r>
              <a:t/>
            </a:r>
          </a:p>
          <a:p xmlns:a="http://schemas.openxmlformats.org/drawingml/2006/main">
            <a:r>
              <a:t>Sumber: https://doi.org/10.1371/journal.pone.0005490 ; https://doi.org/10.1371/journal.pone.0241038 ; https://doi.org/10.1038/s41467-025-62692-z</a:t>
            </a:r>
          </a:p>
          <a:p xmlns:a="http://schemas.openxmlformats.org/drawingml/2006/main">
            <a:r>
              <a:t>Angka ilmiah: artifacts/public/pitch_facts.json; source fb784d54af1646058a083dfee05bd0a40879444d.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35 detik.</a:t>
            </a:r>
          </a:p>
          <a:p xmlns:a="http://schemas.openxmlformats.org/drawingml/2006/main">
            <a:r>
              <a:t/>
            </a:r>
          </a:p>
          <a:p xmlns:a="http://schemas.openxmlformats.org/drawingml/2006/main">
            <a:r>
              <a:t>Calon pengguna kami adalah analis genetika dan peneliti ternak, dengan kepala lab atau program sebagai calon pembeli. BPTU-HPT Denpasar adalah contoh institusi pembibitan Bali yang relevan menurut situs resminya, belum pelanggan kami. Saat ini ada nol wawancara, nol LOI dan nol pilot berbayar. Validasi kebutuhan serta anggaran tetap perlu dilakukan.</a:t>
            </a:r>
          </a:p>
          <a:p xmlns:a="http://schemas.openxmlformats.org/drawingml/2006/main">
            <a:r>
              <a:t/>
            </a:r>
          </a:p>
          <a:p xmlns:a="http://schemas.openxmlformats.org/drawingml/2006/main">
            <a:r>
              <a:t>Sumber: https://bptuhptdenpasar.ditjenpkh.pertanian.go.id/faq ; docs/VALIDATION_LOG.md ; configs/business.json</a:t>
            </a:r>
          </a:p>
          <a:p xmlns:a="http://schemas.openxmlformats.org/drawingml/2006/main">
            <a:r>
              <a:t>Angka ilmiah: artifacts/public/pitch_facts.json; source fb784d54af1646058a083dfee05bd0a40879444d.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25 detik.</a:t>
            </a:r>
          </a:p>
          <a:p xmlns:a="http://schemas.openxmlformats.org/drawingml/2006/main">
            <a:r>
              <a:t/>
            </a:r>
          </a:p>
          <a:p xmlns:a="http://schemas.openxmlformats.org/drawingml/2006/main">
            <a:r>
              <a:t>Dua kohort publik diverifikasi dan dianalisis terpisah karena kode alelnya berbeda. Setiap fold memilih marker hanya di training. BantengPanel dibandingkan dengan Global-MAF dan tiga puluh panel acak pada ukuran dan aturan jarak yang sama. Kami menambahkan simulasi Mendelian dan PCA deskriptif.</a:t>
            </a:r>
          </a:p>
          <a:p xmlns:a="http://schemas.openxmlformats.org/drawingml/2006/main">
            <a:r>
              <a:t/>
            </a:r>
          </a:p>
          <a:p xmlns:a="http://schemas.openxmlformats.org/drawingml/2006/main">
            <a:r>
              <a:t>Sumber: docs/SCIENTIFIC_PROTOCOL.md ; artifacts/public/benchmark.json</a:t>
            </a:r>
          </a:p>
          <a:p xmlns:a="http://schemas.openxmlformats.org/drawingml/2006/main">
            <a:r>
              <a:t>Angka ilmiah: artifacts/public/pitch_facts.json; source fb784d54af1646058a083dfee05bd0a40879444d.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75 detik.</a:t>
            </a:r>
          </a:p>
          <a:p xmlns:a="http://schemas.openxmlformats.org/drawingml/2006/main">
            <a:r>
              <a:t/>
            </a:r>
          </a:p>
          <a:p xmlns:a="http://schemas.openxmlformats.org/drawingml/2006/main">
            <a:r>
              <a:t>Buka demo. Tunjukkan sumber commit dan jumlah hewan. Pilih referensi ONG, baca kurva MAE simulasi: lebih rendah lebih baik. Ganti donor MAD untuk menunjukkan pengaruh referensi. Buka PCA dan hewan yang perlu konfirmasi. Tunjukkan benchmark 8 SNP, ubah ukuran marker, unduh CSV. Ganti kohort ke Figshare. Bila jaringan gagal, gunakan video dua menit atau bundle offline.</a:t>
            </a:r>
          </a:p>
          <a:p xmlns:a="http://schemas.openxmlformats.org/drawingml/2006/main">
            <a:r>
              <a:t/>
            </a:r>
          </a:p>
          <a:p xmlns:a="http://schemas.openxmlformats.org/drawingml/2006/main">
            <a:r>
              <a:t>Sumber: https://bantengpanel-genohack.toastygecko1026.chatgpt.site ; docs/RUNBOOK.md</a:t>
            </a:r>
          </a:p>
          <a:p xmlns:a="http://schemas.openxmlformats.org/drawingml/2006/main">
            <a:r>
              <a:t>Angka ilmiah: artifacts/public/pitch_facts.json; source fb784d54af1646058a083dfee05bd0a40879444d.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45 detik.</a:t>
            </a:r>
          </a:p>
          <a:p xmlns:a="http://schemas.openxmlformats.org/drawingml/2006/main">
            <a:r>
              <a:t/>
            </a:r>
          </a:p>
          <a:p xmlns:a="http://schemas.openxmlformats.org/drawingml/2006/main">
            <a:r>
              <a:t>Di Dryad, panel delapan SNP menang atas Global-MAF pada 14 dari 20 fold, seri 0 dan kalah 6. Pada empat puluh delapan SNP, balanced accuracy BantengPanel 0.960, dibanding 0.969 untuk Global-MAF. S1 Dryad versus ONG pada ukuran sama memberi MAE 0.068 dan 0.092. Hasil lengkap tetap ditampilkan untuk semua donor dan metode. Hewan atipikal bukan bukti introgresi. Simulasi bukan validasi lapangan.</a:t>
            </a:r>
          </a:p>
          <a:p xmlns:a="http://schemas.openxmlformats.org/drawingml/2006/main">
            <a:r>
              <a:t/>
            </a:r>
          </a:p>
          <a:p xmlns:a="http://schemas.openxmlformats.org/drawingml/2006/main">
            <a:r>
              <a:t>Sumber: artifacts/public/dryad_ancestry.json ; artifacts/public/dryad_atypical_samples.csv ; docs/SCIENTIFIC_PROTOCOL.md</a:t>
            </a:r>
          </a:p>
          <a:p xmlns:a="http://schemas.openxmlformats.org/drawingml/2006/main">
            <a:r>
              <a:t>Angka ilmiah: artifacts/public/pitch_facts.json; source fb784d54af1646058a083dfee05bd0a40879444d.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25 detik.</a:t>
            </a:r>
          </a:p>
          <a:p xmlns:a="http://schemas.openxmlformats.org/drawingml/2006/main">
            <a:r>
              <a:t/>
            </a:r>
          </a:p>
          <a:p xmlns:a="http://schemas.openxmlformats.org/drawingml/2006/main">
            <a:r>
              <a:t>Jumlah pasar dan willingness-to-pay belum tervalidasi. Skenario asumsi sepuluh institusi, dua proyek per tahun, harga lima belas juta menghasilkan potensi 300 juta per tahun. Margin skenario 40 persen dan LTV terhadap CAC 1.39 kali. Angka ini memperlihatkan hipotesis yang perlu diperbaiki, bukan bisnis yang sudah terbukti. ROI assay memerlukan penawaran lab.</a:t>
            </a:r>
          </a:p>
          <a:p xmlns:a="http://schemas.openxmlformats.org/drawingml/2006/main">
            <a:r>
              <a:t/>
            </a:r>
          </a:p>
          <a:p xmlns:a="http://schemas.openxmlformats.org/drawingml/2006/main">
            <a:r>
              <a:t>Sumber: configs/business.json ; docs/BUSINESS_MODEL.md</a:t>
            </a:r>
          </a:p>
          <a:p xmlns:a="http://schemas.openxmlformats.org/drawingml/2006/main">
            <a:r>
              <a:t>Angka ilmiah: artifacts/public/pitch_facts.json; source fb784d54af1646058a083dfee05bd0a40879444d.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 detik.</a:t>
            </a:r>
          </a:p>
          <a:p xmlns:a="http://schemas.openxmlformats.org/drawingml/2006/main">
            <a:r>
              <a:t/>
            </a:r>
          </a:p>
          <a:p xmlns:a="http://schemas.openxmlformats.org/drawingml/2006/main">
            <a:r>
              <a:t>Alternatifnya chip genome-wide, panel parentage untuk tugas berbeda, analisis khusus, serta seleksi fenotipik atau status quo. Kami menawarkan desain riset yang dapat diaudit. Kami belum mengklaim assay lebih murah atau lebih baik dari produk komersial.</a:t>
            </a:r>
          </a:p>
          <a:p xmlns:a="http://schemas.openxmlformats.org/drawingml/2006/main">
            <a:r>
              <a:t/>
            </a:r>
          </a:p>
          <a:p xmlns:a="http://schemas.openxmlformats.org/drawingml/2006/main">
            <a:r>
              <a:t>Sumber: https://www.illumina.com/products/by-type/microarray-kits/bovine-snp50.html ; docs/BUSINESS_MODEL.md</a:t>
            </a:r>
          </a:p>
          <a:p xmlns:a="http://schemas.openxmlformats.org/drawingml/2006/main">
            <a:r>
              <a:t>Angka ilmiah: artifacts/public/pitch_facts.json; source fb784d54af1646058a083dfee05bd0a40879444d.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25 detik.</a:t>
            </a:r>
          </a:p>
          <a:p xmlns:a="http://schemas.openxmlformats.org/drawingml/2006/main">
            <a:r>
              <a:t/>
            </a:r>
          </a:p>
          <a:p xmlns:a="http://schemas.openxmlformats.org/drawingml/2006/main">
            <a:r>
              <a:t>Mulai dari wawancara dan akses kohort, lanjut ke proyek desain dengan kriteria penerimaan, baru pilot bersama laboratorium. Penjualan mengikuti peneliti sebagai champion, kepala program sebagai pembeli, serta izin data dan pengadaan. Langganan hanya dipertimbangkan setelah penggunaan berulang terbukti.</a:t>
            </a:r>
          </a:p>
          <a:p xmlns:a="http://schemas.openxmlformats.org/drawingml/2006/main">
            <a:r>
              <a:t/>
            </a:r>
          </a:p>
          <a:p xmlns:a="http://schemas.openxmlformats.org/drawingml/2006/main">
            <a:r>
              <a:t>Sumber: docs/BUSINESS_MODEL.md ; docs/EXECUTION_ROADMAP.md</a:t>
            </a:r>
          </a:p>
          <a:p xmlns:a="http://schemas.openxmlformats.org/drawingml/2006/main">
            <a:r>
              <a:t>Angka ilmiah: artifacts/public/pitch_facts.json; source fb784d54af1646058a083dfee05bd0a40879444d.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 detik.</a:t>
            </a:r>
          </a:p>
          <a:p xmlns:a="http://schemas.openxmlformats.org/drawingml/2006/main">
            <a:r>
              <a:t/>
            </a:r>
          </a:p>
          <a:p xmlns:a="http://schemas.openxmlformats.org/drawingml/2006/main">
            <a:r>
              <a:t>Exastra terdiri dari Bramantyo, Agathan, Bowo dan Bagus. Pembagian peran dan kualifikasi individual perlu dikonfirmasi tim. Ide dan referensi sudah ada sebelum kickoff; pipeline, eksperimen, dashboard dan deck tercatat selama hackathon. Timestamp Git menunjukkan pencatatan, bukan waktu setiap bagian ditulis.</a:t>
            </a:r>
          </a:p>
          <a:p xmlns:a="http://schemas.openxmlformats.org/drawingml/2006/main">
            <a:r>
              <a:t/>
            </a:r>
          </a:p>
          <a:p xmlns:a="http://schemas.openxmlformats.org/drawingml/2006/main">
            <a:r>
              <a:t>Sumber: configs/team.json ; docs/CONTRIBUTIONS.md</a:t>
            </a:r>
          </a:p>
          <a:p xmlns:a="http://schemas.openxmlformats.org/drawingml/2006/main">
            <a:r>
              <a:t>Angka ilmiah: artifacts/public/pitch_facts.json; source fb784d54af1646058a083dfee05bd0a40879444d.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25 detik.</a:t>
            </a:r>
          </a:p>
          <a:p xmlns:a="http://schemas.openxmlformats.org/drawingml/2006/main">
            <a:r>
              <a:t/>
            </a:r>
          </a:p>
          <a:p xmlns:a="http://schemas.openxmlformats.org/drawingml/2006/main">
            <a:r>
              <a:t>Langkah berikutnya adalah kalibrasi serta validasi independen, review probe dan uji assay, lalu pilot prospektif. Kami meminta akses satu kohort Bali dengan metadata, satu mitra lab untuk menilai kelayakan panel kecil, dan introduksi kepada calon pembeli program pembibitan. Bukti dapat diaudit, hasil negatif tetap terlihat, dan batas simulasi dinyatakan jelas.</a:t>
            </a:r>
          </a:p>
          <a:p xmlns:a="http://schemas.openxmlformats.org/drawingml/2006/main">
            <a:r>
              <a:t/>
            </a:r>
          </a:p>
          <a:p xmlns:a="http://schemas.openxmlformats.org/drawingml/2006/main">
            <a:r>
              <a:t>Sumber: docs/EXECUTION_ROADMAP.md</a:t>
            </a:r>
          </a:p>
          <a:p xmlns:a="http://schemas.openxmlformats.org/drawingml/2006/main">
            <a:r>
              <a:t>Angka ilmiah: artifacts/public/pitch_facts.json; source fb784d54af1646058a083dfee05bd0a40879444d.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7813549156b419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c2abf5bc1fb408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d957dd1d43f4ea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cfa7385c36f4ed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9e1bdee238b45a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051d66a18ff4ed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3A00C1F-B06F-4060-80E6-F4D9A8B04B83}"/>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C19E32A1-EC77-4483-8E19-74226461181A}"/>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13399BAB-8BD8-4EAF-AD34-3A76F4932B56}"/>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F5724F8-C967-43F1-A4AE-2650BDE889F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D4C2E042-D6CD-4AC9-8E70-29735768A79A}"/>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E0426AD-464E-4018-975B-2724C6C6952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1D2F8E3-E574-4382-946F-61154D6D24A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A4F71DEA-565C-44FB-AD17-882918869E1E}"/>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99B6094-36F3-4BF9-94FE-37081F7E4BF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39770E4-EC09-4026-A695-E5E44AAE70D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427c77ba75e4204" /><Relationship Type="http://schemas.openxmlformats.org/officeDocument/2006/relationships/slideLayout" Target="/ppt/slideLayouts/slideLayout1.xml" Id="Re0b6d49d35d94145" /><Relationship Type="http://schemas.openxmlformats.org/officeDocument/2006/relationships/slideLayout" Target="/ppt/slideLayouts/slideLayout2.xml" Id="R5953f3ad32b54e89" /><Relationship Type="http://schemas.openxmlformats.org/officeDocument/2006/relationships/slideLayout" Target="/ppt/slideLayouts/slideLayout3.xml" Id="Rc2854849333c4c33" /><Relationship Type="http://schemas.openxmlformats.org/officeDocument/2006/relationships/slideLayout" Target="/ppt/slideLayouts/slideLayout4.xml" Id="R4b0a8f38c6e34fa6" /><Relationship Type="http://schemas.openxmlformats.org/officeDocument/2006/relationships/slideLayout" Target="/ppt/slideLayouts/slideLayout5.xml" Id="R3f3e8e2fd3ec4255" /><Relationship Type="http://schemas.openxmlformats.org/officeDocument/2006/relationships/slideLayout" Target="/ppt/slideLayouts/slideLayout6.xml" Id="Re1d369e4876146f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0b6d49d35d94145"/>
    <p:sldLayoutId xmlns:r="http://schemas.openxmlformats.org/officeDocument/2006/relationships" id="2147483650" r:id="R5953f3ad32b54e89"/>
    <p:sldLayoutId xmlns:r="http://schemas.openxmlformats.org/officeDocument/2006/relationships" id="2147483651" r:id="Rc2854849333c4c33"/>
    <p:sldLayoutId xmlns:r="http://schemas.openxmlformats.org/officeDocument/2006/relationships" id="2147483652" r:id="R4b0a8f38c6e34fa6"/>
    <p:sldLayoutId xmlns:r="http://schemas.openxmlformats.org/officeDocument/2006/relationships" id="2147483653" r:id="R3f3e8e2fd3ec4255"/>
    <p:sldLayoutId xmlns:r="http://schemas.openxmlformats.org/officeDocument/2006/relationships" id="2147483654" r:id="Re1d369e4876146f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a4cd15e589f94de8" /><Relationship Type="http://schemas.openxmlformats.org/officeDocument/2006/relationships/notesSlide" Target="/ppt/notesSlides/notesSlide1.xml" Id="Re277f60035064820"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1ef0798229354e7a" /><Relationship Type="http://schemas.openxmlformats.org/officeDocument/2006/relationships/notesSlide" Target="/ppt/notesSlides/notesSlide2.xml" Id="R8bf85d798297471c"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ee402d54a6b140c9" /><Relationship Type="http://schemas.openxmlformats.org/officeDocument/2006/relationships/notesSlide" Target="/ppt/notesSlides/notesSlide3.xml" Id="R9aed4d917fd1401b"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bc32649d862044c2" /><Relationship Type="http://schemas.openxmlformats.org/officeDocument/2006/relationships/notesSlide" Target="/ppt/notesSlides/notesSlide4.xml" Id="R334c69c718b84198"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31d66362dbc64684" /><Relationship Type="http://schemas.openxmlformats.org/officeDocument/2006/relationships/image" Target="/ppt/media/image.jpeg" Id="R9a9837fbf3464e52" /><Relationship Type="http://schemas.openxmlformats.org/officeDocument/2006/relationships/notesSlide" Target="/ppt/notesSlides/notesSlide5.xml" Id="R24a33eb5bcab4641"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a90d457aa2914bfd" /><Relationship Type="http://schemas.openxmlformats.org/officeDocument/2006/relationships/chart" Target="/ppt/slides/charts/chart1.xml" Id="R23fc3a36b6fa49ae" /><Relationship Type="http://schemas.openxmlformats.org/officeDocument/2006/relationships/image" Target="/ppt/media/image.png" Id="R7c30fc94504e4524" /><Relationship Type="http://schemas.openxmlformats.org/officeDocument/2006/relationships/notesSlide" Target="/ppt/notesSlides/notesSlide6.xml" Id="R35454383d6844a0d"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09ecf6262f6e47f5" /><Relationship Type="http://schemas.openxmlformats.org/officeDocument/2006/relationships/notesSlide" Target="/ppt/notesSlides/notesSlide7.xml" Id="Rd8c5a8ab62bc42a8"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84fc6a7a776e478f" /><Relationship Type="http://schemas.openxmlformats.org/officeDocument/2006/relationships/notesSlide" Target="/ppt/notesSlides/notesSlide8.xml" Id="Rc12104fcce074c01"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dfe7e9e987644470" /><Relationship Type="http://schemas.openxmlformats.org/officeDocument/2006/relationships/notesSlide" Target="/ppt/notesSlides/notesSlide9.xml" Id="Rf1dfae467d15452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e530551944884c5c" /><Relationship Type="http://schemas.openxmlformats.org/officeDocument/2006/relationships/notesSlide" Target="/ppt/notesSlides/notesSlide10.xml" Id="Rdb080bd3fab044f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2ec80a9f27714d3a" /><Relationship Type="http://schemas.openxmlformats.org/officeDocument/2006/relationships/notesSlide" Target="/ppt/notesSlides/notesSlide11.xml" Id="Rf87b9f02ede3479f"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575" b="1">
                <a:solidFill>
                  <a:srgbClr val="16333A"/>
                </a:solidFill>
                <a:latin typeface="Arial"/>
                <a:ea typeface="Arial"/>
                <a:cs typeface="Arial"/>
              </a:rPr>
              <a:t>Dryad × ONG · MAE estimasi q</a:t>
            </a:r>
          </a:p>
        </c:rich>
      </c:tx>
      <c:overlay val="0"/>
      <c:txPr>
        <a:bodyPr xmlns:a="http://schemas.openxmlformats.org/drawingml/2006/main" anchorCtr="1"/>
        <a:lstStyle xmlns:a="http://schemas.openxmlformats.org/drawingml/2006/main"/>
        <a:p xmlns:a="http://schemas.openxmlformats.org/drawingml/2006/main">
          <a:pPr>
            <a:defRPr sz="1575" b="1">
              <a:solidFill>
                <a:srgbClr val="16333A"/>
              </a:solidFill>
              <a:latin typeface="Arial"/>
              <a:ea typeface="Arial"/>
              <a:cs typeface="Arial"/>
            </a:defRPr>
          </a:pPr>
        </a:p>
      </c:txPr>
    </c:title>
    <c:plotArea>
      <c:lineChart>
        <c:grouping val="standard"/>
        <c:varyColors val="0"/>
        <c:ser>
          <c:idx val="0"/>
          <c:order val="0"/>
          <c:tx>
            <c:v>BantengPanel</c:v>
          </c:tx>
          <c:spPr>
            <a:ln xmlns:a="http://schemas.openxmlformats.org/drawingml/2006/main" w="28575">
              <a:solidFill>
                <a:srgbClr val="087E72"/>
              </a:solidFill>
            </a:ln>
          </c:spPr>
          <c:marker>
            <c:symbol val="circle"/>
            <c:size val="5"/>
            <c:spPr>
              <a:solidFill xmlns:a="http://schemas.openxmlformats.org/drawingml/2006/main">
                <a:srgbClr val="087E72"/>
              </a:solidFill>
            </c:spPr>
          </c:marker>
          <c:cat>
            <c:numRef>
              <c:f>'Chart Data'!$A$2:$A$10</c:f>
              <c:numCache>
                <c:formatCode>General</c:formatCode>
                <c:ptCount val="9"/>
                <c:pt idx="0">
                  <c:v>8</c:v>
                </c:pt>
                <c:pt idx="1">
                  <c:v>16</c:v>
                </c:pt>
                <c:pt idx="2">
                  <c:v>24</c:v>
                </c:pt>
                <c:pt idx="3">
                  <c:v>48</c:v>
                </c:pt>
                <c:pt idx="4">
                  <c:v>72</c:v>
                </c:pt>
                <c:pt idx="5">
                  <c:v>96</c:v>
                </c:pt>
                <c:pt idx="6">
                  <c:v>128</c:v>
                </c:pt>
                <c:pt idx="7">
                  <c:v>156</c:v>
                </c:pt>
                <c:pt idx="8">
                  <c:v>200</c:v>
                </c:pt>
              </c:numCache>
            </c:numRef>
          </c:cat>
          <c:val>
            <c:numRef>
              <c:f>'Chart Data'!$B$2:$B$10</c:f>
              <c:numCache>
                <c:formatCode>0.00</c:formatCode>
                <c:ptCount val="9"/>
                <c:pt idx="0">
                  <c:v>0.08</c:v>
                </c:pt>
                <c:pt idx="1">
                  <c:v>0.072</c:v>
                </c:pt>
                <c:pt idx="2">
                  <c:v>0.07</c:v>
                </c:pt>
                <c:pt idx="3">
                  <c:v>0.068</c:v>
                </c:pt>
                <c:pt idx="4">
                  <c:v>0.067</c:v>
                </c:pt>
                <c:pt idx="5">
                  <c:v>0.067</c:v>
                </c:pt>
                <c:pt idx="6">
                  <c:v>0.068</c:v>
                </c:pt>
                <c:pt idx="7">
                  <c:v>0.069</c:v>
                </c:pt>
                <c:pt idx="8">
                  <c:v>0.07</c:v>
                </c:pt>
              </c:numCache>
            </c:numRef>
          </c:val>
        </c:ser>
        <c:ser>
          <c:idx val="1"/>
          <c:order val="1"/>
          <c:tx>
            <c:v>Global-MAF</c:v>
          </c:tx>
          <c:spPr>
            <a:ln xmlns:a="http://schemas.openxmlformats.org/drawingml/2006/main" w="28575">
              <a:solidFill>
                <a:srgbClr val="315779"/>
              </a:solidFill>
            </a:ln>
          </c:spPr>
          <c:marker>
            <c:symbol val="circle"/>
            <c:size val="5"/>
            <c:spPr>
              <a:solidFill xmlns:a="http://schemas.openxmlformats.org/drawingml/2006/main">
                <a:srgbClr val="315779"/>
              </a:solidFill>
            </c:spPr>
          </c:marker>
          <c:cat>
            <c:numRef>
              <c:f>'Chart Data'!$C$2:$C$10</c:f>
              <c:numCache>
                <c:formatCode>General</c:formatCode>
                <c:ptCount val="9"/>
                <c:pt idx="0">
                  <c:v>8</c:v>
                </c:pt>
                <c:pt idx="1">
                  <c:v>16</c:v>
                </c:pt>
                <c:pt idx="2">
                  <c:v>24</c:v>
                </c:pt>
                <c:pt idx="3">
                  <c:v>48</c:v>
                </c:pt>
                <c:pt idx="4">
                  <c:v>72</c:v>
                </c:pt>
                <c:pt idx="5">
                  <c:v>96</c:v>
                </c:pt>
                <c:pt idx="6">
                  <c:v>128</c:v>
                </c:pt>
                <c:pt idx="7">
                  <c:v>156</c:v>
                </c:pt>
                <c:pt idx="8">
                  <c:v>200</c:v>
                </c:pt>
              </c:numCache>
            </c:numRef>
          </c:cat>
          <c:val>
            <c:numRef>
              <c:f>'Chart Data'!$D$2:$D$10</c:f>
              <c:numCache>
                <c:formatCode>0.00</c:formatCode>
                <c:ptCount val="9"/>
                <c:pt idx="0">
                  <c:v>0.122</c:v>
                </c:pt>
                <c:pt idx="1">
                  <c:v>0.105</c:v>
                </c:pt>
                <c:pt idx="2">
                  <c:v>0.099</c:v>
                </c:pt>
                <c:pt idx="3">
                  <c:v>0.092</c:v>
                </c:pt>
                <c:pt idx="4">
                  <c:v>0.09</c:v>
                </c:pt>
                <c:pt idx="5">
                  <c:v>0.088</c:v>
                </c:pt>
                <c:pt idx="6">
                  <c:v>0.089</c:v>
                </c:pt>
                <c:pt idx="7">
                  <c:v>0.089</c:v>
                </c:pt>
                <c:pt idx="8">
                  <c:v>0.09</c:v>
                </c:pt>
              </c:numCache>
            </c:numRef>
          </c:val>
        </c:ser>
        <c:ser>
          <c:idx val="2"/>
          <c:order val="2"/>
          <c:tx>
            <c:v>Random-mean</c:v>
          </c:tx>
          <c:spPr>
            <a:ln xmlns:a="http://schemas.openxmlformats.org/drawingml/2006/main" w="28575">
              <a:solidFill>
                <a:srgbClr val="C38E37"/>
              </a:solidFill>
            </a:ln>
          </c:spPr>
          <c:marker>
            <c:symbol val="circle"/>
            <c:size val="5"/>
            <c:spPr>
              <a:solidFill xmlns:a="http://schemas.openxmlformats.org/drawingml/2006/main">
                <a:srgbClr val="C38E37"/>
              </a:solidFill>
            </c:spPr>
          </c:marker>
          <c:cat>
            <c:numRef>
              <c:f>'Chart Data'!$E$2:$E$10</c:f>
              <c:numCache>
                <c:formatCode>General</c:formatCode>
                <c:ptCount val="9"/>
                <c:pt idx="0">
                  <c:v>8</c:v>
                </c:pt>
                <c:pt idx="1">
                  <c:v>16</c:v>
                </c:pt>
                <c:pt idx="2">
                  <c:v>24</c:v>
                </c:pt>
                <c:pt idx="3">
                  <c:v>48</c:v>
                </c:pt>
                <c:pt idx="4">
                  <c:v>72</c:v>
                </c:pt>
                <c:pt idx="5">
                  <c:v>96</c:v>
                </c:pt>
                <c:pt idx="6">
                  <c:v>128</c:v>
                </c:pt>
                <c:pt idx="7">
                  <c:v>156</c:v>
                </c:pt>
                <c:pt idx="8">
                  <c:v>200</c:v>
                </c:pt>
              </c:numCache>
            </c:numRef>
          </c:cat>
          <c:val>
            <c:numRef>
              <c:f>'Chart Data'!$F$2:$F$10</c:f>
              <c:numCache>
                <c:formatCode>0.00</c:formatCode>
                <c:ptCount val="9"/>
                <c:pt idx="0">
                  <c:v>0.223</c:v>
                </c:pt>
                <c:pt idx="1">
                  <c:v>0.177</c:v>
                </c:pt>
                <c:pt idx="2">
                  <c:v>0.158</c:v>
                </c:pt>
                <c:pt idx="3">
                  <c:v>0.136</c:v>
                </c:pt>
                <c:pt idx="4">
                  <c:v>0.129</c:v>
                </c:pt>
                <c:pt idx="5">
                  <c:v>0.125</c:v>
                </c:pt>
                <c:pt idx="6">
                  <c:v>0.122</c:v>
                </c:pt>
                <c:pt idx="7">
                  <c:v>0.121</c:v>
                </c:pt>
                <c:pt idx="8">
                  <c:v>0.119</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1050">
                    <a:solidFill>
                      <a:srgbClr val="16333A"/>
                    </a:solidFill>
                    <a:latin typeface="Arial"/>
                    <a:ea typeface="Arial"/>
                    <a:cs typeface="Arial"/>
                  </a:rPr>
                  <a:t>Jumlah SNP</a:t>
                </a:r>
              </a:p>
            </c:rich>
          </c:tx>
          <c:overlay val="0"/>
          <c:txPr>
            <a:bodyPr xmlns:a="http://schemas.openxmlformats.org/drawingml/2006/main" anchorCtr="1"/>
            <a:lstStyle xmlns:a="http://schemas.openxmlformats.org/drawingml/2006/main"/>
            <a:p xmlns:a="http://schemas.openxmlformats.org/drawingml/2006/main">
              <a:pPr>
                <a:defRPr sz="1050">
                  <a:solidFill>
                    <a:srgbClr val="16333A"/>
                  </a:solidFill>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5D7273"/>
                </a:solidFill>
                <a:latin typeface="Arial"/>
                <a:ea typeface="Arial"/>
                <a:cs typeface="Arial"/>
              </a:defRPr>
            </a:pPr>
          </a:p>
        </c:txPr>
        <c:crossAx val="48672768"/>
      </c:catAx>
      <c:valAx>
        <c:axId val="48672768"/>
        <c:scaling>
          <c:orientation val="minMax"/>
          <c:max val="0.25"/>
          <c:min val="0"/>
        </c:scaling>
        <c:delete val="0"/>
        <c:axPos val="l"/>
        <c:majorGridlines>
          <c:spPr>
            <a:ln xmlns:a="http://schemas.openxmlformats.org/drawingml/2006/main" w="9525">
              <a:solidFill>
                <a:srgbClr val="D8E4DE"/>
              </a:solidFill>
            </a:ln>
          </c:spPr>
        </c:majorGridlines>
        <c:title>
          <c:tx>
            <c:rich>
              <a:bodyPr xmlns:a="http://schemas.openxmlformats.org/drawingml/2006/main"/>
              <a:lstStyle xmlns:a="http://schemas.openxmlformats.org/drawingml/2006/main"/>
              <a:p xmlns:a="http://schemas.openxmlformats.org/drawingml/2006/main">
                <a:r>
                  <a:rPr sz="1050">
                    <a:solidFill>
                      <a:srgbClr val="16333A"/>
                    </a:solidFill>
                    <a:latin typeface="Arial"/>
                    <a:ea typeface="Arial"/>
                    <a:cs typeface="Arial"/>
                  </a:rPr>
                  <a:t>MAE · lebih rendah lebih baik</a:t>
                </a:r>
              </a:p>
            </c:rich>
          </c:tx>
          <c:overlay val="0"/>
          <c:txPr>
            <a:bodyPr xmlns:a="http://schemas.openxmlformats.org/drawingml/2006/main" anchorCtr="1"/>
            <a:lstStyle xmlns:a="http://schemas.openxmlformats.org/drawingml/2006/main"/>
            <a:p xmlns:a="http://schemas.openxmlformats.org/drawingml/2006/main">
              <a:pPr>
                <a:defRPr sz="1050">
                  <a:solidFill>
                    <a:srgbClr val="16333A"/>
                  </a:solidFill>
                  <a:latin typeface="Arial"/>
                  <a:ea typeface="Arial"/>
                  <a:cs typeface="Arial"/>
                </a:defRPr>
              </a:pPr>
            </a:p>
          </c:txPr>
        </c:title>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5D7273"/>
                </a:solidFill>
                <a:latin typeface="Arial"/>
                <a:ea typeface="Arial"/>
                <a:cs typeface="Arial"/>
              </a:defRPr>
            </a:pPr>
          </a:p>
        </c:txPr>
        <c:crossAx val="48650112"/>
        <c:crossBetween val="between"/>
        <c:majorUnit val="0.05"/>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050">
              <a:solidFill>
                <a:srgbClr val="16333A"/>
              </a:solidFill>
              <a:latin typeface="Arial"/>
              <a:ea typeface="Arial"/>
              <a:cs typeface="Arial"/>
            </a:defRPr>
          </a:pPr>
        </a:p>
      </c:txPr>
    </c:legend>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4F7F3"/>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FD2D6AD-DC5A-4E84-9889-76460873248E}"/>
              </a:ext>
            </a:extLst>
          </p:cNvPr>
          <p:cNvSpPr>
            <a:spLocks xmlns:a="http://schemas.openxmlformats.org/drawingml/2006/main" noGrp="1"/>
          </p:cNvSpPr>
          <p:nvPr/>
        </p:nvSpPr>
        <p:spPr>
          <a:xfrm xmlns:a="http://schemas.openxmlformats.org/drawingml/2006/main">
            <a:off x="685800" y="333375"/>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19050" rIns="19050" bIns="19050" anchor="ctr">
            <a:normAutofit fontScale="100000"/>
          </a:bodyPr>
          <a:lstStyle xmlns:a="http://schemas.openxmlformats.org/drawingml/2006/main">
            <a:defPPr>
              <a:defRPr sz="1200" b="1">
                <a:solidFill>
                  <a:srgbClr val="087E72"/>
                </a:solidFill>
                <a:latin typeface="Arial"/>
                <a:ea typeface="Arial"/>
                <a:cs typeface="Arial"/>
              </a:defRPr>
            </a:defPPr>
            <a:lvl1pPr>
              <a:defRPr sz="1200" b="1">
                <a:solidFill>
                  <a:srgbClr val="087E72"/>
                </a:solidFill>
                <a:latin typeface="Arial"/>
                <a:ea typeface="Arial"/>
                <a:cs typeface="Arial"/>
              </a:defRPr>
            </a:lvl1pPr>
            <a:lvl2pPr>
              <a:defRPr sz="1200" b="1">
                <a:solidFill>
                  <a:srgbClr val="087E72"/>
                </a:solidFill>
                <a:latin typeface="Arial"/>
                <a:ea typeface="Arial"/>
                <a:cs typeface="Arial"/>
              </a:defRPr>
            </a:lvl2pPr>
            <a:lvl3pPr>
              <a:defRPr sz="1200" b="1">
                <a:solidFill>
                  <a:srgbClr val="087E72"/>
                </a:solidFill>
                <a:latin typeface="Arial"/>
                <a:ea typeface="Arial"/>
                <a:cs typeface="Arial"/>
              </a:defRPr>
            </a:lvl3pPr>
            <a:lvl4pPr>
              <a:defRPr sz="1200" b="1">
                <a:solidFill>
                  <a:srgbClr val="087E72"/>
                </a:solidFill>
                <a:latin typeface="Arial"/>
                <a:ea typeface="Arial"/>
                <a:cs typeface="Arial"/>
              </a:defRPr>
            </a:lvl4pPr>
            <a:lvl5pPr>
              <a:defRPr sz="1200" b="1">
                <a:solidFill>
                  <a:srgbClr val="087E72"/>
                </a:solidFill>
                <a:latin typeface="Arial"/>
                <a:ea typeface="Arial"/>
                <a:cs typeface="Arial"/>
              </a:defRPr>
            </a:lvl5pPr>
            <a:lvl6pPr>
              <a:defRPr sz="1200" b="1">
                <a:solidFill>
                  <a:srgbClr val="087E72"/>
                </a:solidFill>
                <a:latin typeface="Arial"/>
                <a:ea typeface="Arial"/>
                <a:cs typeface="Arial"/>
              </a:defRPr>
            </a:lvl6pPr>
            <a:lvl7pPr>
              <a:defRPr sz="1200" b="1">
                <a:solidFill>
                  <a:srgbClr val="087E72"/>
                </a:solidFill>
                <a:latin typeface="Arial"/>
                <a:ea typeface="Arial"/>
                <a:cs typeface="Arial"/>
              </a:defRPr>
            </a:lvl7pPr>
            <a:lvl8pPr>
              <a:defRPr sz="1200" b="1">
                <a:solidFill>
                  <a:srgbClr val="087E72"/>
                </a:solidFill>
                <a:latin typeface="Arial"/>
                <a:ea typeface="Arial"/>
                <a:cs typeface="Arial"/>
              </a:defRPr>
            </a:lvl8pPr>
            <a:lvl9pPr>
              <a:defRPr sz="1200" b="1">
                <a:solidFill>
                  <a:srgbClr val="087E72"/>
                </a:solidFill>
                <a:latin typeface="Arial"/>
                <a:ea typeface="Arial"/>
                <a:cs typeface="Arial"/>
              </a:defRPr>
            </a:lvl9pPr>
          </a:lstStyle>
          <a:p xmlns:a="http://schemas.openxmlformats.org/drawingml/2006/main">
            <a:pPr>
              <a:defRPr sz="1200" b="1">
                <a:solidFill>
                  <a:srgbClr val="087E72"/>
                </a:solidFill>
                <a:latin typeface="Arial"/>
                <a:ea typeface="Arial"/>
                <a:cs typeface="Arial"/>
              </a:defRPr>
            </a:pPr>
            <a:r>
              <a:rPr sz="1200" b="1">
                <a:solidFill>
                  <a:srgbClr val="087E72"/>
                </a:solidFill>
                <a:latin typeface="Arial"/>
                <a:ea typeface="Arial"/>
                <a:cs typeface="Arial"/>
              </a:rPr>
              <a:t>GENOHACK 2026 · TRACK 2</a:t>
            </a:r>
          </a:p>
        </p:txBody>
      </p:sp>
      <p:sp>
        <p:nvSpPr>
          <p:cNvPr id="2" name="">
            <a:extLst xmlns:a="http://schemas.openxmlformats.org/drawingml/2006/main">
              <a:ext uri="{FF2B5EF4-FFF2-40B4-BE49-F238E27FC236}">
                <a16:creationId xmlns:a16="http://schemas.microsoft.com/office/drawing/2014/main" id="{A1893A42-70C1-48DE-B634-CEA8C079E517}"/>
              </a:ext>
            </a:extLst>
          </p:cNvPr>
          <p:cNvSpPr>
            <a:spLocks xmlns:a="http://schemas.openxmlformats.org/drawingml/2006/main" noGrp="1"/>
          </p:cNvSpPr>
          <p:nvPr/>
        </p:nvSpPr>
        <p:spPr>
          <a:xfrm xmlns:a="http://schemas.openxmlformats.org/drawingml/2006/main">
            <a:off x="685800" y="733425"/>
            <a:ext cx="10668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19050" rIns="19050" bIns="19050" anchor="ctr">
            <a:normAutofit fontScale="100000"/>
          </a:bodyPr>
          <a:lstStyle xmlns:a="http://schemas.openxmlformats.org/drawingml/2006/main">
            <a:defPPr>
              <a:defRPr sz="3300" b="1">
                <a:solidFill>
                  <a:srgbClr val="16333A"/>
                </a:solidFill>
                <a:latin typeface="Arial"/>
                <a:ea typeface="Arial"/>
                <a:cs typeface="Arial"/>
              </a:defRPr>
            </a:defPPr>
            <a:lvl1pPr>
              <a:defRPr sz="3300" b="1">
                <a:solidFill>
                  <a:srgbClr val="16333A"/>
                </a:solidFill>
                <a:latin typeface="Arial"/>
                <a:ea typeface="Arial"/>
                <a:cs typeface="Arial"/>
              </a:defRPr>
            </a:lvl1pPr>
            <a:lvl2pPr>
              <a:defRPr sz="3300" b="1">
                <a:solidFill>
                  <a:srgbClr val="16333A"/>
                </a:solidFill>
                <a:latin typeface="Arial"/>
                <a:ea typeface="Arial"/>
                <a:cs typeface="Arial"/>
              </a:defRPr>
            </a:lvl2pPr>
            <a:lvl3pPr>
              <a:defRPr sz="3300" b="1">
                <a:solidFill>
                  <a:srgbClr val="16333A"/>
                </a:solidFill>
                <a:latin typeface="Arial"/>
                <a:ea typeface="Arial"/>
                <a:cs typeface="Arial"/>
              </a:defRPr>
            </a:lvl3pPr>
            <a:lvl4pPr>
              <a:defRPr sz="3300" b="1">
                <a:solidFill>
                  <a:srgbClr val="16333A"/>
                </a:solidFill>
                <a:latin typeface="Arial"/>
                <a:ea typeface="Arial"/>
                <a:cs typeface="Arial"/>
              </a:defRPr>
            </a:lvl4pPr>
            <a:lvl5pPr>
              <a:defRPr sz="3300" b="1">
                <a:solidFill>
                  <a:srgbClr val="16333A"/>
                </a:solidFill>
                <a:latin typeface="Arial"/>
                <a:ea typeface="Arial"/>
                <a:cs typeface="Arial"/>
              </a:defRPr>
            </a:lvl5pPr>
            <a:lvl6pPr>
              <a:defRPr sz="3300" b="1">
                <a:solidFill>
                  <a:srgbClr val="16333A"/>
                </a:solidFill>
                <a:latin typeface="Arial"/>
                <a:ea typeface="Arial"/>
                <a:cs typeface="Arial"/>
              </a:defRPr>
            </a:lvl6pPr>
            <a:lvl7pPr>
              <a:defRPr sz="3300" b="1">
                <a:solidFill>
                  <a:srgbClr val="16333A"/>
                </a:solidFill>
                <a:latin typeface="Arial"/>
                <a:ea typeface="Arial"/>
                <a:cs typeface="Arial"/>
              </a:defRPr>
            </a:lvl7pPr>
            <a:lvl8pPr>
              <a:defRPr sz="3300" b="1">
                <a:solidFill>
                  <a:srgbClr val="16333A"/>
                </a:solidFill>
                <a:latin typeface="Arial"/>
                <a:ea typeface="Arial"/>
                <a:cs typeface="Arial"/>
              </a:defRPr>
            </a:lvl8pPr>
            <a:lvl9pPr>
              <a:defRPr sz="3300" b="1">
                <a:solidFill>
                  <a:srgbClr val="16333A"/>
                </a:solidFill>
                <a:latin typeface="Arial"/>
                <a:ea typeface="Arial"/>
                <a:cs typeface="Arial"/>
              </a:defRPr>
            </a:lvl9pPr>
          </a:lstStyle>
          <a:p xmlns:a="http://schemas.openxmlformats.org/drawingml/2006/main">
            <a:pPr>
              <a:defRPr sz="3300" b="1">
                <a:solidFill>
                  <a:srgbClr val="16333A"/>
                </a:solidFill>
                <a:latin typeface="Arial"/>
                <a:ea typeface="Arial"/>
                <a:cs typeface="Arial"/>
              </a:defRPr>
            </a:pPr>
            <a:r>
              <a:rPr sz="3300" b="1">
                <a:solidFill>
                  <a:srgbClr val="16333A"/>
                </a:solidFill>
                <a:latin typeface="Arial"/>
                <a:ea typeface="Arial"/>
                <a:cs typeface="Arial"/>
              </a:rPr>
              <a:t>BantengPanel</a:t>
            </a:r>
          </a:p>
        </p:txBody>
      </p:sp>
      <p:sp>
        <p:nvSpPr>
          <p:cNvPr id="3" name="">
            <a:extLst xmlns:a="http://schemas.openxmlformats.org/drawingml/2006/main">
              <a:ext uri="{FF2B5EF4-FFF2-40B4-BE49-F238E27FC236}">
                <a16:creationId xmlns:a16="http://schemas.microsoft.com/office/drawing/2014/main" id="{8AA10868-3028-4F2F-B1E7-1C55600DA11F}"/>
              </a:ext>
            </a:extLst>
          </p:cNvPr>
          <p:cNvSpPr>
            <a:spLocks xmlns:a="http://schemas.openxmlformats.org/drawingml/2006/main" noGrp="1"/>
          </p:cNvSpPr>
          <p:nvPr/>
        </p:nvSpPr>
        <p:spPr>
          <a:xfrm xmlns:a="http://schemas.openxmlformats.org/drawingml/2006/main">
            <a:off x="685800" y="6448425"/>
            <a:ext cx="9239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19050" rIns="19050" bIns="19050" anchor="ctr">
            <a:normAutofit fontScale="100000"/>
          </a:bodyPr>
          <a:lstStyle xmlns:a="http://schemas.openxmlformats.org/drawingml/2006/main">
            <a:defPPr>
              <a:defRPr sz="975" b="0">
                <a:solidFill>
                  <a:srgbClr val="5D7273"/>
                </a:solidFill>
                <a:latin typeface="Arial"/>
                <a:ea typeface="Arial"/>
                <a:cs typeface="Arial"/>
              </a:defRPr>
            </a:defPPr>
            <a:lvl1pPr>
              <a:defRPr sz="975" b="0">
                <a:solidFill>
                  <a:srgbClr val="5D7273"/>
                </a:solidFill>
                <a:latin typeface="Arial"/>
                <a:ea typeface="Arial"/>
                <a:cs typeface="Arial"/>
              </a:defRPr>
            </a:lvl1pPr>
            <a:lvl2pPr>
              <a:defRPr sz="975" b="0">
                <a:solidFill>
                  <a:srgbClr val="5D7273"/>
                </a:solidFill>
                <a:latin typeface="Arial"/>
                <a:ea typeface="Arial"/>
                <a:cs typeface="Arial"/>
              </a:defRPr>
            </a:lvl2pPr>
            <a:lvl3pPr>
              <a:defRPr sz="975" b="0">
                <a:solidFill>
                  <a:srgbClr val="5D7273"/>
                </a:solidFill>
                <a:latin typeface="Arial"/>
                <a:ea typeface="Arial"/>
                <a:cs typeface="Arial"/>
              </a:defRPr>
            </a:lvl3pPr>
            <a:lvl4pPr>
              <a:defRPr sz="975" b="0">
                <a:solidFill>
                  <a:srgbClr val="5D7273"/>
                </a:solidFill>
                <a:latin typeface="Arial"/>
                <a:ea typeface="Arial"/>
                <a:cs typeface="Arial"/>
              </a:defRPr>
            </a:lvl4pPr>
            <a:lvl5pPr>
              <a:defRPr sz="975" b="0">
                <a:solidFill>
                  <a:srgbClr val="5D7273"/>
                </a:solidFill>
                <a:latin typeface="Arial"/>
                <a:ea typeface="Arial"/>
                <a:cs typeface="Arial"/>
              </a:defRPr>
            </a:lvl5pPr>
            <a:lvl6pPr>
              <a:defRPr sz="975" b="0">
                <a:solidFill>
                  <a:srgbClr val="5D7273"/>
                </a:solidFill>
                <a:latin typeface="Arial"/>
                <a:ea typeface="Arial"/>
                <a:cs typeface="Arial"/>
              </a:defRPr>
            </a:lvl6pPr>
            <a:lvl7pPr>
              <a:defRPr sz="975" b="0">
                <a:solidFill>
                  <a:srgbClr val="5D7273"/>
                </a:solidFill>
                <a:latin typeface="Arial"/>
                <a:ea typeface="Arial"/>
                <a:cs typeface="Arial"/>
              </a:defRPr>
            </a:lvl7pPr>
            <a:lvl8pPr>
              <a:defRPr sz="975" b="0">
                <a:solidFill>
                  <a:srgbClr val="5D7273"/>
                </a:solidFill>
                <a:latin typeface="Arial"/>
                <a:ea typeface="Arial"/>
                <a:cs typeface="Arial"/>
              </a:defRPr>
            </a:lvl8pPr>
            <a:lvl9pPr>
              <a:defRPr sz="975" b="0">
                <a:solidFill>
                  <a:srgbClr val="5D7273"/>
                </a:solidFill>
                <a:latin typeface="Arial"/>
                <a:ea typeface="Arial"/>
                <a:cs typeface="Arial"/>
              </a:defRPr>
            </a:lvl9pPr>
          </a:lstStyle>
          <a:p xmlns:a="http://schemas.openxmlformats.org/drawingml/2006/main">
            <a:pPr>
              <a:defRPr sz="975" b="0">
                <a:solidFill>
                  <a:srgbClr val="5D7273"/>
                </a:solidFill>
                <a:latin typeface="Arial"/>
                <a:ea typeface="Arial"/>
                <a:cs typeface="Arial"/>
              </a:defRPr>
            </a:pPr>
            <a:r>
              <a:rPr sz="975" b="0">
                <a:solidFill>
                  <a:srgbClr val="5D7273"/>
                </a:solidFill>
                <a:latin typeface="Arial"/>
                <a:ea typeface="Arial"/>
                <a:cs typeface="Arial"/>
              </a:rPr>
              <a:t>EXASTRA · GENOHACK 2026 · RISET KOMPUTASIONAL</a:t>
            </a:r>
          </a:p>
        </p:txBody>
      </p:sp>
      <p:sp>
        <p:nvSpPr>
          <p:cNvPr id="4" name="">
            <a:extLst xmlns:a="http://schemas.openxmlformats.org/drawingml/2006/main">
              <a:ext uri="{FF2B5EF4-FFF2-40B4-BE49-F238E27FC236}">
                <a16:creationId xmlns:a16="http://schemas.microsoft.com/office/drawing/2014/main" id="{13BD2BF0-F704-410A-8C09-EB62A2513BE0}"/>
              </a:ext>
            </a:extLst>
          </p:cNvPr>
          <p:cNvSpPr>
            <a:spLocks xmlns:a="http://schemas.openxmlformats.org/drawingml/2006/main" noGrp="1"/>
          </p:cNvSpPr>
          <p:nvPr/>
        </p:nvSpPr>
        <p:spPr>
          <a:xfrm xmlns:a="http://schemas.openxmlformats.org/drawingml/2006/main">
            <a:off x="11125200" y="6448425"/>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19050" rIns="19050" bIns="19050" anchor="ctr">
            <a:normAutofit fontScale="100000"/>
          </a:bodyPr>
          <a:lstStyle xmlns:a="http://schemas.openxmlformats.org/drawingml/2006/main">
            <a:defPPr>
              <a:defRPr sz="1050" b="1">
                <a:solidFill>
                  <a:srgbClr val="5D7273"/>
                </a:solidFill>
                <a:latin typeface="Arial"/>
                <a:ea typeface="Arial"/>
                <a:cs typeface="Arial"/>
              </a:defRPr>
            </a:defPPr>
            <a:lvl1pPr>
              <a:defRPr sz="1050" b="1">
                <a:solidFill>
                  <a:srgbClr val="5D7273"/>
                </a:solidFill>
                <a:latin typeface="Arial"/>
                <a:ea typeface="Arial"/>
                <a:cs typeface="Arial"/>
              </a:defRPr>
            </a:lvl1pPr>
            <a:lvl2pPr>
              <a:defRPr sz="1050" b="1">
                <a:solidFill>
                  <a:srgbClr val="5D7273"/>
                </a:solidFill>
                <a:latin typeface="Arial"/>
                <a:ea typeface="Arial"/>
                <a:cs typeface="Arial"/>
              </a:defRPr>
            </a:lvl2pPr>
            <a:lvl3pPr>
              <a:defRPr sz="1050" b="1">
                <a:solidFill>
                  <a:srgbClr val="5D7273"/>
                </a:solidFill>
                <a:latin typeface="Arial"/>
                <a:ea typeface="Arial"/>
                <a:cs typeface="Arial"/>
              </a:defRPr>
            </a:lvl3pPr>
            <a:lvl4pPr>
              <a:defRPr sz="1050" b="1">
                <a:solidFill>
                  <a:srgbClr val="5D7273"/>
                </a:solidFill>
                <a:latin typeface="Arial"/>
                <a:ea typeface="Arial"/>
                <a:cs typeface="Arial"/>
              </a:defRPr>
            </a:lvl4pPr>
            <a:lvl5pPr>
              <a:defRPr sz="1050" b="1">
                <a:solidFill>
                  <a:srgbClr val="5D7273"/>
                </a:solidFill>
                <a:latin typeface="Arial"/>
                <a:ea typeface="Arial"/>
                <a:cs typeface="Arial"/>
              </a:defRPr>
            </a:lvl5pPr>
            <a:lvl6pPr>
              <a:defRPr sz="1050" b="1">
                <a:solidFill>
                  <a:srgbClr val="5D7273"/>
                </a:solidFill>
                <a:latin typeface="Arial"/>
                <a:ea typeface="Arial"/>
                <a:cs typeface="Arial"/>
              </a:defRPr>
            </a:lvl6pPr>
            <a:lvl7pPr>
              <a:defRPr sz="1050" b="1">
                <a:solidFill>
                  <a:srgbClr val="5D7273"/>
                </a:solidFill>
                <a:latin typeface="Arial"/>
                <a:ea typeface="Arial"/>
                <a:cs typeface="Arial"/>
              </a:defRPr>
            </a:lvl7pPr>
            <a:lvl8pPr>
              <a:defRPr sz="1050" b="1">
                <a:solidFill>
                  <a:srgbClr val="5D7273"/>
                </a:solidFill>
                <a:latin typeface="Arial"/>
                <a:ea typeface="Arial"/>
                <a:cs typeface="Arial"/>
              </a:defRPr>
            </a:lvl8pPr>
            <a:lvl9pPr>
              <a:defRPr sz="1050" b="1">
                <a:solidFill>
                  <a:srgbClr val="5D7273"/>
                </a:solidFill>
                <a:latin typeface="Arial"/>
                <a:ea typeface="Arial"/>
                <a:cs typeface="Arial"/>
              </a:defRPr>
            </a:lvl9pPr>
          </a:lstStyle>
          <a:p xmlns:a="http://schemas.openxmlformats.org/drawingml/2006/main">
            <a:pPr>
              <a:defRPr sz="1050" b="1">
                <a:solidFill>
                  <a:srgbClr val="5D7273"/>
                </a:solidFill>
                <a:latin typeface="Arial"/>
                <a:ea typeface="Arial"/>
                <a:cs typeface="Arial"/>
              </a:defRPr>
            </a:pPr>
            <a:r>
              <a:rPr sz="1050" b="1">
                <a:solidFill>
                  <a:srgbClr val="5D7273"/>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91A3F41F-3C50-4177-9F6E-44BA5BB83E27}"/>
              </a:ext>
            </a:extLst>
          </p:cNvPr>
          <p:cNvSpPr>
            <a:spLocks xmlns:a="http://schemas.openxmlformats.org/drawingml/2006/main" noGrp="1"/>
          </p:cNvSpPr>
          <p:nvPr/>
        </p:nvSpPr>
        <p:spPr>
          <a:xfrm xmlns:a="http://schemas.openxmlformats.org/drawingml/2006/main">
            <a:off x="723900" y="2047875"/>
            <a:ext cx="10477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19050" rIns="19050" bIns="19050" anchor="ctr">
            <a:normAutofit fontScale="100000"/>
          </a:bodyPr>
          <a:lstStyle xmlns:a="http://schemas.openxmlformats.org/drawingml/2006/main">
            <a:defPPr>
              <a:defRPr sz="4350" b="1">
                <a:solidFill>
                  <a:srgbClr val="16333A"/>
                </a:solidFill>
                <a:latin typeface="Arial"/>
                <a:ea typeface="Arial"/>
                <a:cs typeface="Arial"/>
              </a:defRPr>
            </a:defPPr>
            <a:lvl1pPr>
              <a:defRPr sz="4350" b="1">
                <a:solidFill>
                  <a:srgbClr val="16333A"/>
                </a:solidFill>
                <a:latin typeface="Arial"/>
                <a:ea typeface="Arial"/>
                <a:cs typeface="Arial"/>
              </a:defRPr>
            </a:lvl1pPr>
            <a:lvl2pPr>
              <a:defRPr sz="4350" b="1">
                <a:solidFill>
                  <a:srgbClr val="16333A"/>
                </a:solidFill>
                <a:latin typeface="Arial"/>
                <a:ea typeface="Arial"/>
                <a:cs typeface="Arial"/>
              </a:defRPr>
            </a:lvl2pPr>
            <a:lvl3pPr>
              <a:defRPr sz="4350" b="1">
                <a:solidFill>
                  <a:srgbClr val="16333A"/>
                </a:solidFill>
                <a:latin typeface="Arial"/>
                <a:ea typeface="Arial"/>
                <a:cs typeface="Arial"/>
              </a:defRPr>
            </a:lvl3pPr>
            <a:lvl4pPr>
              <a:defRPr sz="4350" b="1">
                <a:solidFill>
                  <a:srgbClr val="16333A"/>
                </a:solidFill>
                <a:latin typeface="Arial"/>
                <a:ea typeface="Arial"/>
                <a:cs typeface="Arial"/>
              </a:defRPr>
            </a:lvl4pPr>
            <a:lvl5pPr>
              <a:defRPr sz="4350" b="1">
                <a:solidFill>
                  <a:srgbClr val="16333A"/>
                </a:solidFill>
                <a:latin typeface="Arial"/>
                <a:ea typeface="Arial"/>
                <a:cs typeface="Arial"/>
              </a:defRPr>
            </a:lvl5pPr>
            <a:lvl6pPr>
              <a:defRPr sz="4350" b="1">
                <a:solidFill>
                  <a:srgbClr val="16333A"/>
                </a:solidFill>
                <a:latin typeface="Arial"/>
                <a:ea typeface="Arial"/>
                <a:cs typeface="Arial"/>
              </a:defRPr>
            </a:lvl6pPr>
            <a:lvl7pPr>
              <a:defRPr sz="4350" b="1">
                <a:solidFill>
                  <a:srgbClr val="16333A"/>
                </a:solidFill>
                <a:latin typeface="Arial"/>
                <a:ea typeface="Arial"/>
                <a:cs typeface="Arial"/>
              </a:defRPr>
            </a:lvl7pPr>
            <a:lvl8pPr>
              <a:defRPr sz="4350" b="1">
                <a:solidFill>
                  <a:srgbClr val="16333A"/>
                </a:solidFill>
                <a:latin typeface="Arial"/>
                <a:ea typeface="Arial"/>
                <a:cs typeface="Arial"/>
              </a:defRPr>
            </a:lvl8pPr>
            <a:lvl9pPr>
              <a:defRPr sz="4350" b="1">
                <a:solidFill>
                  <a:srgbClr val="16333A"/>
                </a:solidFill>
                <a:latin typeface="Arial"/>
                <a:ea typeface="Arial"/>
                <a:cs typeface="Arial"/>
              </a:defRPr>
            </a:lvl9pPr>
          </a:lstStyle>
          <a:p xmlns:a="http://schemas.openxmlformats.org/drawingml/2006/main">
            <a:pPr>
              <a:defRPr sz="4350" b="1">
                <a:solidFill>
                  <a:srgbClr val="16333A"/>
                </a:solidFill>
                <a:latin typeface="Arial"/>
                <a:ea typeface="Arial"/>
                <a:cs typeface="Arial"/>
              </a:defRPr>
            </a:pPr>
            <a:r>
              <a:rPr sz="4350" b="1">
                <a:solidFill>
                  <a:srgbClr val="16333A"/>
                </a:solidFill>
                <a:latin typeface="Arial"/>
                <a:ea typeface="Arial"/>
                <a:cs typeface="Arial"/>
              </a:rPr>
              <a:t>Panel SNP minimal untuk</a:t>
            </a:r>
          </a:p>
          <a:p xmlns:a="http://schemas.openxmlformats.org/drawingml/2006/main">
            <a:pPr>
              <a:defRPr sz="4350" b="1">
                <a:solidFill>
                  <a:srgbClr val="16333A"/>
                </a:solidFill>
                <a:latin typeface="Arial"/>
                <a:ea typeface="Arial"/>
                <a:cs typeface="Arial"/>
              </a:defRPr>
            </a:pPr>
            <a:r>
              <a:rPr sz="4350" b="1">
                <a:solidFill>
                  <a:srgbClr val="16333A"/>
                </a:solidFill>
                <a:latin typeface="Arial"/>
                <a:ea typeface="Arial"/>
                <a:cs typeface="Arial"/>
              </a:rPr>
              <a:t>riset ancestry sapi Bali</a:t>
            </a:r>
          </a:p>
        </p:txBody>
      </p:sp>
      <p:sp>
        <p:nvSpPr>
          <p:cNvPr id="6" name="">
            <a:extLst xmlns:a="http://schemas.openxmlformats.org/drawingml/2006/main">
              <a:ext uri="{FF2B5EF4-FFF2-40B4-BE49-F238E27FC236}">
                <a16:creationId xmlns:a16="http://schemas.microsoft.com/office/drawing/2014/main" id="{A005EFC4-EF4F-4B4B-8D33-BF7FABD78340}"/>
              </a:ext>
            </a:extLst>
          </p:cNvPr>
          <p:cNvSpPr>
            <a:spLocks xmlns:a="http://schemas.openxmlformats.org/drawingml/2006/main" noGrp="1"/>
          </p:cNvSpPr>
          <p:nvPr/>
        </p:nvSpPr>
        <p:spPr>
          <a:xfrm xmlns:a="http://schemas.openxmlformats.org/drawingml/2006/main">
            <a:off x="762000" y="3895725"/>
            <a:ext cx="10096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19050" rIns="19050" bIns="19050" anchor="ctr">
            <a:normAutofit fontScale="100000"/>
          </a:bodyPr>
          <a:lstStyle xmlns:a="http://schemas.openxmlformats.org/drawingml/2006/main">
            <a:defPPr>
              <a:defRPr sz="2025" b="0">
                <a:solidFill>
                  <a:srgbClr val="087E72"/>
                </a:solidFill>
                <a:latin typeface="Arial"/>
                <a:ea typeface="Arial"/>
                <a:cs typeface="Arial"/>
              </a:defRPr>
            </a:defPPr>
            <a:lvl1pPr>
              <a:defRPr sz="2025" b="0">
                <a:solidFill>
                  <a:srgbClr val="087E72"/>
                </a:solidFill>
                <a:latin typeface="Arial"/>
                <a:ea typeface="Arial"/>
                <a:cs typeface="Arial"/>
              </a:defRPr>
            </a:lvl1pPr>
            <a:lvl2pPr>
              <a:defRPr sz="2025" b="0">
                <a:solidFill>
                  <a:srgbClr val="087E72"/>
                </a:solidFill>
                <a:latin typeface="Arial"/>
                <a:ea typeface="Arial"/>
                <a:cs typeface="Arial"/>
              </a:defRPr>
            </a:lvl2pPr>
            <a:lvl3pPr>
              <a:defRPr sz="2025" b="0">
                <a:solidFill>
                  <a:srgbClr val="087E72"/>
                </a:solidFill>
                <a:latin typeface="Arial"/>
                <a:ea typeface="Arial"/>
                <a:cs typeface="Arial"/>
              </a:defRPr>
            </a:lvl3pPr>
            <a:lvl4pPr>
              <a:defRPr sz="2025" b="0">
                <a:solidFill>
                  <a:srgbClr val="087E72"/>
                </a:solidFill>
                <a:latin typeface="Arial"/>
                <a:ea typeface="Arial"/>
                <a:cs typeface="Arial"/>
              </a:defRPr>
            </a:lvl4pPr>
            <a:lvl5pPr>
              <a:defRPr sz="2025" b="0">
                <a:solidFill>
                  <a:srgbClr val="087E72"/>
                </a:solidFill>
                <a:latin typeface="Arial"/>
                <a:ea typeface="Arial"/>
                <a:cs typeface="Arial"/>
              </a:defRPr>
            </a:lvl5pPr>
            <a:lvl6pPr>
              <a:defRPr sz="2025" b="0">
                <a:solidFill>
                  <a:srgbClr val="087E72"/>
                </a:solidFill>
                <a:latin typeface="Arial"/>
                <a:ea typeface="Arial"/>
                <a:cs typeface="Arial"/>
              </a:defRPr>
            </a:lvl6pPr>
            <a:lvl7pPr>
              <a:defRPr sz="2025" b="0">
                <a:solidFill>
                  <a:srgbClr val="087E72"/>
                </a:solidFill>
                <a:latin typeface="Arial"/>
                <a:ea typeface="Arial"/>
                <a:cs typeface="Arial"/>
              </a:defRPr>
            </a:lvl7pPr>
            <a:lvl8pPr>
              <a:defRPr sz="2025" b="0">
                <a:solidFill>
                  <a:srgbClr val="087E72"/>
                </a:solidFill>
                <a:latin typeface="Arial"/>
                <a:ea typeface="Arial"/>
                <a:cs typeface="Arial"/>
              </a:defRPr>
            </a:lvl8pPr>
            <a:lvl9pPr>
              <a:defRPr sz="2025" b="0">
                <a:solidFill>
                  <a:srgbClr val="087E72"/>
                </a:solidFill>
                <a:latin typeface="Arial"/>
                <a:ea typeface="Arial"/>
                <a:cs typeface="Arial"/>
              </a:defRPr>
            </a:lvl9pPr>
          </a:lstStyle>
          <a:p xmlns:a="http://schemas.openxmlformats.org/drawingml/2006/main">
            <a:pPr>
              <a:defRPr sz="2025" b="0">
                <a:solidFill>
                  <a:srgbClr val="087E72"/>
                </a:solidFill>
                <a:latin typeface="Arial"/>
                <a:ea typeface="Arial"/>
                <a:cs typeface="Arial"/>
              </a:defRPr>
            </a:pPr>
            <a:r>
              <a:rPr sz="2025" b="0">
                <a:solidFill>
                  <a:srgbClr val="087E72"/>
                </a:solidFill>
                <a:latin typeface="Arial"/>
                <a:ea typeface="Arial"/>
                <a:cs typeface="Arial"/>
              </a:rPr>
              <a:t>Bukti dapat diaudit · data publik · prototipe riset</a:t>
            </a:r>
          </a:p>
        </p:txBody>
      </p:sp>
      <p:sp>
        <p:nvSpPr>
          <p:cNvPr id="7" name="">
            <a:extLst xmlns:a="http://schemas.openxmlformats.org/drawingml/2006/main">
              <a:ext uri="{FF2B5EF4-FFF2-40B4-BE49-F238E27FC236}">
                <a16:creationId xmlns:a16="http://schemas.microsoft.com/office/drawing/2014/main" id="{702EEF7E-1306-428D-9BB9-D0D09C369BE9}"/>
              </a:ext>
            </a:extLst>
          </p:cNvPr>
          <p:cNvSpPr>
            <a:spLocks xmlns:a="http://schemas.openxmlformats.org/drawingml/2006/main" noGrp="1"/>
          </p:cNvSpPr>
          <p:nvPr/>
        </p:nvSpPr>
        <p:spPr>
          <a:xfrm xmlns:a="http://schemas.openxmlformats.org/drawingml/2006/main">
            <a:off x="762000" y="5114925"/>
            <a:ext cx="914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19050" rIns="19050" bIns="19050" anchor="ctr">
            <a:normAutofit fontScale="100000"/>
          </a:bodyPr>
          <a:lstStyle xmlns:a="http://schemas.openxmlformats.org/drawingml/2006/main">
            <a:defPPr>
              <a:defRPr sz="1725" b="0">
                <a:solidFill>
                  <a:srgbClr val="5D7273"/>
                </a:solidFill>
                <a:latin typeface="Arial"/>
                <a:ea typeface="Arial"/>
                <a:cs typeface="Arial"/>
              </a:defRPr>
            </a:defPPr>
            <a:lvl1pPr>
              <a:defRPr sz="1725" b="0">
                <a:solidFill>
                  <a:srgbClr val="5D7273"/>
                </a:solidFill>
                <a:latin typeface="Arial"/>
                <a:ea typeface="Arial"/>
                <a:cs typeface="Arial"/>
              </a:defRPr>
            </a:lvl1pPr>
            <a:lvl2pPr>
              <a:defRPr sz="1725" b="0">
                <a:solidFill>
                  <a:srgbClr val="5D7273"/>
                </a:solidFill>
                <a:latin typeface="Arial"/>
                <a:ea typeface="Arial"/>
                <a:cs typeface="Arial"/>
              </a:defRPr>
            </a:lvl2pPr>
            <a:lvl3pPr>
              <a:defRPr sz="1725" b="0">
                <a:solidFill>
                  <a:srgbClr val="5D7273"/>
                </a:solidFill>
                <a:latin typeface="Arial"/>
                <a:ea typeface="Arial"/>
                <a:cs typeface="Arial"/>
              </a:defRPr>
            </a:lvl3pPr>
            <a:lvl4pPr>
              <a:defRPr sz="1725" b="0">
                <a:solidFill>
                  <a:srgbClr val="5D7273"/>
                </a:solidFill>
                <a:latin typeface="Arial"/>
                <a:ea typeface="Arial"/>
                <a:cs typeface="Arial"/>
              </a:defRPr>
            </a:lvl4pPr>
            <a:lvl5pPr>
              <a:defRPr sz="1725" b="0">
                <a:solidFill>
                  <a:srgbClr val="5D7273"/>
                </a:solidFill>
                <a:latin typeface="Arial"/>
                <a:ea typeface="Arial"/>
                <a:cs typeface="Arial"/>
              </a:defRPr>
            </a:lvl5pPr>
            <a:lvl6pPr>
              <a:defRPr sz="1725" b="0">
                <a:solidFill>
                  <a:srgbClr val="5D7273"/>
                </a:solidFill>
                <a:latin typeface="Arial"/>
                <a:ea typeface="Arial"/>
                <a:cs typeface="Arial"/>
              </a:defRPr>
            </a:lvl6pPr>
            <a:lvl7pPr>
              <a:defRPr sz="1725" b="0">
                <a:solidFill>
                  <a:srgbClr val="5D7273"/>
                </a:solidFill>
                <a:latin typeface="Arial"/>
                <a:ea typeface="Arial"/>
                <a:cs typeface="Arial"/>
              </a:defRPr>
            </a:lvl7pPr>
            <a:lvl8pPr>
              <a:defRPr sz="1725" b="0">
                <a:solidFill>
                  <a:srgbClr val="5D7273"/>
                </a:solidFill>
                <a:latin typeface="Arial"/>
                <a:ea typeface="Arial"/>
                <a:cs typeface="Arial"/>
              </a:defRPr>
            </a:lvl8pPr>
            <a:lvl9pPr>
              <a:defRPr sz="1725" b="0">
                <a:solidFill>
                  <a:srgbClr val="5D7273"/>
                </a:solidFill>
                <a:latin typeface="Arial"/>
                <a:ea typeface="Arial"/>
                <a:cs typeface="Arial"/>
              </a:defRPr>
            </a:lvl9pPr>
          </a:lstStyle>
          <a:p xmlns:a="http://schemas.openxmlformats.org/drawingml/2006/main">
            <a:pPr>
              <a:defRPr sz="1725" b="0">
                <a:solidFill>
                  <a:srgbClr val="5D7273"/>
                </a:solidFill>
                <a:latin typeface="Arial"/>
                <a:ea typeface="Arial"/>
                <a:cs typeface="Arial"/>
              </a:defRPr>
            </a:pPr>
            <a:r>
              <a:rPr sz="1725" b="0">
                <a:solidFill>
                  <a:srgbClr val="5D7273"/>
                </a:solidFill>
                <a:latin typeface="Arial"/>
                <a:ea typeface="Arial"/>
                <a:cs typeface="Arial"/>
              </a:rPr>
              <a:t>Exastra  /  24 Oktober 2026</a:t>
            </a:r>
          </a:p>
        </p:txBody>
      </p:sp>
      <p:sp>
        <p:nvSpPr>
          <p:cNvPr id="8" name="">
            <a:extLst xmlns:a="http://schemas.openxmlformats.org/drawingml/2006/main">
              <a:ext uri="{FF2B5EF4-FFF2-40B4-BE49-F238E27FC236}">
                <a16:creationId xmlns:a16="http://schemas.microsoft.com/office/drawing/2014/main" id="{2FF42CAD-6487-460A-9418-B6E258C4D1CC}"/>
              </a:ext>
            </a:extLst>
          </p:cNvPr>
          <p:cNvSpPr>
            <a:spLocks xmlns:a="http://schemas.openxmlformats.org/drawingml/2006/main" noGrp="1"/>
          </p:cNvSpPr>
          <p:nvPr/>
        </p:nvSpPr>
        <p:spPr>
          <a:xfrm xmlns:a="http://schemas.openxmlformats.org/drawingml/2006/main">
            <a:off x="762000" y="5695950"/>
            <a:ext cx="10287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19050" rIns="19050" bIns="19050" anchor="ctr">
            <a:normAutofit fontScale="100000"/>
          </a:bodyPr>
          <a:lstStyle xmlns:a="http://schemas.openxmlformats.org/drawingml/2006/main">
            <a:defPPr>
              <a:defRPr sz="1575" b="0">
                <a:solidFill>
                  <a:srgbClr val="5D7273"/>
                </a:solidFill>
                <a:latin typeface="Arial"/>
                <a:ea typeface="Arial"/>
                <a:cs typeface="Arial"/>
              </a:defRPr>
            </a:defPPr>
            <a:lvl1pPr>
              <a:defRPr sz="1575" b="0">
                <a:solidFill>
                  <a:srgbClr val="5D7273"/>
                </a:solidFill>
                <a:latin typeface="Arial"/>
                <a:ea typeface="Arial"/>
                <a:cs typeface="Arial"/>
              </a:defRPr>
            </a:lvl1pPr>
            <a:lvl2pPr>
              <a:defRPr sz="1575" b="0">
                <a:solidFill>
                  <a:srgbClr val="5D7273"/>
                </a:solidFill>
                <a:latin typeface="Arial"/>
                <a:ea typeface="Arial"/>
                <a:cs typeface="Arial"/>
              </a:defRPr>
            </a:lvl2pPr>
            <a:lvl3pPr>
              <a:defRPr sz="1575" b="0">
                <a:solidFill>
                  <a:srgbClr val="5D7273"/>
                </a:solidFill>
                <a:latin typeface="Arial"/>
                <a:ea typeface="Arial"/>
                <a:cs typeface="Arial"/>
              </a:defRPr>
            </a:lvl3pPr>
            <a:lvl4pPr>
              <a:defRPr sz="1575" b="0">
                <a:solidFill>
                  <a:srgbClr val="5D7273"/>
                </a:solidFill>
                <a:latin typeface="Arial"/>
                <a:ea typeface="Arial"/>
                <a:cs typeface="Arial"/>
              </a:defRPr>
            </a:lvl4pPr>
            <a:lvl5pPr>
              <a:defRPr sz="1575" b="0">
                <a:solidFill>
                  <a:srgbClr val="5D7273"/>
                </a:solidFill>
                <a:latin typeface="Arial"/>
                <a:ea typeface="Arial"/>
                <a:cs typeface="Arial"/>
              </a:defRPr>
            </a:lvl5pPr>
            <a:lvl6pPr>
              <a:defRPr sz="1575" b="0">
                <a:solidFill>
                  <a:srgbClr val="5D7273"/>
                </a:solidFill>
                <a:latin typeface="Arial"/>
                <a:ea typeface="Arial"/>
                <a:cs typeface="Arial"/>
              </a:defRPr>
            </a:lvl6pPr>
            <a:lvl7pPr>
              <a:defRPr sz="1575" b="0">
                <a:solidFill>
                  <a:srgbClr val="5D7273"/>
                </a:solidFill>
                <a:latin typeface="Arial"/>
                <a:ea typeface="Arial"/>
                <a:cs typeface="Arial"/>
              </a:defRPr>
            </a:lvl7pPr>
            <a:lvl8pPr>
              <a:defRPr sz="1575" b="0">
                <a:solidFill>
                  <a:srgbClr val="5D7273"/>
                </a:solidFill>
                <a:latin typeface="Arial"/>
                <a:ea typeface="Arial"/>
                <a:cs typeface="Arial"/>
              </a:defRPr>
            </a:lvl8pPr>
            <a:lvl9pPr>
              <a:defRPr sz="1575" b="0">
                <a:solidFill>
                  <a:srgbClr val="5D7273"/>
                </a:solidFill>
                <a:latin typeface="Arial"/>
                <a:ea typeface="Arial"/>
                <a:cs typeface="Arial"/>
              </a:defRPr>
            </a:lvl9pPr>
          </a:lstStyle>
          <a:p xmlns:a="http://schemas.openxmlformats.org/drawingml/2006/main">
            <a:pPr>
              <a:defRPr sz="1575" b="0">
                <a:solidFill>
                  <a:srgbClr val="5D7273"/>
                </a:solidFill>
                <a:latin typeface="Arial"/>
                <a:ea typeface="Arial"/>
                <a:cs typeface="Arial"/>
              </a:defRPr>
            </a:pPr>
            <a:r>
              <a:rPr sz="1575" b="0">
                <a:solidFill>
                  <a:srgbClr val="5D7273"/>
                </a:solidFill>
                <a:latin typeface="Arial"/>
                <a:ea typeface="Arial"/>
                <a:cs typeface="Arial"/>
              </a:rPr>
              <a:t>Belum merupakan uji kemurnian atau assay tervalidasi</a:t>
            </a:r>
          </a:p>
        </p:txBody>
      </p:sp>
    </p:spTree>
    <p:extLst>
      <p:ext uri="{BB962C8B-B14F-4D97-AF65-F5344CB8AC3E}">
        <p14:creationId xmlns:p14="http://schemas.microsoft.com/office/powerpoint/2010/main" val="1365239496"/>
      </p:ext>
    </p:extLst>
  </p:cSld>
</p:sld>
</file>

<file path=ppt/slides/slide2.xml><?xml version="1.0" encoding="utf-8"?>
<p:sld xmlns:p="http://schemas.openxmlformats.org/presentationml/2006/main">
  <p:cSld>
    <p:bg>
      <p:bgPr>
        <a:solidFill xmlns:a="http://schemas.openxmlformats.org/drawingml/2006/main">
          <a:srgbClr val="F4F7F3"/>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E1FC4AF1-0995-466D-9759-011D8D75DB2C}"/>
              </a:ext>
            </a:extLst>
          </p:cNvPr>
          <p:cNvSpPr>
            <a:spLocks xmlns:a="http://schemas.openxmlformats.org/drawingml/2006/main" noGrp="1"/>
          </p:cNvSpPr>
          <p:nvPr/>
        </p:nvSpPr>
        <p:spPr>
          <a:xfrm xmlns:a="http://schemas.openxmlformats.org/drawingml/2006/main">
            <a:off x="685800" y="333375"/>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19050" rIns="19050" bIns="19050" anchor="ctr">
            <a:normAutofit fontScale="100000"/>
          </a:bodyPr>
          <a:lstStyle xmlns:a="http://schemas.openxmlformats.org/drawingml/2006/main">
            <a:defPPr>
              <a:defRPr sz="1200" b="1">
                <a:solidFill>
                  <a:srgbClr val="087E72"/>
                </a:solidFill>
                <a:latin typeface="Arial"/>
                <a:ea typeface="Arial"/>
                <a:cs typeface="Arial"/>
              </a:defRPr>
            </a:defPPr>
            <a:lvl1pPr>
              <a:defRPr sz="1200" b="1">
                <a:solidFill>
                  <a:srgbClr val="087E72"/>
                </a:solidFill>
                <a:latin typeface="Arial"/>
                <a:ea typeface="Arial"/>
                <a:cs typeface="Arial"/>
              </a:defRPr>
            </a:lvl1pPr>
            <a:lvl2pPr>
              <a:defRPr sz="1200" b="1">
                <a:solidFill>
                  <a:srgbClr val="087E72"/>
                </a:solidFill>
                <a:latin typeface="Arial"/>
                <a:ea typeface="Arial"/>
                <a:cs typeface="Arial"/>
              </a:defRPr>
            </a:lvl2pPr>
            <a:lvl3pPr>
              <a:defRPr sz="1200" b="1">
                <a:solidFill>
                  <a:srgbClr val="087E72"/>
                </a:solidFill>
                <a:latin typeface="Arial"/>
                <a:ea typeface="Arial"/>
                <a:cs typeface="Arial"/>
              </a:defRPr>
            </a:lvl3pPr>
            <a:lvl4pPr>
              <a:defRPr sz="1200" b="1">
                <a:solidFill>
                  <a:srgbClr val="087E72"/>
                </a:solidFill>
                <a:latin typeface="Arial"/>
                <a:ea typeface="Arial"/>
                <a:cs typeface="Arial"/>
              </a:defRPr>
            </a:lvl4pPr>
            <a:lvl5pPr>
              <a:defRPr sz="1200" b="1">
                <a:solidFill>
                  <a:srgbClr val="087E72"/>
                </a:solidFill>
                <a:latin typeface="Arial"/>
                <a:ea typeface="Arial"/>
                <a:cs typeface="Arial"/>
              </a:defRPr>
            </a:lvl5pPr>
            <a:lvl6pPr>
              <a:defRPr sz="1200" b="1">
                <a:solidFill>
                  <a:srgbClr val="087E72"/>
                </a:solidFill>
                <a:latin typeface="Arial"/>
                <a:ea typeface="Arial"/>
                <a:cs typeface="Arial"/>
              </a:defRPr>
            </a:lvl6pPr>
            <a:lvl7pPr>
              <a:defRPr sz="1200" b="1">
                <a:solidFill>
                  <a:srgbClr val="087E72"/>
                </a:solidFill>
                <a:latin typeface="Arial"/>
                <a:ea typeface="Arial"/>
                <a:cs typeface="Arial"/>
              </a:defRPr>
            </a:lvl7pPr>
            <a:lvl8pPr>
              <a:defRPr sz="1200" b="1">
                <a:solidFill>
                  <a:srgbClr val="087E72"/>
                </a:solidFill>
                <a:latin typeface="Arial"/>
                <a:ea typeface="Arial"/>
                <a:cs typeface="Arial"/>
              </a:defRPr>
            </a:lvl8pPr>
            <a:lvl9pPr>
              <a:defRPr sz="1200" b="1">
                <a:solidFill>
                  <a:srgbClr val="087E72"/>
                </a:solidFill>
                <a:latin typeface="Arial"/>
                <a:ea typeface="Arial"/>
                <a:cs typeface="Arial"/>
              </a:defRPr>
            </a:lvl9pPr>
          </a:lstStyle>
          <a:p xmlns:a="http://schemas.openxmlformats.org/drawingml/2006/main">
            <a:pPr>
              <a:defRPr sz="1200" b="1">
                <a:solidFill>
                  <a:srgbClr val="087E72"/>
                </a:solidFill>
                <a:latin typeface="Arial"/>
                <a:ea typeface="Arial"/>
                <a:cs typeface="Arial"/>
              </a:defRPr>
            </a:pPr>
            <a:r>
              <a:rPr sz="1200" b="1">
                <a:solidFill>
                  <a:srgbClr val="087E72"/>
                </a:solidFill>
                <a:latin typeface="Arial"/>
                <a:ea typeface="Arial"/>
                <a:cs typeface="Arial"/>
              </a:rPr>
              <a:t>STORY DAN URGENSI</a:t>
            </a:r>
          </a:p>
        </p:txBody>
      </p:sp>
      <p:sp>
        <p:nvSpPr>
          <p:cNvPr id="2" name="">
            <a:extLst xmlns:a="http://schemas.openxmlformats.org/drawingml/2006/main">
              <a:ext uri="{FF2B5EF4-FFF2-40B4-BE49-F238E27FC236}">
                <a16:creationId xmlns:a16="http://schemas.microsoft.com/office/drawing/2014/main" id="{5B2A3264-C57F-4914-98D8-A4E5FFD1CD44}"/>
              </a:ext>
            </a:extLst>
          </p:cNvPr>
          <p:cNvSpPr>
            <a:spLocks xmlns:a="http://schemas.openxmlformats.org/drawingml/2006/main" noGrp="1"/>
          </p:cNvSpPr>
          <p:nvPr/>
        </p:nvSpPr>
        <p:spPr>
          <a:xfrm xmlns:a="http://schemas.openxmlformats.org/drawingml/2006/main">
            <a:off x="685800" y="733425"/>
            <a:ext cx="10668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19050" rIns="19050" bIns="19050" anchor="ctr">
            <a:normAutofit fontScale="100000"/>
          </a:bodyPr>
          <a:lstStyle xmlns:a="http://schemas.openxmlformats.org/drawingml/2006/main">
            <a:defPPr>
              <a:defRPr sz="3300" b="1">
                <a:solidFill>
                  <a:srgbClr val="16333A"/>
                </a:solidFill>
                <a:latin typeface="Arial"/>
                <a:ea typeface="Arial"/>
                <a:cs typeface="Arial"/>
              </a:defRPr>
            </a:defPPr>
            <a:lvl1pPr>
              <a:defRPr sz="3300" b="1">
                <a:solidFill>
                  <a:srgbClr val="16333A"/>
                </a:solidFill>
                <a:latin typeface="Arial"/>
                <a:ea typeface="Arial"/>
                <a:cs typeface="Arial"/>
              </a:defRPr>
            </a:lvl1pPr>
            <a:lvl2pPr>
              <a:defRPr sz="3300" b="1">
                <a:solidFill>
                  <a:srgbClr val="16333A"/>
                </a:solidFill>
                <a:latin typeface="Arial"/>
                <a:ea typeface="Arial"/>
                <a:cs typeface="Arial"/>
              </a:defRPr>
            </a:lvl2pPr>
            <a:lvl3pPr>
              <a:defRPr sz="3300" b="1">
                <a:solidFill>
                  <a:srgbClr val="16333A"/>
                </a:solidFill>
                <a:latin typeface="Arial"/>
                <a:ea typeface="Arial"/>
                <a:cs typeface="Arial"/>
              </a:defRPr>
            </a:lvl3pPr>
            <a:lvl4pPr>
              <a:defRPr sz="3300" b="1">
                <a:solidFill>
                  <a:srgbClr val="16333A"/>
                </a:solidFill>
                <a:latin typeface="Arial"/>
                <a:ea typeface="Arial"/>
                <a:cs typeface="Arial"/>
              </a:defRPr>
            </a:lvl4pPr>
            <a:lvl5pPr>
              <a:defRPr sz="3300" b="1">
                <a:solidFill>
                  <a:srgbClr val="16333A"/>
                </a:solidFill>
                <a:latin typeface="Arial"/>
                <a:ea typeface="Arial"/>
                <a:cs typeface="Arial"/>
              </a:defRPr>
            </a:lvl5pPr>
            <a:lvl6pPr>
              <a:defRPr sz="3300" b="1">
                <a:solidFill>
                  <a:srgbClr val="16333A"/>
                </a:solidFill>
                <a:latin typeface="Arial"/>
                <a:ea typeface="Arial"/>
                <a:cs typeface="Arial"/>
              </a:defRPr>
            </a:lvl6pPr>
            <a:lvl7pPr>
              <a:defRPr sz="3300" b="1">
                <a:solidFill>
                  <a:srgbClr val="16333A"/>
                </a:solidFill>
                <a:latin typeface="Arial"/>
                <a:ea typeface="Arial"/>
                <a:cs typeface="Arial"/>
              </a:defRPr>
            </a:lvl7pPr>
            <a:lvl8pPr>
              <a:defRPr sz="3300" b="1">
                <a:solidFill>
                  <a:srgbClr val="16333A"/>
                </a:solidFill>
                <a:latin typeface="Arial"/>
                <a:ea typeface="Arial"/>
                <a:cs typeface="Arial"/>
              </a:defRPr>
            </a:lvl8pPr>
            <a:lvl9pPr>
              <a:defRPr sz="3300" b="1">
                <a:solidFill>
                  <a:srgbClr val="16333A"/>
                </a:solidFill>
                <a:latin typeface="Arial"/>
                <a:ea typeface="Arial"/>
                <a:cs typeface="Arial"/>
              </a:defRPr>
            </a:lvl9pPr>
          </a:lstStyle>
          <a:p xmlns:a="http://schemas.openxmlformats.org/drawingml/2006/main">
            <a:pPr>
              <a:defRPr sz="3300" b="1">
                <a:solidFill>
                  <a:srgbClr val="16333A"/>
                </a:solidFill>
                <a:latin typeface="Arial"/>
                <a:ea typeface="Arial"/>
                <a:cs typeface="Arial"/>
              </a:defRPr>
            </a:pPr>
            <a:r>
              <a:rPr sz="3300" b="1">
                <a:solidFill>
                  <a:srgbClr val="16333A"/>
                </a:solidFill>
                <a:latin typeface="Arial"/>
                <a:ea typeface="Arial"/>
                <a:cs typeface="Arial"/>
              </a:rPr>
              <a:t>Sejarah populasi yang kompleks</a:t>
            </a:r>
          </a:p>
        </p:txBody>
      </p:sp>
      <p:sp>
        <p:nvSpPr>
          <p:cNvPr id="3" name="">
            <a:extLst xmlns:a="http://schemas.openxmlformats.org/drawingml/2006/main">
              <a:ext uri="{FF2B5EF4-FFF2-40B4-BE49-F238E27FC236}">
                <a16:creationId xmlns:a16="http://schemas.microsoft.com/office/drawing/2014/main" id="{0ED3D607-F96A-481B-B8CB-33C314C275FB}"/>
              </a:ext>
            </a:extLst>
          </p:cNvPr>
          <p:cNvSpPr>
            <a:spLocks xmlns:a="http://schemas.openxmlformats.org/drawingml/2006/main" noGrp="1"/>
          </p:cNvSpPr>
          <p:nvPr/>
        </p:nvSpPr>
        <p:spPr>
          <a:xfrm xmlns:a="http://schemas.openxmlformats.org/drawingml/2006/main">
            <a:off x="685800" y="6448425"/>
            <a:ext cx="9239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19050" rIns="19050" bIns="19050" anchor="ctr">
            <a:normAutofit fontScale="100000"/>
          </a:bodyPr>
          <a:lstStyle xmlns:a="http://schemas.openxmlformats.org/drawingml/2006/main">
            <a:defPPr>
              <a:defRPr sz="975" b="0">
                <a:solidFill>
                  <a:srgbClr val="5D7273"/>
                </a:solidFill>
                <a:latin typeface="Arial"/>
                <a:ea typeface="Arial"/>
                <a:cs typeface="Arial"/>
              </a:defRPr>
            </a:defPPr>
            <a:lvl1pPr>
              <a:defRPr sz="975" b="0">
                <a:solidFill>
                  <a:srgbClr val="5D7273"/>
                </a:solidFill>
                <a:latin typeface="Arial"/>
                <a:ea typeface="Arial"/>
                <a:cs typeface="Arial"/>
              </a:defRPr>
            </a:lvl1pPr>
            <a:lvl2pPr>
              <a:defRPr sz="975" b="0">
                <a:solidFill>
                  <a:srgbClr val="5D7273"/>
                </a:solidFill>
                <a:latin typeface="Arial"/>
                <a:ea typeface="Arial"/>
                <a:cs typeface="Arial"/>
              </a:defRPr>
            </a:lvl2pPr>
            <a:lvl3pPr>
              <a:defRPr sz="975" b="0">
                <a:solidFill>
                  <a:srgbClr val="5D7273"/>
                </a:solidFill>
                <a:latin typeface="Arial"/>
                <a:ea typeface="Arial"/>
                <a:cs typeface="Arial"/>
              </a:defRPr>
            </a:lvl3pPr>
            <a:lvl4pPr>
              <a:defRPr sz="975" b="0">
                <a:solidFill>
                  <a:srgbClr val="5D7273"/>
                </a:solidFill>
                <a:latin typeface="Arial"/>
                <a:ea typeface="Arial"/>
                <a:cs typeface="Arial"/>
              </a:defRPr>
            </a:lvl4pPr>
            <a:lvl5pPr>
              <a:defRPr sz="975" b="0">
                <a:solidFill>
                  <a:srgbClr val="5D7273"/>
                </a:solidFill>
                <a:latin typeface="Arial"/>
                <a:ea typeface="Arial"/>
                <a:cs typeface="Arial"/>
              </a:defRPr>
            </a:lvl5pPr>
            <a:lvl6pPr>
              <a:defRPr sz="975" b="0">
                <a:solidFill>
                  <a:srgbClr val="5D7273"/>
                </a:solidFill>
                <a:latin typeface="Arial"/>
                <a:ea typeface="Arial"/>
                <a:cs typeface="Arial"/>
              </a:defRPr>
            </a:lvl6pPr>
            <a:lvl7pPr>
              <a:defRPr sz="975" b="0">
                <a:solidFill>
                  <a:srgbClr val="5D7273"/>
                </a:solidFill>
                <a:latin typeface="Arial"/>
                <a:ea typeface="Arial"/>
                <a:cs typeface="Arial"/>
              </a:defRPr>
            </a:lvl7pPr>
            <a:lvl8pPr>
              <a:defRPr sz="975" b="0">
                <a:solidFill>
                  <a:srgbClr val="5D7273"/>
                </a:solidFill>
                <a:latin typeface="Arial"/>
                <a:ea typeface="Arial"/>
                <a:cs typeface="Arial"/>
              </a:defRPr>
            </a:lvl8pPr>
            <a:lvl9pPr>
              <a:defRPr sz="975" b="0">
                <a:solidFill>
                  <a:srgbClr val="5D7273"/>
                </a:solidFill>
                <a:latin typeface="Arial"/>
                <a:ea typeface="Arial"/>
                <a:cs typeface="Arial"/>
              </a:defRPr>
            </a:lvl9pPr>
          </a:lstStyle>
          <a:p xmlns:a="http://schemas.openxmlformats.org/drawingml/2006/main">
            <a:pPr>
              <a:defRPr sz="975" b="0">
                <a:solidFill>
                  <a:srgbClr val="5D7273"/>
                </a:solidFill>
                <a:latin typeface="Arial"/>
                <a:ea typeface="Arial"/>
                <a:cs typeface="Arial"/>
              </a:defRPr>
            </a:pPr>
            <a:r>
              <a:rPr sz="975" b="0">
                <a:solidFill>
                  <a:srgbClr val="5D7273"/>
                </a:solidFill>
                <a:latin typeface="Arial"/>
                <a:ea typeface="Arial"/>
                <a:cs typeface="Arial"/>
              </a:rPr>
              <a:t>EXASTRA · GENOHACK 2026 · RISET KOMPUTASIONAL</a:t>
            </a:r>
          </a:p>
        </p:txBody>
      </p:sp>
      <p:sp>
        <p:nvSpPr>
          <p:cNvPr id="4" name="">
            <a:extLst xmlns:a="http://schemas.openxmlformats.org/drawingml/2006/main">
              <a:ext uri="{FF2B5EF4-FFF2-40B4-BE49-F238E27FC236}">
                <a16:creationId xmlns:a16="http://schemas.microsoft.com/office/drawing/2014/main" id="{ABE65B58-DCC5-4374-8FB5-540A86A5464C}"/>
              </a:ext>
            </a:extLst>
          </p:cNvPr>
          <p:cNvSpPr>
            <a:spLocks xmlns:a="http://schemas.openxmlformats.org/drawingml/2006/main" noGrp="1"/>
          </p:cNvSpPr>
          <p:nvPr/>
        </p:nvSpPr>
        <p:spPr>
          <a:xfrm xmlns:a="http://schemas.openxmlformats.org/drawingml/2006/main">
            <a:off x="11125200" y="6448425"/>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19050" rIns="19050" bIns="19050" anchor="ctr">
            <a:normAutofit fontScale="100000"/>
          </a:bodyPr>
          <a:lstStyle xmlns:a="http://schemas.openxmlformats.org/drawingml/2006/main">
            <a:defPPr>
              <a:defRPr sz="1050" b="1">
                <a:solidFill>
                  <a:srgbClr val="5D7273"/>
                </a:solidFill>
                <a:latin typeface="Arial"/>
                <a:ea typeface="Arial"/>
                <a:cs typeface="Arial"/>
              </a:defRPr>
            </a:defPPr>
            <a:lvl1pPr>
              <a:defRPr sz="1050" b="1">
                <a:solidFill>
                  <a:srgbClr val="5D7273"/>
                </a:solidFill>
                <a:latin typeface="Arial"/>
                <a:ea typeface="Arial"/>
                <a:cs typeface="Arial"/>
              </a:defRPr>
            </a:lvl1pPr>
            <a:lvl2pPr>
              <a:defRPr sz="1050" b="1">
                <a:solidFill>
                  <a:srgbClr val="5D7273"/>
                </a:solidFill>
                <a:latin typeface="Arial"/>
                <a:ea typeface="Arial"/>
                <a:cs typeface="Arial"/>
              </a:defRPr>
            </a:lvl2pPr>
            <a:lvl3pPr>
              <a:defRPr sz="1050" b="1">
                <a:solidFill>
                  <a:srgbClr val="5D7273"/>
                </a:solidFill>
                <a:latin typeface="Arial"/>
                <a:ea typeface="Arial"/>
                <a:cs typeface="Arial"/>
              </a:defRPr>
            </a:lvl3pPr>
            <a:lvl4pPr>
              <a:defRPr sz="1050" b="1">
                <a:solidFill>
                  <a:srgbClr val="5D7273"/>
                </a:solidFill>
                <a:latin typeface="Arial"/>
                <a:ea typeface="Arial"/>
                <a:cs typeface="Arial"/>
              </a:defRPr>
            </a:lvl4pPr>
            <a:lvl5pPr>
              <a:defRPr sz="1050" b="1">
                <a:solidFill>
                  <a:srgbClr val="5D7273"/>
                </a:solidFill>
                <a:latin typeface="Arial"/>
                <a:ea typeface="Arial"/>
                <a:cs typeface="Arial"/>
              </a:defRPr>
            </a:lvl5pPr>
            <a:lvl6pPr>
              <a:defRPr sz="1050" b="1">
                <a:solidFill>
                  <a:srgbClr val="5D7273"/>
                </a:solidFill>
                <a:latin typeface="Arial"/>
                <a:ea typeface="Arial"/>
                <a:cs typeface="Arial"/>
              </a:defRPr>
            </a:lvl6pPr>
            <a:lvl7pPr>
              <a:defRPr sz="1050" b="1">
                <a:solidFill>
                  <a:srgbClr val="5D7273"/>
                </a:solidFill>
                <a:latin typeface="Arial"/>
                <a:ea typeface="Arial"/>
                <a:cs typeface="Arial"/>
              </a:defRPr>
            </a:lvl7pPr>
            <a:lvl8pPr>
              <a:defRPr sz="1050" b="1">
                <a:solidFill>
                  <a:srgbClr val="5D7273"/>
                </a:solidFill>
                <a:latin typeface="Arial"/>
                <a:ea typeface="Arial"/>
                <a:cs typeface="Arial"/>
              </a:defRPr>
            </a:lvl8pPr>
            <a:lvl9pPr>
              <a:defRPr sz="1050" b="1">
                <a:solidFill>
                  <a:srgbClr val="5D7273"/>
                </a:solidFill>
                <a:latin typeface="Arial"/>
                <a:ea typeface="Arial"/>
                <a:cs typeface="Arial"/>
              </a:defRPr>
            </a:lvl9pPr>
          </a:lstStyle>
          <a:p xmlns:a="http://schemas.openxmlformats.org/drawingml/2006/main">
            <a:pPr>
              <a:defRPr sz="1050" b="1">
                <a:solidFill>
                  <a:srgbClr val="5D7273"/>
                </a:solidFill>
                <a:latin typeface="Arial"/>
                <a:ea typeface="Arial"/>
                <a:cs typeface="Arial"/>
              </a:defRPr>
            </a:pPr>
            <a:r>
              <a:rPr sz="1050" b="1">
                <a:solidFill>
                  <a:srgbClr val="5D7273"/>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A3EE2653-16A4-4E4A-8207-4CBB2AD63554}"/>
              </a:ext>
            </a:extLst>
          </p:cNvPr>
          <p:cNvSpPr>
            <a:spLocks xmlns:a="http://schemas.openxmlformats.org/drawingml/2006/main" noGrp="1"/>
          </p:cNvSpPr>
          <p:nvPr/>
        </p:nvSpPr>
        <p:spPr>
          <a:xfrm xmlns:a="http://schemas.openxmlformats.org/drawingml/2006/main">
            <a:off x="742950" y="1952625"/>
            <a:ext cx="10382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19050" rIns="19050" bIns="19050" anchor="ctr">
            <a:normAutofit fontScale="100000"/>
          </a:bodyPr>
          <a:lstStyle xmlns:a="http://schemas.openxmlformats.org/drawingml/2006/main">
            <a:defPPr>
              <a:defRPr sz="2700" b="1">
                <a:solidFill>
                  <a:srgbClr val="16333A"/>
                </a:solidFill>
                <a:latin typeface="Arial"/>
                <a:ea typeface="Arial"/>
                <a:cs typeface="Arial"/>
              </a:defRPr>
            </a:defPPr>
            <a:lvl1pPr>
              <a:defRPr sz="2700" b="1">
                <a:solidFill>
                  <a:srgbClr val="16333A"/>
                </a:solidFill>
                <a:latin typeface="Arial"/>
                <a:ea typeface="Arial"/>
                <a:cs typeface="Arial"/>
              </a:defRPr>
            </a:lvl1pPr>
            <a:lvl2pPr>
              <a:defRPr sz="2700" b="1">
                <a:solidFill>
                  <a:srgbClr val="16333A"/>
                </a:solidFill>
                <a:latin typeface="Arial"/>
                <a:ea typeface="Arial"/>
                <a:cs typeface="Arial"/>
              </a:defRPr>
            </a:lvl2pPr>
            <a:lvl3pPr>
              <a:defRPr sz="2700" b="1">
                <a:solidFill>
                  <a:srgbClr val="16333A"/>
                </a:solidFill>
                <a:latin typeface="Arial"/>
                <a:ea typeface="Arial"/>
                <a:cs typeface="Arial"/>
              </a:defRPr>
            </a:lvl3pPr>
            <a:lvl4pPr>
              <a:defRPr sz="2700" b="1">
                <a:solidFill>
                  <a:srgbClr val="16333A"/>
                </a:solidFill>
                <a:latin typeface="Arial"/>
                <a:ea typeface="Arial"/>
                <a:cs typeface="Arial"/>
              </a:defRPr>
            </a:lvl4pPr>
            <a:lvl5pPr>
              <a:defRPr sz="2700" b="1">
                <a:solidFill>
                  <a:srgbClr val="16333A"/>
                </a:solidFill>
                <a:latin typeface="Arial"/>
                <a:ea typeface="Arial"/>
                <a:cs typeface="Arial"/>
              </a:defRPr>
            </a:lvl5pPr>
            <a:lvl6pPr>
              <a:defRPr sz="2700" b="1">
                <a:solidFill>
                  <a:srgbClr val="16333A"/>
                </a:solidFill>
                <a:latin typeface="Arial"/>
                <a:ea typeface="Arial"/>
                <a:cs typeface="Arial"/>
              </a:defRPr>
            </a:lvl6pPr>
            <a:lvl7pPr>
              <a:defRPr sz="2700" b="1">
                <a:solidFill>
                  <a:srgbClr val="16333A"/>
                </a:solidFill>
                <a:latin typeface="Arial"/>
                <a:ea typeface="Arial"/>
                <a:cs typeface="Arial"/>
              </a:defRPr>
            </a:lvl7pPr>
            <a:lvl8pPr>
              <a:defRPr sz="2700" b="1">
                <a:solidFill>
                  <a:srgbClr val="16333A"/>
                </a:solidFill>
                <a:latin typeface="Arial"/>
                <a:ea typeface="Arial"/>
                <a:cs typeface="Arial"/>
              </a:defRPr>
            </a:lvl8pPr>
            <a:lvl9pPr>
              <a:defRPr sz="2700" b="1">
                <a:solidFill>
                  <a:srgbClr val="16333A"/>
                </a:solidFill>
                <a:latin typeface="Arial"/>
                <a:ea typeface="Arial"/>
                <a:cs typeface="Arial"/>
              </a:defRPr>
            </a:lvl9pPr>
          </a:lstStyle>
          <a:p xmlns:a="http://schemas.openxmlformats.org/drawingml/2006/main">
            <a:pPr>
              <a:defRPr sz="2700" b="1">
                <a:solidFill>
                  <a:srgbClr val="16333A"/>
                </a:solidFill>
                <a:latin typeface="Arial"/>
                <a:ea typeface="Arial"/>
                <a:cs typeface="Arial"/>
              </a:defRPr>
            </a:pPr>
            <a:r>
              <a:rPr sz="2700" b="1">
                <a:solidFill>
                  <a:srgbClr val="16333A"/>
                </a:solidFill>
                <a:latin typeface="Arial"/>
                <a:ea typeface="Arial"/>
                <a:cs typeface="Arial"/>
              </a:rPr>
              <a:t>Riset ancestry perlu membedakan</a:t>
            </a:r>
          </a:p>
          <a:p xmlns:a="http://schemas.openxmlformats.org/drawingml/2006/main">
            <a:pPr>
              <a:defRPr sz="2700" b="1">
                <a:solidFill>
                  <a:srgbClr val="16333A"/>
                </a:solidFill>
                <a:latin typeface="Arial"/>
                <a:ea typeface="Arial"/>
                <a:cs typeface="Arial"/>
              </a:defRPr>
            </a:pPr>
            <a:r>
              <a:rPr sz="2700" b="1">
                <a:solidFill>
                  <a:srgbClr val="16333A"/>
                </a:solidFill>
                <a:latin typeface="Arial"/>
                <a:ea typeface="Arial"/>
                <a:cs typeface="Arial"/>
              </a:rPr>
              <a:t>label ras, referensi, dan bukti genetik.</a:t>
            </a:r>
          </a:p>
        </p:txBody>
      </p:sp>
      <p:sp>
        <p:nvSpPr>
          <p:cNvPr id="6" name="">
            <a:extLst xmlns:a="http://schemas.openxmlformats.org/drawingml/2006/main">
              <a:ext uri="{FF2B5EF4-FFF2-40B4-BE49-F238E27FC236}">
                <a16:creationId xmlns:a16="http://schemas.microsoft.com/office/drawing/2014/main" id="{E3A5C714-5320-4316-A4B0-409DF4854626}"/>
              </a:ext>
            </a:extLst>
          </p:cNvPr>
          <p:cNvSpPr>
            <a:spLocks xmlns:a="http://schemas.openxmlformats.org/drawingml/2006/main" noGrp="1"/>
          </p:cNvSpPr>
          <p:nvPr/>
        </p:nvSpPr>
        <p:spPr>
          <a:xfrm xmlns:a="http://schemas.openxmlformats.org/drawingml/2006/main">
            <a:off x="762000" y="3209925"/>
            <a:ext cx="10001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19050" rIns="19050" bIns="19050" anchor="ctr">
            <a:normAutofit fontScale="94059"/>
          </a:bodyPr>
          <a:lstStyle xmlns:a="http://schemas.openxmlformats.org/drawingml/2006/main">
            <a:defPPr>
              <a:defRPr sz="2100" b="1">
                <a:solidFill>
                  <a:srgbClr val="087E72"/>
                </a:solidFill>
                <a:latin typeface="Arial"/>
                <a:ea typeface="Arial"/>
                <a:cs typeface="Arial"/>
              </a:defRPr>
            </a:defPPr>
            <a:lvl1pPr>
              <a:defRPr sz="2100" b="1">
                <a:solidFill>
                  <a:srgbClr val="087E72"/>
                </a:solidFill>
                <a:latin typeface="Arial"/>
                <a:ea typeface="Arial"/>
                <a:cs typeface="Arial"/>
              </a:defRPr>
            </a:lvl1pPr>
            <a:lvl2pPr>
              <a:defRPr sz="2100" b="1">
                <a:solidFill>
                  <a:srgbClr val="087E72"/>
                </a:solidFill>
                <a:latin typeface="Arial"/>
                <a:ea typeface="Arial"/>
                <a:cs typeface="Arial"/>
              </a:defRPr>
            </a:lvl2pPr>
            <a:lvl3pPr>
              <a:defRPr sz="2100" b="1">
                <a:solidFill>
                  <a:srgbClr val="087E72"/>
                </a:solidFill>
                <a:latin typeface="Arial"/>
                <a:ea typeface="Arial"/>
                <a:cs typeface="Arial"/>
              </a:defRPr>
            </a:lvl3pPr>
            <a:lvl4pPr>
              <a:defRPr sz="2100" b="1">
                <a:solidFill>
                  <a:srgbClr val="087E72"/>
                </a:solidFill>
                <a:latin typeface="Arial"/>
                <a:ea typeface="Arial"/>
                <a:cs typeface="Arial"/>
              </a:defRPr>
            </a:lvl4pPr>
            <a:lvl5pPr>
              <a:defRPr sz="2100" b="1">
                <a:solidFill>
                  <a:srgbClr val="087E72"/>
                </a:solidFill>
                <a:latin typeface="Arial"/>
                <a:ea typeface="Arial"/>
                <a:cs typeface="Arial"/>
              </a:defRPr>
            </a:lvl5pPr>
            <a:lvl6pPr>
              <a:defRPr sz="2100" b="1">
                <a:solidFill>
                  <a:srgbClr val="087E72"/>
                </a:solidFill>
                <a:latin typeface="Arial"/>
                <a:ea typeface="Arial"/>
                <a:cs typeface="Arial"/>
              </a:defRPr>
            </a:lvl6pPr>
            <a:lvl7pPr>
              <a:defRPr sz="2100" b="1">
                <a:solidFill>
                  <a:srgbClr val="087E72"/>
                </a:solidFill>
                <a:latin typeface="Arial"/>
                <a:ea typeface="Arial"/>
                <a:cs typeface="Arial"/>
              </a:defRPr>
            </a:lvl7pPr>
            <a:lvl8pPr>
              <a:defRPr sz="2100" b="1">
                <a:solidFill>
                  <a:srgbClr val="087E72"/>
                </a:solidFill>
                <a:latin typeface="Arial"/>
                <a:ea typeface="Arial"/>
                <a:cs typeface="Arial"/>
              </a:defRPr>
            </a:lvl8pPr>
            <a:lvl9pPr>
              <a:defRPr sz="2100" b="1">
                <a:solidFill>
                  <a:srgbClr val="087E72"/>
                </a:solidFill>
                <a:latin typeface="Arial"/>
                <a:ea typeface="Arial"/>
                <a:cs typeface="Arial"/>
              </a:defRPr>
            </a:lvl9pPr>
          </a:lstStyle>
          <a:p xmlns:a="http://schemas.openxmlformats.org/drawingml/2006/main">
            <a:pPr>
              <a:defRPr sz="2100" b="1">
                <a:solidFill>
                  <a:srgbClr val="087E72"/>
                </a:solidFill>
                <a:latin typeface="Arial"/>
                <a:ea typeface="Arial"/>
                <a:cs typeface="Arial"/>
              </a:defRPr>
            </a:pPr>
            <a:r>
              <a:rPr sz="2100" b="1">
                <a:solidFill>
                  <a:srgbClr val="087E72"/>
                </a:solidFill>
                <a:latin typeface="Arial"/>
                <a:ea typeface="Arial"/>
                <a:cs typeface="Arial"/>
              </a:rPr>
              <a:t>Literatur menunjukkan campuran zebu–banteng pada sejumlah populasi Indonesia.</a:t>
            </a:r>
          </a:p>
        </p:txBody>
      </p:sp>
      <p:sp>
        <p:nvSpPr>
          <p:cNvPr id="7" name="">
            <a:extLst xmlns:a="http://schemas.openxmlformats.org/drawingml/2006/main">
              <a:ext uri="{FF2B5EF4-FFF2-40B4-BE49-F238E27FC236}">
                <a16:creationId xmlns:a16="http://schemas.microsoft.com/office/drawing/2014/main" id="{0049FE02-D672-4E69-8E3F-691A09143F62}"/>
              </a:ext>
            </a:extLst>
          </p:cNvPr>
          <p:cNvSpPr>
            <a:spLocks xmlns:a="http://schemas.openxmlformats.org/drawingml/2006/main" noGrp="1"/>
          </p:cNvSpPr>
          <p:nvPr/>
        </p:nvSpPr>
        <p:spPr>
          <a:xfrm xmlns:a="http://schemas.openxmlformats.org/drawingml/2006/main">
            <a:off x="762000" y="4067175"/>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19050" rIns="19050" bIns="19050" anchor="ctr">
            <a:normAutofit fontScale="100000"/>
          </a:bodyPr>
          <a:lstStyle xmlns:a="http://schemas.openxmlformats.org/drawingml/2006/main">
            <a:defPPr>
              <a:defRPr sz="2025" b="0">
                <a:solidFill>
                  <a:srgbClr val="5D7273"/>
                </a:solidFill>
                <a:latin typeface="Arial"/>
                <a:ea typeface="Arial"/>
                <a:cs typeface="Arial"/>
              </a:defRPr>
            </a:defPPr>
            <a:lvl1pPr>
              <a:defRPr sz="2025" b="0">
                <a:solidFill>
                  <a:srgbClr val="5D7273"/>
                </a:solidFill>
                <a:latin typeface="Arial"/>
                <a:ea typeface="Arial"/>
                <a:cs typeface="Arial"/>
              </a:defRPr>
            </a:lvl1pPr>
            <a:lvl2pPr>
              <a:defRPr sz="2025" b="0">
                <a:solidFill>
                  <a:srgbClr val="5D7273"/>
                </a:solidFill>
                <a:latin typeface="Arial"/>
                <a:ea typeface="Arial"/>
                <a:cs typeface="Arial"/>
              </a:defRPr>
            </a:lvl2pPr>
            <a:lvl3pPr>
              <a:defRPr sz="2025" b="0">
                <a:solidFill>
                  <a:srgbClr val="5D7273"/>
                </a:solidFill>
                <a:latin typeface="Arial"/>
                <a:ea typeface="Arial"/>
                <a:cs typeface="Arial"/>
              </a:defRPr>
            </a:lvl3pPr>
            <a:lvl4pPr>
              <a:defRPr sz="2025" b="0">
                <a:solidFill>
                  <a:srgbClr val="5D7273"/>
                </a:solidFill>
                <a:latin typeface="Arial"/>
                <a:ea typeface="Arial"/>
                <a:cs typeface="Arial"/>
              </a:defRPr>
            </a:lvl4pPr>
            <a:lvl5pPr>
              <a:defRPr sz="2025" b="0">
                <a:solidFill>
                  <a:srgbClr val="5D7273"/>
                </a:solidFill>
                <a:latin typeface="Arial"/>
                <a:ea typeface="Arial"/>
                <a:cs typeface="Arial"/>
              </a:defRPr>
            </a:lvl5pPr>
            <a:lvl6pPr>
              <a:defRPr sz="2025" b="0">
                <a:solidFill>
                  <a:srgbClr val="5D7273"/>
                </a:solidFill>
                <a:latin typeface="Arial"/>
                <a:ea typeface="Arial"/>
                <a:cs typeface="Arial"/>
              </a:defRPr>
            </a:lvl6pPr>
            <a:lvl7pPr>
              <a:defRPr sz="2025" b="0">
                <a:solidFill>
                  <a:srgbClr val="5D7273"/>
                </a:solidFill>
                <a:latin typeface="Arial"/>
                <a:ea typeface="Arial"/>
                <a:cs typeface="Arial"/>
              </a:defRPr>
            </a:lvl7pPr>
            <a:lvl8pPr>
              <a:defRPr sz="2025" b="0">
                <a:solidFill>
                  <a:srgbClr val="5D7273"/>
                </a:solidFill>
                <a:latin typeface="Arial"/>
                <a:ea typeface="Arial"/>
                <a:cs typeface="Arial"/>
              </a:defRPr>
            </a:lvl8pPr>
            <a:lvl9pPr>
              <a:defRPr sz="2025" b="0">
                <a:solidFill>
                  <a:srgbClr val="5D7273"/>
                </a:solidFill>
                <a:latin typeface="Arial"/>
                <a:ea typeface="Arial"/>
                <a:cs typeface="Arial"/>
              </a:defRPr>
            </a:lvl9pPr>
          </a:lstStyle>
          <a:p xmlns:a="http://schemas.openxmlformats.org/drawingml/2006/main">
            <a:pPr>
              <a:defRPr sz="2025" b="0">
                <a:solidFill>
                  <a:srgbClr val="5D7273"/>
                </a:solidFill>
                <a:latin typeface="Arial"/>
                <a:ea typeface="Arial"/>
                <a:cs typeface="Arial"/>
              </a:defRPr>
            </a:pPr>
            <a:r>
              <a:rPr sz="2025" b="0">
                <a:solidFill>
                  <a:srgbClr val="5D7273"/>
                </a:solidFill>
                <a:latin typeface="Arial"/>
                <a:ea typeface="Arial"/>
                <a:cs typeface="Arial"/>
              </a:rPr>
              <a:t>Hasil untuk Bali bervariasi menurut populasi dan metode. Status hewan individu perlu dikonfirmasi.</a:t>
            </a:r>
          </a:p>
        </p:txBody>
      </p:sp>
      <p:sp>
        <p:nvSpPr>
          <p:cNvPr id="8" name="">
            <a:extLst xmlns:a="http://schemas.openxmlformats.org/drawingml/2006/main">
              <a:ext uri="{FF2B5EF4-FFF2-40B4-BE49-F238E27FC236}">
                <a16:creationId xmlns:a16="http://schemas.microsoft.com/office/drawing/2014/main" id="{46925345-0387-4E2D-8B17-B95032582F1C}"/>
              </a:ext>
            </a:extLst>
          </p:cNvPr>
          <p:cNvSpPr>
            <a:spLocks xmlns:a="http://schemas.openxmlformats.org/drawingml/2006/main" noGrp="1"/>
          </p:cNvSpPr>
          <p:nvPr/>
        </p:nvSpPr>
        <p:spPr>
          <a:xfrm xmlns:a="http://schemas.openxmlformats.org/drawingml/2006/main">
            <a:off x="762000" y="5124450"/>
            <a:ext cx="10191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19050" rIns="19050" bIns="19050" anchor="ctr">
            <a:normAutofit fontScale="100000"/>
          </a:bodyPr>
          <a:lstStyle xmlns:a="http://schemas.openxmlformats.org/drawingml/2006/main">
            <a:defPPr>
              <a:defRPr sz="2100" b="1">
                <a:solidFill>
                  <a:srgbClr val="16333A"/>
                </a:solidFill>
                <a:latin typeface="Arial"/>
                <a:ea typeface="Arial"/>
                <a:cs typeface="Arial"/>
              </a:defRPr>
            </a:defPPr>
            <a:lvl1pPr>
              <a:defRPr sz="2100" b="1">
                <a:solidFill>
                  <a:srgbClr val="16333A"/>
                </a:solidFill>
                <a:latin typeface="Arial"/>
                <a:ea typeface="Arial"/>
                <a:cs typeface="Arial"/>
              </a:defRPr>
            </a:lvl1pPr>
            <a:lvl2pPr>
              <a:defRPr sz="2100" b="1">
                <a:solidFill>
                  <a:srgbClr val="16333A"/>
                </a:solidFill>
                <a:latin typeface="Arial"/>
                <a:ea typeface="Arial"/>
                <a:cs typeface="Arial"/>
              </a:defRPr>
            </a:lvl2pPr>
            <a:lvl3pPr>
              <a:defRPr sz="2100" b="1">
                <a:solidFill>
                  <a:srgbClr val="16333A"/>
                </a:solidFill>
                <a:latin typeface="Arial"/>
                <a:ea typeface="Arial"/>
                <a:cs typeface="Arial"/>
              </a:defRPr>
            </a:lvl3pPr>
            <a:lvl4pPr>
              <a:defRPr sz="2100" b="1">
                <a:solidFill>
                  <a:srgbClr val="16333A"/>
                </a:solidFill>
                <a:latin typeface="Arial"/>
                <a:ea typeface="Arial"/>
                <a:cs typeface="Arial"/>
              </a:defRPr>
            </a:lvl4pPr>
            <a:lvl5pPr>
              <a:defRPr sz="2100" b="1">
                <a:solidFill>
                  <a:srgbClr val="16333A"/>
                </a:solidFill>
                <a:latin typeface="Arial"/>
                <a:ea typeface="Arial"/>
                <a:cs typeface="Arial"/>
              </a:defRPr>
            </a:lvl5pPr>
            <a:lvl6pPr>
              <a:defRPr sz="2100" b="1">
                <a:solidFill>
                  <a:srgbClr val="16333A"/>
                </a:solidFill>
                <a:latin typeface="Arial"/>
                <a:ea typeface="Arial"/>
                <a:cs typeface="Arial"/>
              </a:defRPr>
            </a:lvl6pPr>
            <a:lvl7pPr>
              <a:defRPr sz="2100" b="1">
                <a:solidFill>
                  <a:srgbClr val="16333A"/>
                </a:solidFill>
                <a:latin typeface="Arial"/>
                <a:ea typeface="Arial"/>
                <a:cs typeface="Arial"/>
              </a:defRPr>
            </a:lvl7pPr>
            <a:lvl8pPr>
              <a:defRPr sz="2100" b="1">
                <a:solidFill>
                  <a:srgbClr val="16333A"/>
                </a:solidFill>
                <a:latin typeface="Arial"/>
                <a:ea typeface="Arial"/>
                <a:cs typeface="Arial"/>
              </a:defRPr>
            </a:lvl8pPr>
            <a:lvl9pPr>
              <a:defRPr sz="2100" b="1">
                <a:solidFill>
                  <a:srgbClr val="16333A"/>
                </a:solidFill>
                <a:latin typeface="Arial"/>
                <a:ea typeface="Arial"/>
                <a:cs typeface="Arial"/>
              </a:defRPr>
            </a:lvl9pPr>
          </a:lstStyle>
          <a:p xmlns:a="http://schemas.openxmlformats.org/drawingml/2006/main">
            <a:pPr>
              <a:defRPr sz="2100" b="1">
                <a:solidFill>
                  <a:srgbClr val="16333A"/>
                </a:solidFill>
                <a:latin typeface="Arial"/>
                <a:ea typeface="Arial"/>
                <a:cs typeface="Arial"/>
              </a:defRPr>
            </a:pPr>
            <a:r>
              <a:rPr sz="2100" b="1">
                <a:solidFill>
                  <a:srgbClr val="16333A"/>
                </a:solidFill>
                <a:latin typeface="Arial"/>
                <a:ea typeface="Arial"/>
                <a:cs typeface="Arial"/>
              </a:rPr>
              <a:t>Pertanyaan kami: berapa marker yang cukup informatif untuk riset ancestry, sebelum validasi independen?</a:t>
            </a:r>
          </a:p>
        </p:txBody>
      </p:sp>
      <p:sp>
        <p:nvSpPr>
          <p:cNvPr id="9" name="">
            <a:extLst xmlns:a="http://schemas.openxmlformats.org/drawingml/2006/main">
              <a:ext uri="{FF2B5EF4-FFF2-40B4-BE49-F238E27FC236}">
                <a16:creationId xmlns:a16="http://schemas.microsoft.com/office/drawing/2014/main" id="{A3E58239-763C-40E4-AAEC-F5CD4117A273}"/>
              </a:ext>
            </a:extLst>
          </p:cNvPr>
          <p:cNvSpPr>
            <a:spLocks xmlns:a="http://schemas.openxmlformats.org/drawingml/2006/main" noGrp="1"/>
          </p:cNvSpPr>
          <p:nvPr/>
        </p:nvSpPr>
        <p:spPr>
          <a:xfrm xmlns:a="http://schemas.openxmlformats.org/drawingml/2006/main">
            <a:off x="762000" y="5981700"/>
            <a:ext cx="1028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19050" rIns="19050" bIns="19050" anchor="ctr">
            <a:normAutofit fontScale="100000"/>
          </a:bodyPr>
          <a:lstStyle xmlns:a="http://schemas.openxmlformats.org/drawingml/2006/main">
            <a:defPPr>
              <a:defRPr sz="1200" b="0">
                <a:solidFill>
                  <a:srgbClr val="5D7273"/>
                </a:solidFill>
                <a:latin typeface="Arial"/>
                <a:ea typeface="Arial"/>
                <a:cs typeface="Arial"/>
              </a:defRPr>
            </a:defPPr>
            <a:lvl1pPr>
              <a:defRPr sz="1200" b="0">
                <a:solidFill>
                  <a:srgbClr val="5D7273"/>
                </a:solidFill>
                <a:latin typeface="Arial"/>
                <a:ea typeface="Arial"/>
                <a:cs typeface="Arial"/>
              </a:defRPr>
            </a:lvl1pPr>
            <a:lvl2pPr>
              <a:defRPr sz="1200" b="0">
                <a:solidFill>
                  <a:srgbClr val="5D7273"/>
                </a:solidFill>
                <a:latin typeface="Arial"/>
                <a:ea typeface="Arial"/>
                <a:cs typeface="Arial"/>
              </a:defRPr>
            </a:lvl2pPr>
            <a:lvl3pPr>
              <a:defRPr sz="1200" b="0">
                <a:solidFill>
                  <a:srgbClr val="5D7273"/>
                </a:solidFill>
                <a:latin typeface="Arial"/>
                <a:ea typeface="Arial"/>
                <a:cs typeface="Arial"/>
              </a:defRPr>
            </a:lvl3pPr>
            <a:lvl4pPr>
              <a:defRPr sz="1200" b="0">
                <a:solidFill>
                  <a:srgbClr val="5D7273"/>
                </a:solidFill>
                <a:latin typeface="Arial"/>
                <a:ea typeface="Arial"/>
                <a:cs typeface="Arial"/>
              </a:defRPr>
            </a:lvl4pPr>
            <a:lvl5pPr>
              <a:defRPr sz="1200" b="0">
                <a:solidFill>
                  <a:srgbClr val="5D7273"/>
                </a:solidFill>
                <a:latin typeface="Arial"/>
                <a:ea typeface="Arial"/>
                <a:cs typeface="Arial"/>
              </a:defRPr>
            </a:lvl5pPr>
            <a:lvl6pPr>
              <a:defRPr sz="1200" b="0">
                <a:solidFill>
                  <a:srgbClr val="5D7273"/>
                </a:solidFill>
                <a:latin typeface="Arial"/>
                <a:ea typeface="Arial"/>
                <a:cs typeface="Arial"/>
              </a:defRPr>
            </a:lvl6pPr>
            <a:lvl7pPr>
              <a:defRPr sz="1200" b="0">
                <a:solidFill>
                  <a:srgbClr val="5D7273"/>
                </a:solidFill>
                <a:latin typeface="Arial"/>
                <a:ea typeface="Arial"/>
                <a:cs typeface="Arial"/>
              </a:defRPr>
            </a:lvl7pPr>
            <a:lvl8pPr>
              <a:defRPr sz="1200" b="0">
                <a:solidFill>
                  <a:srgbClr val="5D7273"/>
                </a:solidFill>
                <a:latin typeface="Arial"/>
                <a:ea typeface="Arial"/>
                <a:cs typeface="Arial"/>
              </a:defRPr>
            </a:lvl8pPr>
            <a:lvl9pPr>
              <a:defRPr sz="1200" b="0">
                <a:solidFill>
                  <a:srgbClr val="5D7273"/>
                </a:solidFill>
                <a:latin typeface="Arial"/>
                <a:ea typeface="Arial"/>
                <a:cs typeface="Arial"/>
              </a:defRPr>
            </a:lvl9pPr>
          </a:lstStyle>
          <a:p xmlns:a="http://schemas.openxmlformats.org/drawingml/2006/main">
            <a:pPr>
              <a:defRPr sz="1200" b="0">
                <a:solidFill>
                  <a:srgbClr val="5D7273"/>
                </a:solidFill>
                <a:latin typeface="Arial"/>
                <a:ea typeface="Arial"/>
                <a:cs typeface="Arial"/>
              </a:defRPr>
            </a:pPr>
            <a:r>
              <a:rPr sz="1200" b="0">
                <a:solidFill>
                  <a:srgbClr val="5D7273"/>
                </a:solidFill>
                <a:latin typeface="Arial"/>
                <a:ea typeface="Arial"/>
                <a:cs typeface="Arial"/>
              </a:rPr>
              <a:t>Mohamad 2009 · Sudrajad 2020 · Wang 2025</a:t>
            </a:r>
          </a:p>
        </p:txBody>
      </p:sp>
    </p:spTree>
    <p:extLst>
      <p:ext uri="{BB962C8B-B14F-4D97-AF65-F5344CB8AC3E}">
        <p14:creationId xmlns:p14="http://schemas.microsoft.com/office/powerpoint/2010/main" val="868901533"/>
      </p:ext>
    </p:extLst>
  </p:cSld>
</p:sld>
</file>

<file path=ppt/slides/slide3.xml><?xml version="1.0" encoding="utf-8"?>
<p:sld xmlns:p="http://schemas.openxmlformats.org/presentationml/2006/main">
  <p:cSld>
    <p:bg>
      <p:bgPr>
        <a:solidFill xmlns:a="http://schemas.openxmlformats.org/drawingml/2006/main">
          <a:srgbClr val="F4F7F3"/>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E6A875D9-9C7D-47DE-A73A-AE43028F7CDE}"/>
              </a:ext>
            </a:extLst>
          </p:cNvPr>
          <p:cNvSpPr>
            <a:spLocks xmlns:a="http://schemas.openxmlformats.org/drawingml/2006/main" noGrp="1"/>
          </p:cNvSpPr>
          <p:nvPr/>
        </p:nvSpPr>
        <p:spPr>
          <a:xfrm xmlns:a="http://schemas.openxmlformats.org/drawingml/2006/main">
            <a:off x="685800" y="333375"/>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19050" rIns="19050" bIns="19050" anchor="ctr">
            <a:normAutofit fontScale="100000"/>
          </a:bodyPr>
          <a:lstStyle xmlns:a="http://schemas.openxmlformats.org/drawingml/2006/main">
            <a:defPPr>
              <a:defRPr sz="1200" b="1">
                <a:solidFill>
                  <a:srgbClr val="087E72"/>
                </a:solidFill>
                <a:latin typeface="Arial"/>
                <a:ea typeface="Arial"/>
                <a:cs typeface="Arial"/>
              </a:defRPr>
            </a:defPPr>
            <a:lvl1pPr>
              <a:defRPr sz="1200" b="1">
                <a:solidFill>
                  <a:srgbClr val="087E72"/>
                </a:solidFill>
                <a:latin typeface="Arial"/>
                <a:ea typeface="Arial"/>
                <a:cs typeface="Arial"/>
              </a:defRPr>
            </a:lvl1pPr>
            <a:lvl2pPr>
              <a:defRPr sz="1200" b="1">
                <a:solidFill>
                  <a:srgbClr val="087E72"/>
                </a:solidFill>
                <a:latin typeface="Arial"/>
                <a:ea typeface="Arial"/>
                <a:cs typeface="Arial"/>
              </a:defRPr>
            </a:lvl2pPr>
            <a:lvl3pPr>
              <a:defRPr sz="1200" b="1">
                <a:solidFill>
                  <a:srgbClr val="087E72"/>
                </a:solidFill>
                <a:latin typeface="Arial"/>
                <a:ea typeface="Arial"/>
                <a:cs typeface="Arial"/>
              </a:defRPr>
            </a:lvl3pPr>
            <a:lvl4pPr>
              <a:defRPr sz="1200" b="1">
                <a:solidFill>
                  <a:srgbClr val="087E72"/>
                </a:solidFill>
                <a:latin typeface="Arial"/>
                <a:ea typeface="Arial"/>
                <a:cs typeface="Arial"/>
              </a:defRPr>
            </a:lvl4pPr>
            <a:lvl5pPr>
              <a:defRPr sz="1200" b="1">
                <a:solidFill>
                  <a:srgbClr val="087E72"/>
                </a:solidFill>
                <a:latin typeface="Arial"/>
                <a:ea typeface="Arial"/>
                <a:cs typeface="Arial"/>
              </a:defRPr>
            </a:lvl5pPr>
            <a:lvl6pPr>
              <a:defRPr sz="1200" b="1">
                <a:solidFill>
                  <a:srgbClr val="087E72"/>
                </a:solidFill>
                <a:latin typeface="Arial"/>
                <a:ea typeface="Arial"/>
                <a:cs typeface="Arial"/>
              </a:defRPr>
            </a:lvl6pPr>
            <a:lvl7pPr>
              <a:defRPr sz="1200" b="1">
                <a:solidFill>
                  <a:srgbClr val="087E72"/>
                </a:solidFill>
                <a:latin typeface="Arial"/>
                <a:ea typeface="Arial"/>
                <a:cs typeface="Arial"/>
              </a:defRPr>
            </a:lvl7pPr>
            <a:lvl8pPr>
              <a:defRPr sz="1200" b="1">
                <a:solidFill>
                  <a:srgbClr val="087E72"/>
                </a:solidFill>
                <a:latin typeface="Arial"/>
                <a:ea typeface="Arial"/>
                <a:cs typeface="Arial"/>
              </a:defRPr>
            </a:lvl8pPr>
            <a:lvl9pPr>
              <a:defRPr sz="1200" b="1">
                <a:solidFill>
                  <a:srgbClr val="087E72"/>
                </a:solidFill>
                <a:latin typeface="Arial"/>
                <a:ea typeface="Arial"/>
                <a:cs typeface="Arial"/>
              </a:defRPr>
            </a:lvl9pPr>
          </a:lstStyle>
          <a:p xmlns:a="http://schemas.openxmlformats.org/drawingml/2006/main">
            <a:pPr>
              <a:defRPr sz="1200" b="1">
                <a:solidFill>
                  <a:srgbClr val="087E72"/>
                </a:solidFill>
                <a:latin typeface="Arial"/>
                <a:ea typeface="Arial"/>
                <a:cs typeface="Arial"/>
              </a:defRPr>
            </a:pPr>
            <a:r>
              <a:rPr sz="1200" b="1">
                <a:solidFill>
                  <a:srgbClr val="087E72"/>
                </a:solidFill>
                <a:latin typeface="Arial"/>
                <a:ea typeface="Arial"/>
                <a:cs typeface="Arial"/>
              </a:rPr>
              <a:t>CUSTOMER / PAIN / VALIDASI</a:t>
            </a:r>
          </a:p>
        </p:txBody>
      </p:sp>
      <p:sp>
        <p:nvSpPr>
          <p:cNvPr id="2" name="">
            <a:extLst xmlns:a="http://schemas.openxmlformats.org/drawingml/2006/main">
              <a:ext uri="{FF2B5EF4-FFF2-40B4-BE49-F238E27FC236}">
                <a16:creationId xmlns:a16="http://schemas.microsoft.com/office/drawing/2014/main" id="{E6149F24-E291-4AFD-9003-321DB539610B}"/>
              </a:ext>
            </a:extLst>
          </p:cNvPr>
          <p:cNvSpPr>
            <a:spLocks xmlns:a="http://schemas.openxmlformats.org/drawingml/2006/main" noGrp="1"/>
          </p:cNvSpPr>
          <p:nvPr/>
        </p:nvSpPr>
        <p:spPr>
          <a:xfrm xmlns:a="http://schemas.openxmlformats.org/drawingml/2006/main">
            <a:off x="685800" y="733425"/>
            <a:ext cx="10668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19050" rIns="19050" bIns="19050" anchor="ctr">
            <a:normAutofit fontScale="100000"/>
          </a:bodyPr>
          <a:lstStyle xmlns:a="http://schemas.openxmlformats.org/drawingml/2006/main">
            <a:defPPr>
              <a:defRPr sz="3300" b="1">
                <a:solidFill>
                  <a:srgbClr val="16333A"/>
                </a:solidFill>
                <a:latin typeface="Arial"/>
                <a:ea typeface="Arial"/>
                <a:cs typeface="Arial"/>
              </a:defRPr>
            </a:defPPr>
            <a:lvl1pPr>
              <a:defRPr sz="3300" b="1">
                <a:solidFill>
                  <a:srgbClr val="16333A"/>
                </a:solidFill>
                <a:latin typeface="Arial"/>
                <a:ea typeface="Arial"/>
                <a:cs typeface="Arial"/>
              </a:defRPr>
            </a:lvl1pPr>
            <a:lvl2pPr>
              <a:defRPr sz="3300" b="1">
                <a:solidFill>
                  <a:srgbClr val="16333A"/>
                </a:solidFill>
                <a:latin typeface="Arial"/>
                <a:ea typeface="Arial"/>
                <a:cs typeface="Arial"/>
              </a:defRPr>
            </a:lvl2pPr>
            <a:lvl3pPr>
              <a:defRPr sz="3300" b="1">
                <a:solidFill>
                  <a:srgbClr val="16333A"/>
                </a:solidFill>
                <a:latin typeface="Arial"/>
                <a:ea typeface="Arial"/>
                <a:cs typeface="Arial"/>
              </a:defRPr>
            </a:lvl3pPr>
            <a:lvl4pPr>
              <a:defRPr sz="3300" b="1">
                <a:solidFill>
                  <a:srgbClr val="16333A"/>
                </a:solidFill>
                <a:latin typeface="Arial"/>
                <a:ea typeface="Arial"/>
                <a:cs typeface="Arial"/>
              </a:defRPr>
            </a:lvl4pPr>
            <a:lvl5pPr>
              <a:defRPr sz="3300" b="1">
                <a:solidFill>
                  <a:srgbClr val="16333A"/>
                </a:solidFill>
                <a:latin typeface="Arial"/>
                <a:ea typeface="Arial"/>
                <a:cs typeface="Arial"/>
              </a:defRPr>
            </a:lvl5pPr>
            <a:lvl6pPr>
              <a:defRPr sz="3300" b="1">
                <a:solidFill>
                  <a:srgbClr val="16333A"/>
                </a:solidFill>
                <a:latin typeface="Arial"/>
                <a:ea typeface="Arial"/>
                <a:cs typeface="Arial"/>
              </a:defRPr>
            </a:lvl6pPr>
            <a:lvl7pPr>
              <a:defRPr sz="3300" b="1">
                <a:solidFill>
                  <a:srgbClr val="16333A"/>
                </a:solidFill>
                <a:latin typeface="Arial"/>
                <a:ea typeface="Arial"/>
                <a:cs typeface="Arial"/>
              </a:defRPr>
            </a:lvl7pPr>
            <a:lvl8pPr>
              <a:defRPr sz="3300" b="1">
                <a:solidFill>
                  <a:srgbClr val="16333A"/>
                </a:solidFill>
                <a:latin typeface="Arial"/>
                <a:ea typeface="Arial"/>
                <a:cs typeface="Arial"/>
              </a:defRPr>
            </a:lvl8pPr>
            <a:lvl9pPr>
              <a:defRPr sz="3300" b="1">
                <a:solidFill>
                  <a:srgbClr val="16333A"/>
                </a:solidFill>
                <a:latin typeface="Arial"/>
                <a:ea typeface="Arial"/>
                <a:cs typeface="Arial"/>
              </a:defRPr>
            </a:lvl9pPr>
          </a:lstStyle>
          <a:p xmlns:a="http://schemas.openxmlformats.org/drawingml/2006/main">
            <a:pPr>
              <a:defRPr sz="3300" b="1">
                <a:solidFill>
                  <a:srgbClr val="16333A"/>
                </a:solidFill>
                <a:latin typeface="Arial"/>
                <a:ea typeface="Arial"/>
                <a:cs typeface="Arial"/>
              </a:defRPr>
            </a:pPr>
            <a:r>
              <a:rPr sz="3300" b="1">
                <a:solidFill>
                  <a:srgbClr val="16333A"/>
                </a:solidFill>
                <a:latin typeface="Arial"/>
                <a:ea typeface="Arial"/>
                <a:cs typeface="Arial"/>
              </a:rPr>
              <a:t>Pengguna dan kebutuhan yang akan diuji</a:t>
            </a:r>
          </a:p>
        </p:txBody>
      </p:sp>
      <p:sp>
        <p:nvSpPr>
          <p:cNvPr id="3" name="">
            <a:extLst xmlns:a="http://schemas.openxmlformats.org/drawingml/2006/main">
              <a:ext uri="{FF2B5EF4-FFF2-40B4-BE49-F238E27FC236}">
                <a16:creationId xmlns:a16="http://schemas.microsoft.com/office/drawing/2014/main" id="{EA0AD6B1-783E-4E89-AD48-8F0305645A61}"/>
              </a:ext>
            </a:extLst>
          </p:cNvPr>
          <p:cNvSpPr>
            <a:spLocks xmlns:a="http://schemas.openxmlformats.org/drawingml/2006/main" noGrp="1"/>
          </p:cNvSpPr>
          <p:nvPr/>
        </p:nvSpPr>
        <p:spPr>
          <a:xfrm xmlns:a="http://schemas.openxmlformats.org/drawingml/2006/main">
            <a:off x="685800" y="6448425"/>
            <a:ext cx="9239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19050" rIns="19050" bIns="19050" anchor="ctr">
            <a:normAutofit fontScale="100000"/>
          </a:bodyPr>
          <a:lstStyle xmlns:a="http://schemas.openxmlformats.org/drawingml/2006/main">
            <a:defPPr>
              <a:defRPr sz="975" b="0">
                <a:solidFill>
                  <a:srgbClr val="5D7273"/>
                </a:solidFill>
                <a:latin typeface="Arial"/>
                <a:ea typeface="Arial"/>
                <a:cs typeface="Arial"/>
              </a:defRPr>
            </a:defPPr>
            <a:lvl1pPr>
              <a:defRPr sz="975" b="0">
                <a:solidFill>
                  <a:srgbClr val="5D7273"/>
                </a:solidFill>
                <a:latin typeface="Arial"/>
                <a:ea typeface="Arial"/>
                <a:cs typeface="Arial"/>
              </a:defRPr>
            </a:lvl1pPr>
            <a:lvl2pPr>
              <a:defRPr sz="975" b="0">
                <a:solidFill>
                  <a:srgbClr val="5D7273"/>
                </a:solidFill>
                <a:latin typeface="Arial"/>
                <a:ea typeface="Arial"/>
                <a:cs typeface="Arial"/>
              </a:defRPr>
            </a:lvl2pPr>
            <a:lvl3pPr>
              <a:defRPr sz="975" b="0">
                <a:solidFill>
                  <a:srgbClr val="5D7273"/>
                </a:solidFill>
                <a:latin typeface="Arial"/>
                <a:ea typeface="Arial"/>
                <a:cs typeface="Arial"/>
              </a:defRPr>
            </a:lvl3pPr>
            <a:lvl4pPr>
              <a:defRPr sz="975" b="0">
                <a:solidFill>
                  <a:srgbClr val="5D7273"/>
                </a:solidFill>
                <a:latin typeface="Arial"/>
                <a:ea typeface="Arial"/>
                <a:cs typeface="Arial"/>
              </a:defRPr>
            </a:lvl4pPr>
            <a:lvl5pPr>
              <a:defRPr sz="975" b="0">
                <a:solidFill>
                  <a:srgbClr val="5D7273"/>
                </a:solidFill>
                <a:latin typeface="Arial"/>
                <a:ea typeface="Arial"/>
                <a:cs typeface="Arial"/>
              </a:defRPr>
            </a:lvl5pPr>
            <a:lvl6pPr>
              <a:defRPr sz="975" b="0">
                <a:solidFill>
                  <a:srgbClr val="5D7273"/>
                </a:solidFill>
                <a:latin typeface="Arial"/>
                <a:ea typeface="Arial"/>
                <a:cs typeface="Arial"/>
              </a:defRPr>
            </a:lvl6pPr>
            <a:lvl7pPr>
              <a:defRPr sz="975" b="0">
                <a:solidFill>
                  <a:srgbClr val="5D7273"/>
                </a:solidFill>
                <a:latin typeface="Arial"/>
                <a:ea typeface="Arial"/>
                <a:cs typeface="Arial"/>
              </a:defRPr>
            </a:lvl7pPr>
            <a:lvl8pPr>
              <a:defRPr sz="975" b="0">
                <a:solidFill>
                  <a:srgbClr val="5D7273"/>
                </a:solidFill>
                <a:latin typeface="Arial"/>
                <a:ea typeface="Arial"/>
                <a:cs typeface="Arial"/>
              </a:defRPr>
            </a:lvl8pPr>
            <a:lvl9pPr>
              <a:defRPr sz="975" b="0">
                <a:solidFill>
                  <a:srgbClr val="5D7273"/>
                </a:solidFill>
                <a:latin typeface="Arial"/>
                <a:ea typeface="Arial"/>
                <a:cs typeface="Arial"/>
              </a:defRPr>
            </a:lvl9pPr>
          </a:lstStyle>
          <a:p xmlns:a="http://schemas.openxmlformats.org/drawingml/2006/main">
            <a:pPr>
              <a:defRPr sz="975" b="0">
                <a:solidFill>
                  <a:srgbClr val="5D7273"/>
                </a:solidFill>
                <a:latin typeface="Arial"/>
                <a:ea typeface="Arial"/>
                <a:cs typeface="Arial"/>
              </a:defRPr>
            </a:pPr>
            <a:r>
              <a:rPr sz="975" b="0">
                <a:solidFill>
                  <a:srgbClr val="5D7273"/>
                </a:solidFill>
                <a:latin typeface="Arial"/>
                <a:ea typeface="Arial"/>
                <a:cs typeface="Arial"/>
              </a:rPr>
              <a:t>EXASTRA · GENOHACK 2026 · RISET KOMPUTASIONAL</a:t>
            </a:r>
          </a:p>
        </p:txBody>
      </p:sp>
      <p:sp>
        <p:nvSpPr>
          <p:cNvPr id="4" name="">
            <a:extLst xmlns:a="http://schemas.openxmlformats.org/drawingml/2006/main">
              <a:ext uri="{FF2B5EF4-FFF2-40B4-BE49-F238E27FC236}">
                <a16:creationId xmlns:a16="http://schemas.microsoft.com/office/drawing/2014/main" id="{095049C9-C97B-43EB-96D0-2BC123DA8A39}"/>
              </a:ext>
            </a:extLst>
          </p:cNvPr>
          <p:cNvSpPr>
            <a:spLocks xmlns:a="http://schemas.openxmlformats.org/drawingml/2006/main" noGrp="1"/>
          </p:cNvSpPr>
          <p:nvPr/>
        </p:nvSpPr>
        <p:spPr>
          <a:xfrm xmlns:a="http://schemas.openxmlformats.org/drawingml/2006/main">
            <a:off x="11125200" y="6448425"/>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19050" rIns="19050" bIns="19050" anchor="ctr">
            <a:normAutofit fontScale="100000"/>
          </a:bodyPr>
          <a:lstStyle xmlns:a="http://schemas.openxmlformats.org/drawingml/2006/main">
            <a:defPPr>
              <a:defRPr sz="1050" b="1">
                <a:solidFill>
                  <a:srgbClr val="5D7273"/>
                </a:solidFill>
                <a:latin typeface="Arial"/>
                <a:ea typeface="Arial"/>
                <a:cs typeface="Arial"/>
              </a:defRPr>
            </a:defPPr>
            <a:lvl1pPr>
              <a:defRPr sz="1050" b="1">
                <a:solidFill>
                  <a:srgbClr val="5D7273"/>
                </a:solidFill>
                <a:latin typeface="Arial"/>
                <a:ea typeface="Arial"/>
                <a:cs typeface="Arial"/>
              </a:defRPr>
            </a:lvl1pPr>
            <a:lvl2pPr>
              <a:defRPr sz="1050" b="1">
                <a:solidFill>
                  <a:srgbClr val="5D7273"/>
                </a:solidFill>
                <a:latin typeface="Arial"/>
                <a:ea typeface="Arial"/>
                <a:cs typeface="Arial"/>
              </a:defRPr>
            </a:lvl2pPr>
            <a:lvl3pPr>
              <a:defRPr sz="1050" b="1">
                <a:solidFill>
                  <a:srgbClr val="5D7273"/>
                </a:solidFill>
                <a:latin typeface="Arial"/>
                <a:ea typeface="Arial"/>
                <a:cs typeface="Arial"/>
              </a:defRPr>
            </a:lvl3pPr>
            <a:lvl4pPr>
              <a:defRPr sz="1050" b="1">
                <a:solidFill>
                  <a:srgbClr val="5D7273"/>
                </a:solidFill>
                <a:latin typeface="Arial"/>
                <a:ea typeface="Arial"/>
                <a:cs typeface="Arial"/>
              </a:defRPr>
            </a:lvl4pPr>
            <a:lvl5pPr>
              <a:defRPr sz="1050" b="1">
                <a:solidFill>
                  <a:srgbClr val="5D7273"/>
                </a:solidFill>
                <a:latin typeface="Arial"/>
                <a:ea typeface="Arial"/>
                <a:cs typeface="Arial"/>
              </a:defRPr>
            </a:lvl5pPr>
            <a:lvl6pPr>
              <a:defRPr sz="1050" b="1">
                <a:solidFill>
                  <a:srgbClr val="5D7273"/>
                </a:solidFill>
                <a:latin typeface="Arial"/>
                <a:ea typeface="Arial"/>
                <a:cs typeface="Arial"/>
              </a:defRPr>
            </a:lvl6pPr>
            <a:lvl7pPr>
              <a:defRPr sz="1050" b="1">
                <a:solidFill>
                  <a:srgbClr val="5D7273"/>
                </a:solidFill>
                <a:latin typeface="Arial"/>
                <a:ea typeface="Arial"/>
                <a:cs typeface="Arial"/>
              </a:defRPr>
            </a:lvl7pPr>
            <a:lvl8pPr>
              <a:defRPr sz="1050" b="1">
                <a:solidFill>
                  <a:srgbClr val="5D7273"/>
                </a:solidFill>
                <a:latin typeface="Arial"/>
                <a:ea typeface="Arial"/>
                <a:cs typeface="Arial"/>
              </a:defRPr>
            </a:lvl8pPr>
            <a:lvl9pPr>
              <a:defRPr sz="1050" b="1">
                <a:solidFill>
                  <a:srgbClr val="5D7273"/>
                </a:solidFill>
                <a:latin typeface="Arial"/>
                <a:ea typeface="Arial"/>
                <a:cs typeface="Arial"/>
              </a:defRPr>
            </a:lvl9pPr>
          </a:lstStyle>
          <a:p xmlns:a="http://schemas.openxmlformats.org/drawingml/2006/main">
            <a:pPr>
              <a:defRPr sz="1050" b="1">
                <a:solidFill>
                  <a:srgbClr val="5D7273"/>
                </a:solidFill>
                <a:latin typeface="Arial"/>
                <a:ea typeface="Arial"/>
                <a:cs typeface="Arial"/>
              </a:defRPr>
            </a:pPr>
            <a:r>
              <a:rPr sz="1050" b="1">
                <a:solidFill>
                  <a:srgbClr val="5D7273"/>
                </a:solidFill>
                <a:latin typeface="Arial"/>
                <a:ea typeface="Arial"/>
                <a:cs typeface="Arial"/>
              </a:rPr>
              <a:t>03</a:t>
            </a:r>
          </a:p>
        </p:txBody>
      </p:sp>
      <p:sp>
        <p:nvSpPr>
          <p:cNvPr id="5" name="">
            <a:extLst xmlns:a="http://schemas.openxmlformats.org/drawingml/2006/main">
              <a:ext uri="{FF2B5EF4-FFF2-40B4-BE49-F238E27FC236}">
                <a16:creationId xmlns:a16="http://schemas.microsoft.com/office/drawing/2014/main" id="{95D4FFE0-DD42-4CC6-AA70-80E93011D8D9}"/>
              </a:ext>
            </a:extLst>
          </p:cNvPr>
          <p:cNvSpPr>
            <a:spLocks xmlns:a="http://schemas.openxmlformats.org/drawingml/2006/main" noGrp="1"/>
          </p:cNvSpPr>
          <p:nvPr/>
        </p:nvSpPr>
        <p:spPr>
          <a:xfrm xmlns:a="http://schemas.openxmlformats.org/drawingml/2006/main">
            <a:off x="762000" y="1990725"/>
            <a:ext cx="428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19050" rIns="19050" bIns="19050" anchor="ctr">
            <a:normAutofit fontScale="100000"/>
          </a:bodyPr>
          <a:lstStyle xmlns:a="http://schemas.openxmlformats.org/drawingml/2006/main">
            <a:defPPr>
              <a:defRPr sz="1350" b="1">
                <a:solidFill>
                  <a:srgbClr val="087E72"/>
                </a:solidFill>
                <a:latin typeface="Arial"/>
                <a:ea typeface="Arial"/>
                <a:cs typeface="Arial"/>
              </a:defRPr>
            </a:defPPr>
            <a:lvl1pPr>
              <a:defRPr sz="1350" b="1">
                <a:solidFill>
                  <a:srgbClr val="087E72"/>
                </a:solidFill>
                <a:latin typeface="Arial"/>
                <a:ea typeface="Arial"/>
                <a:cs typeface="Arial"/>
              </a:defRPr>
            </a:lvl1pPr>
            <a:lvl2pPr>
              <a:defRPr sz="1350" b="1">
                <a:solidFill>
                  <a:srgbClr val="087E72"/>
                </a:solidFill>
                <a:latin typeface="Arial"/>
                <a:ea typeface="Arial"/>
                <a:cs typeface="Arial"/>
              </a:defRPr>
            </a:lvl2pPr>
            <a:lvl3pPr>
              <a:defRPr sz="1350" b="1">
                <a:solidFill>
                  <a:srgbClr val="087E72"/>
                </a:solidFill>
                <a:latin typeface="Arial"/>
                <a:ea typeface="Arial"/>
                <a:cs typeface="Arial"/>
              </a:defRPr>
            </a:lvl3pPr>
            <a:lvl4pPr>
              <a:defRPr sz="1350" b="1">
                <a:solidFill>
                  <a:srgbClr val="087E72"/>
                </a:solidFill>
                <a:latin typeface="Arial"/>
                <a:ea typeface="Arial"/>
                <a:cs typeface="Arial"/>
              </a:defRPr>
            </a:lvl4pPr>
            <a:lvl5pPr>
              <a:defRPr sz="1350" b="1">
                <a:solidFill>
                  <a:srgbClr val="087E72"/>
                </a:solidFill>
                <a:latin typeface="Arial"/>
                <a:ea typeface="Arial"/>
                <a:cs typeface="Arial"/>
              </a:defRPr>
            </a:lvl5pPr>
            <a:lvl6pPr>
              <a:defRPr sz="1350" b="1">
                <a:solidFill>
                  <a:srgbClr val="087E72"/>
                </a:solidFill>
                <a:latin typeface="Arial"/>
                <a:ea typeface="Arial"/>
                <a:cs typeface="Arial"/>
              </a:defRPr>
            </a:lvl6pPr>
            <a:lvl7pPr>
              <a:defRPr sz="1350" b="1">
                <a:solidFill>
                  <a:srgbClr val="087E72"/>
                </a:solidFill>
                <a:latin typeface="Arial"/>
                <a:ea typeface="Arial"/>
                <a:cs typeface="Arial"/>
              </a:defRPr>
            </a:lvl7pPr>
            <a:lvl8pPr>
              <a:defRPr sz="1350" b="1">
                <a:solidFill>
                  <a:srgbClr val="087E72"/>
                </a:solidFill>
                <a:latin typeface="Arial"/>
                <a:ea typeface="Arial"/>
                <a:cs typeface="Arial"/>
              </a:defRPr>
            </a:lvl8pPr>
            <a:lvl9pPr>
              <a:defRPr sz="1350" b="1">
                <a:solidFill>
                  <a:srgbClr val="087E72"/>
                </a:solidFill>
                <a:latin typeface="Arial"/>
                <a:ea typeface="Arial"/>
                <a:cs typeface="Arial"/>
              </a:defRPr>
            </a:lvl9pPr>
          </a:lstStyle>
          <a:p xmlns:a="http://schemas.openxmlformats.org/drawingml/2006/main">
            <a:pPr>
              <a:defRPr sz="1350" b="1">
                <a:solidFill>
                  <a:srgbClr val="087E72"/>
                </a:solidFill>
                <a:latin typeface="Arial"/>
                <a:ea typeface="Arial"/>
                <a:cs typeface="Arial"/>
              </a:defRPr>
            </a:pPr>
            <a:r>
              <a:rPr sz="1350" b="1">
                <a:solidFill>
                  <a:srgbClr val="087E72"/>
                </a:solidFill>
                <a:latin typeface="Arial"/>
                <a:ea typeface="Arial"/>
                <a:cs typeface="Arial"/>
              </a:rPr>
              <a:t>PENGGUNA</a:t>
            </a:r>
          </a:p>
        </p:txBody>
      </p:sp>
      <p:sp>
        <p:nvSpPr>
          <p:cNvPr id="6" name="">
            <a:extLst xmlns:a="http://schemas.openxmlformats.org/drawingml/2006/main">
              <a:ext uri="{FF2B5EF4-FFF2-40B4-BE49-F238E27FC236}">
                <a16:creationId xmlns:a16="http://schemas.microsoft.com/office/drawing/2014/main" id="{1738BAFE-9563-4B86-9C23-E4C82E8CDF72}"/>
              </a:ext>
            </a:extLst>
          </p:cNvPr>
          <p:cNvSpPr>
            <a:spLocks xmlns:a="http://schemas.openxmlformats.org/drawingml/2006/main" noGrp="1"/>
          </p:cNvSpPr>
          <p:nvPr/>
        </p:nvSpPr>
        <p:spPr>
          <a:xfrm xmlns:a="http://schemas.openxmlformats.org/drawingml/2006/main">
            <a:off x="762000" y="2419350"/>
            <a:ext cx="4667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19050" rIns="19050" bIns="19050" anchor="ctr">
            <a:normAutofit fontScale="100000"/>
          </a:bodyPr>
          <a:lstStyle xmlns:a="http://schemas.openxmlformats.org/drawingml/2006/main">
            <a:defPPr>
              <a:defRPr sz="2325" b="1">
                <a:solidFill>
                  <a:srgbClr val="16333A"/>
                </a:solidFill>
                <a:latin typeface="Arial"/>
                <a:ea typeface="Arial"/>
                <a:cs typeface="Arial"/>
              </a:defRPr>
            </a:defPPr>
            <a:lvl1pPr>
              <a:defRPr sz="2325" b="1">
                <a:solidFill>
                  <a:srgbClr val="16333A"/>
                </a:solidFill>
                <a:latin typeface="Arial"/>
                <a:ea typeface="Arial"/>
                <a:cs typeface="Arial"/>
              </a:defRPr>
            </a:lvl1pPr>
            <a:lvl2pPr>
              <a:defRPr sz="2325" b="1">
                <a:solidFill>
                  <a:srgbClr val="16333A"/>
                </a:solidFill>
                <a:latin typeface="Arial"/>
                <a:ea typeface="Arial"/>
                <a:cs typeface="Arial"/>
              </a:defRPr>
            </a:lvl2pPr>
            <a:lvl3pPr>
              <a:defRPr sz="2325" b="1">
                <a:solidFill>
                  <a:srgbClr val="16333A"/>
                </a:solidFill>
                <a:latin typeface="Arial"/>
                <a:ea typeface="Arial"/>
                <a:cs typeface="Arial"/>
              </a:defRPr>
            </a:lvl3pPr>
            <a:lvl4pPr>
              <a:defRPr sz="2325" b="1">
                <a:solidFill>
                  <a:srgbClr val="16333A"/>
                </a:solidFill>
                <a:latin typeface="Arial"/>
                <a:ea typeface="Arial"/>
                <a:cs typeface="Arial"/>
              </a:defRPr>
            </a:lvl4pPr>
            <a:lvl5pPr>
              <a:defRPr sz="2325" b="1">
                <a:solidFill>
                  <a:srgbClr val="16333A"/>
                </a:solidFill>
                <a:latin typeface="Arial"/>
                <a:ea typeface="Arial"/>
                <a:cs typeface="Arial"/>
              </a:defRPr>
            </a:lvl5pPr>
            <a:lvl6pPr>
              <a:defRPr sz="2325" b="1">
                <a:solidFill>
                  <a:srgbClr val="16333A"/>
                </a:solidFill>
                <a:latin typeface="Arial"/>
                <a:ea typeface="Arial"/>
                <a:cs typeface="Arial"/>
              </a:defRPr>
            </a:lvl6pPr>
            <a:lvl7pPr>
              <a:defRPr sz="2325" b="1">
                <a:solidFill>
                  <a:srgbClr val="16333A"/>
                </a:solidFill>
                <a:latin typeface="Arial"/>
                <a:ea typeface="Arial"/>
                <a:cs typeface="Arial"/>
              </a:defRPr>
            </a:lvl7pPr>
            <a:lvl8pPr>
              <a:defRPr sz="2325" b="1">
                <a:solidFill>
                  <a:srgbClr val="16333A"/>
                </a:solidFill>
                <a:latin typeface="Arial"/>
                <a:ea typeface="Arial"/>
                <a:cs typeface="Arial"/>
              </a:defRPr>
            </a:lvl8pPr>
            <a:lvl9pPr>
              <a:defRPr sz="2325" b="1">
                <a:solidFill>
                  <a:srgbClr val="16333A"/>
                </a:solidFill>
                <a:latin typeface="Arial"/>
                <a:ea typeface="Arial"/>
                <a:cs typeface="Arial"/>
              </a:defRPr>
            </a:lvl9pPr>
          </a:lstStyle>
          <a:p xmlns:a="http://schemas.openxmlformats.org/drawingml/2006/main">
            <a:pPr>
              <a:defRPr sz="2325" b="1">
                <a:solidFill>
                  <a:srgbClr val="16333A"/>
                </a:solidFill>
                <a:latin typeface="Arial"/>
                <a:ea typeface="Arial"/>
                <a:cs typeface="Arial"/>
              </a:defRPr>
            </a:pPr>
            <a:r>
              <a:rPr sz="2325" b="1">
                <a:solidFill>
                  <a:srgbClr val="16333A"/>
                </a:solidFill>
                <a:latin typeface="Arial"/>
                <a:ea typeface="Arial"/>
                <a:cs typeface="Arial"/>
              </a:rPr>
              <a:t>Analis genetika ternak</a:t>
            </a:r>
          </a:p>
          <a:p xmlns:a="http://schemas.openxmlformats.org/drawingml/2006/main">
            <a:pPr>
              <a:defRPr sz="2325" b="1">
                <a:solidFill>
                  <a:srgbClr val="16333A"/>
                </a:solidFill>
                <a:latin typeface="Arial"/>
                <a:ea typeface="Arial"/>
                <a:cs typeface="Arial"/>
              </a:defRPr>
            </a:pPr>
            <a:r>
              <a:rPr sz="2325" b="1">
                <a:solidFill>
                  <a:srgbClr val="16333A"/>
                </a:solidFill>
                <a:latin typeface="Arial"/>
                <a:ea typeface="Arial"/>
                <a:cs typeface="Arial"/>
              </a:rPr>
              <a:t>dan peneliti pemuliaan</a:t>
            </a:r>
          </a:p>
        </p:txBody>
      </p:sp>
      <p:sp>
        <p:nvSpPr>
          <p:cNvPr id="7" name="">
            <a:extLst xmlns:a="http://schemas.openxmlformats.org/drawingml/2006/main">
              <a:ext uri="{FF2B5EF4-FFF2-40B4-BE49-F238E27FC236}">
                <a16:creationId xmlns:a16="http://schemas.microsoft.com/office/drawing/2014/main" id="{984DE0D4-1399-427A-884D-6B6A5EBF1906}"/>
              </a:ext>
            </a:extLst>
          </p:cNvPr>
          <p:cNvSpPr>
            <a:spLocks xmlns:a="http://schemas.openxmlformats.org/drawingml/2006/main" noGrp="1"/>
          </p:cNvSpPr>
          <p:nvPr/>
        </p:nvSpPr>
        <p:spPr>
          <a:xfrm xmlns:a="http://schemas.openxmlformats.org/drawingml/2006/main">
            <a:off x="6343650" y="1990725"/>
            <a:ext cx="4667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19050" rIns="19050" bIns="19050" anchor="ctr">
            <a:normAutofit fontScale="100000"/>
          </a:bodyPr>
          <a:lstStyle xmlns:a="http://schemas.openxmlformats.org/drawingml/2006/main">
            <a:defPPr>
              <a:defRPr sz="1350" b="1">
                <a:solidFill>
                  <a:srgbClr val="087E72"/>
                </a:solidFill>
                <a:latin typeface="Arial"/>
                <a:ea typeface="Arial"/>
                <a:cs typeface="Arial"/>
              </a:defRPr>
            </a:defPPr>
            <a:lvl1pPr>
              <a:defRPr sz="1350" b="1">
                <a:solidFill>
                  <a:srgbClr val="087E72"/>
                </a:solidFill>
                <a:latin typeface="Arial"/>
                <a:ea typeface="Arial"/>
                <a:cs typeface="Arial"/>
              </a:defRPr>
            </a:lvl1pPr>
            <a:lvl2pPr>
              <a:defRPr sz="1350" b="1">
                <a:solidFill>
                  <a:srgbClr val="087E72"/>
                </a:solidFill>
                <a:latin typeface="Arial"/>
                <a:ea typeface="Arial"/>
                <a:cs typeface="Arial"/>
              </a:defRPr>
            </a:lvl2pPr>
            <a:lvl3pPr>
              <a:defRPr sz="1350" b="1">
                <a:solidFill>
                  <a:srgbClr val="087E72"/>
                </a:solidFill>
                <a:latin typeface="Arial"/>
                <a:ea typeface="Arial"/>
                <a:cs typeface="Arial"/>
              </a:defRPr>
            </a:lvl3pPr>
            <a:lvl4pPr>
              <a:defRPr sz="1350" b="1">
                <a:solidFill>
                  <a:srgbClr val="087E72"/>
                </a:solidFill>
                <a:latin typeface="Arial"/>
                <a:ea typeface="Arial"/>
                <a:cs typeface="Arial"/>
              </a:defRPr>
            </a:lvl4pPr>
            <a:lvl5pPr>
              <a:defRPr sz="1350" b="1">
                <a:solidFill>
                  <a:srgbClr val="087E72"/>
                </a:solidFill>
                <a:latin typeface="Arial"/>
                <a:ea typeface="Arial"/>
                <a:cs typeface="Arial"/>
              </a:defRPr>
            </a:lvl5pPr>
            <a:lvl6pPr>
              <a:defRPr sz="1350" b="1">
                <a:solidFill>
                  <a:srgbClr val="087E72"/>
                </a:solidFill>
                <a:latin typeface="Arial"/>
                <a:ea typeface="Arial"/>
                <a:cs typeface="Arial"/>
              </a:defRPr>
            </a:lvl6pPr>
            <a:lvl7pPr>
              <a:defRPr sz="1350" b="1">
                <a:solidFill>
                  <a:srgbClr val="087E72"/>
                </a:solidFill>
                <a:latin typeface="Arial"/>
                <a:ea typeface="Arial"/>
                <a:cs typeface="Arial"/>
              </a:defRPr>
            </a:lvl7pPr>
            <a:lvl8pPr>
              <a:defRPr sz="1350" b="1">
                <a:solidFill>
                  <a:srgbClr val="087E72"/>
                </a:solidFill>
                <a:latin typeface="Arial"/>
                <a:ea typeface="Arial"/>
                <a:cs typeface="Arial"/>
              </a:defRPr>
            </a:lvl8pPr>
            <a:lvl9pPr>
              <a:defRPr sz="1350" b="1">
                <a:solidFill>
                  <a:srgbClr val="087E72"/>
                </a:solidFill>
                <a:latin typeface="Arial"/>
                <a:ea typeface="Arial"/>
                <a:cs typeface="Arial"/>
              </a:defRPr>
            </a:lvl9pPr>
          </a:lstStyle>
          <a:p xmlns:a="http://schemas.openxmlformats.org/drawingml/2006/main">
            <a:pPr>
              <a:defRPr sz="1350" b="1">
                <a:solidFill>
                  <a:srgbClr val="087E72"/>
                </a:solidFill>
                <a:latin typeface="Arial"/>
                <a:ea typeface="Arial"/>
                <a:cs typeface="Arial"/>
              </a:defRPr>
            </a:pPr>
            <a:r>
              <a:rPr sz="1350" b="1">
                <a:solidFill>
                  <a:srgbClr val="087E72"/>
                </a:solidFill>
                <a:latin typeface="Arial"/>
                <a:ea typeface="Arial"/>
                <a:cs typeface="Arial"/>
              </a:rPr>
              <a:t>PEMBELI / CHAMPION</a:t>
            </a:r>
          </a:p>
        </p:txBody>
      </p:sp>
      <p:sp>
        <p:nvSpPr>
          <p:cNvPr id="8" name="">
            <a:extLst xmlns:a="http://schemas.openxmlformats.org/drawingml/2006/main">
              <a:ext uri="{FF2B5EF4-FFF2-40B4-BE49-F238E27FC236}">
                <a16:creationId xmlns:a16="http://schemas.microsoft.com/office/drawing/2014/main" id="{B3B8F1B1-D7BF-441D-AA1A-7CE75F0FB4EB}"/>
              </a:ext>
            </a:extLst>
          </p:cNvPr>
          <p:cNvSpPr>
            <a:spLocks xmlns:a="http://schemas.openxmlformats.org/drawingml/2006/main" noGrp="1"/>
          </p:cNvSpPr>
          <p:nvPr/>
        </p:nvSpPr>
        <p:spPr>
          <a:xfrm xmlns:a="http://schemas.openxmlformats.org/drawingml/2006/main">
            <a:off x="6343650" y="2419350"/>
            <a:ext cx="4667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19050" rIns="19050" bIns="19050" anchor="ctr">
            <a:normAutofit fontScale="100000"/>
          </a:bodyPr>
          <a:lstStyle xmlns:a="http://schemas.openxmlformats.org/drawingml/2006/main">
            <a:defPPr>
              <a:defRPr sz="2325" b="1">
                <a:solidFill>
                  <a:srgbClr val="16333A"/>
                </a:solidFill>
                <a:latin typeface="Arial"/>
                <a:ea typeface="Arial"/>
                <a:cs typeface="Arial"/>
              </a:defRPr>
            </a:defPPr>
            <a:lvl1pPr>
              <a:defRPr sz="2325" b="1">
                <a:solidFill>
                  <a:srgbClr val="16333A"/>
                </a:solidFill>
                <a:latin typeface="Arial"/>
                <a:ea typeface="Arial"/>
                <a:cs typeface="Arial"/>
              </a:defRPr>
            </a:lvl1pPr>
            <a:lvl2pPr>
              <a:defRPr sz="2325" b="1">
                <a:solidFill>
                  <a:srgbClr val="16333A"/>
                </a:solidFill>
                <a:latin typeface="Arial"/>
                <a:ea typeface="Arial"/>
                <a:cs typeface="Arial"/>
              </a:defRPr>
            </a:lvl2pPr>
            <a:lvl3pPr>
              <a:defRPr sz="2325" b="1">
                <a:solidFill>
                  <a:srgbClr val="16333A"/>
                </a:solidFill>
                <a:latin typeface="Arial"/>
                <a:ea typeface="Arial"/>
                <a:cs typeface="Arial"/>
              </a:defRPr>
            </a:lvl3pPr>
            <a:lvl4pPr>
              <a:defRPr sz="2325" b="1">
                <a:solidFill>
                  <a:srgbClr val="16333A"/>
                </a:solidFill>
                <a:latin typeface="Arial"/>
                <a:ea typeface="Arial"/>
                <a:cs typeface="Arial"/>
              </a:defRPr>
            </a:lvl4pPr>
            <a:lvl5pPr>
              <a:defRPr sz="2325" b="1">
                <a:solidFill>
                  <a:srgbClr val="16333A"/>
                </a:solidFill>
                <a:latin typeface="Arial"/>
                <a:ea typeface="Arial"/>
                <a:cs typeface="Arial"/>
              </a:defRPr>
            </a:lvl5pPr>
            <a:lvl6pPr>
              <a:defRPr sz="2325" b="1">
                <a:solidFill>
                  <a:srgbClr val="16333A"/>
                </a:solidFill>
                <a:latin typeface="Arial"/>
                <a:ea typeface="Arial"/>
                <a:cs typeface="Arial"/>
              </a:defRPr>
            </a:lvl6pPr>
            <a:lvl7pPr>
              <a:defRPr sz="2325" b="1">
                <a:solidFill>
                  <a:srgbClr val="16333A"/>
                </a:solidFill>
                <a:latin typeface="Arial"/>
                <a:ea typeface="Arial"/>
                <a:cs typeface="Arial"/>
              </a:defRPr>
            </a:lvl7pPr>
            <a:lvl8pPr>
              <a:defRPr sz="2325" b="1">
                <a:solidFill>
                  <a:srgbClr val="16333A"/>
                </a:solidFill>
                <a:latin typeface="Arial"/>
                <a:ea typeface="Arial"/>
                <a:cs typeface="Arial"/>
              </a:defRPr>
            </a:lvl8pPr>
            <a:lvl9pPr>
              <a:defRPr sz="2325" b="1">
                <a:solidFill>
                  <a:srgbClr val="16333A"/>
                </a:solidFill>
                <a:latin typeface="Arial"/>
                <a:ea typeface="Arial"/>
                <a:cs typeface="Arial"/>
              </a:defRPr>
            </a:lvl9pPr>
          </a:lstStyle>
          <a:p xmlns:a="http://schemas.openxmlformats.org/drawingml/2006/main">
            <a:pPr>
              <a:defRPr sz="2325" b="1">
                <a:solidFill>
                  <a:srgbClr val="16333A"/>
                </a:solidFill>
                <a:latin typeface="Arial"/>
                <a:ea typeface="Arial"/>
                <a:cs typeface="Arial"/>
              </a:defRPr>
            </a:pPr>
            <a:r>
              <a:rPr sz="2325" b="1">
                <a:solidFill>
                  <a:srgbClr val="16333A"/>
                </a:solidFill>
                <a:latin typeface="Arial"/>
                <a:ea typeface="Arial"/>
                <a:cs typeface="Arial"/>
              </a:rPr>
              <a:t>Kepala lab atau program</a:t>
            </a:r>
          </a:p>
          <a:p xmlns:a="http://schemas.openxmlformats.org/drawingml/2006/main">
            <a:pPr>
              <a:defRPr sz="2325" b="1">
                <a:solidFill>
                  <a:srgbClr val="16333A"/>
                </a:solidFill>
                <a:latin typeface="Arial"/>
                <a:ea typeface="Arial"/>
                <a:cs typeface="Arial"/>
              </a:defRPr>
            </a:pPr>
            <a:r>
              <a:rPr sz="2325" b="1">
                <a:solidFill>
                  <a:srgbClr val="16333A"/>
                </a:solidFill>
                <a:latin typeface="Arial"/>
                <a:ea typeface="Arial"/>
                <a:cs typeface="Arial"/>
              </a:rPr>
              <a:t>/ peneliti pemuliaan</a:t>
            </a:r>
          </a:p>
        </p:txBody>
      </p:sp>
      <p:sp>
        <p:nvSpPr>
          <p:cNvPr id="9" name="">
            <a:extLst xmlns:a="http://schemas.openxmlformats.org/drawingml/2006/main">
              <a:ext uri="{FF2B5EF4-FFF2-40B4-BE49-F238E27FC236}">
                <a16:creationId xmlns:a16="http://schemas.microsoft.com/office/drawing/2014/main" id="{151F1A72-CF7D-43AC-ADEB-9ABEC31866BB}"/>
              </a:ext>
            </a:extLst>
          </p:cNvPr>
          <p:cNvSpPr>
            <a:spLocks xmlns:a="http://schemas.openxmlformats.org/drawingml/2006/main" noGrp="1"/>
          </p:cNvSpPr>
          <p:nvPr/>
        </p:nvSpPr>
        <p:spPr>
          <a:xfrm xmlns:a="http://schemas.openxmlformats.org/drawingml/2006/main">
            <a:off x="762000" y="3705225"/>
            <a:ext cx="1038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19050" rIns="19050" bIns="19050" anchor="ctr">
            <a:normAutofit fontScale="100000"/>
          </a:bodyPr>
          <a:lstStyle xmlns:a="http://schemas.openxmlformats.org/drawingml/2006/main">
            <a:defPPr>
              <a:defRPr sz="2100" b="0">
                <a:solidFill>
                  <a:srgbClr val="5D7273"/>
                </a:solidFill>
                <a:latin typeface="Arial"/>
                <a:ea typeface="Arial"/>
                <a:cs typeface="Arial"/>
              </a:defRPr>
            </a:defPPr>
            <a:lvl1pPr>
              <a:defRPr sz="2100" b="0">
                <a:solidFill>
                  <a:srgbClr val="5D7273"/>
                </a:solidFill>
                <a:latin typeface="Arial"/>
                <a:ea typeface="Arial"/>
                <a:cs typeface="Arial"/>
              </a:defRPr>
            </a:lvl1pPr>
            <a:lvl2pPr>
              <a:defRPr sz="2100" b="0">
                <a:solidFill>
                  <a:srgbClr val="5D7273"/>
                </a:solidFill>
                <a:latin typeface="Arial"/>
                <a:ea typeface="Arial"/>
                <a:cs typeface="Arial"/>
              </a:defRPr>
            </a:lvl2pPr>
            <a:lvl3pPr>
              <a:defRPr sz="2100" b="0">
                <a:solidFill>
                  <a:srgbClr val="5D7273"/>
                </a:solidFill>
                <a:latin typeface="Arial"/>
                <a:ea typeface="Arial"/>
                <a:cs typeface="Arial"/>
              </a:defRPr>
            </a:lvl3pPr>
            <a:lvl4pPr>
              <a:defRPr sz="2100" b="0">
                <a:solidFill>
                  <a:srgbClr val="5D7273"/>
                </a:solidFill>
                <a:latin typeface="Arial"/>
                <a:ea typeface="Arial"/>
                <a:cs typeface="Arial"/>
              </a:defRPr>
            </a:lvl4pPr>
            <a:lvl5pPr>
              <a:defRPr sz="2100" b="0">
                <a:solidFill>
                  <a:srgbClr val="5D7273"/>
                </a:solidFill>
                <a:latin typeface="Arial"/>
                <a:ea typeface="Arial"/>
                <a:cs typeface="Arial"/>
              </a:defRPr>
            </a:lvl5pPr>
            <a:lvl6pPr>
              <a:defRPr sz="2100" b="0">
                <a:solidFill>
                  <a:srgbClr val="5D7273"/>
                </a:solidFill>
                <a:latin typeface="Arial"/>
                <a:ea typeface="Arial"/>
                <a:cs typeface="Arial"/>
              </a:defRPr>
            </a:lvl6pPr>
            <a:lvl7pPr>
              <a:defRPr sz="2100" b="0">
                <a:solidFill>
                  <a:srgbClr val="5D7273"/>
                </a:solidFill>
                <a:latin typeface="Arial"/>
                <a:ea typeface="Arial"/>
                <a:cs typeface="Arial"/>
              </a:defRPr>
            </a:lvl7pPr>
            <a:lvl8pPr>
              <a:defRPr sz="2100" b="0">
                <a:solidFill>
                  <a:srgbClr val="5D7273"/>
                </a:solidFill>
                <a:latin typeface="Arial"/>
                <a:ea typeface="Arial"/>
                <a:cs typeface="Arial"/>
              </a:defRPr>
            </a:lvl8pPr>
            <a:lvl9pPr>
              <a:defRPr sz="2100" b="0">
                <a:solidFill>
                  <a:srgbClr val="5D7273"/>
                </a:solidFill>
                <a:latin typeface="Arial"/>
                <a:ea typeface="Arial"/>
                <a:cs typeface="Arial"/>
              </a:defRPr>
            </a:lvl9pPr>
          </a:lstStyle>
          <a:p xmlns:a="http://schemas.openxmlformats.org/drawingml/2006/main">
            <a:pPr>
              <a:defRPr sz="2100" b="0">
                <a:solidFill>
                  <a:srgbClr val="5D7273"/>
                </a:solidFill>
                <a:latin typeface="Arial"/>
                <a:ea typeface="Arial"/>
                <a:cs typeface="Arial"/>
              </a:defRPr>
            </a:pPr>
            <a:r>
              <a:rPr sz="2100" b="0">
                <a:solidFill>
                  <a:srgbClr val="5D7273"/>
                </a:solidFill>
                <a:latin typeface="Arial"/>
                <a:ea typeface="Arial"/>
                <a:cs typeface="Arial"/>
              </a:rPr>
              <a:t>Hipotesis pain: desain marker dan peninjauan ancestry sulit diaudit ketika metode, data, dan batas klaim terpisah.</a:t>
            </a:r>
          </a:p>
        </p:txBody>
      </p:sp>
      <p:sp>
        <p:nvSpPr>
          <p:cNvPr id="10" name="">
            <a:extLst xmlns:a="http://schemas.openxmlformats.org/drawingml/2006/main">
              <a:ext uri="{FF2B5EF4-FFF2-40B4-BE49-F238E27FC236}">
                <a16:creationId xmlns:a16="http://schemas.microsoft.com/office/drawing/2014/main" id="{0AA10862-54E5-4594-8978-34EE24B4A2BC}"/>
              </a:ext>
            </a:extLst>
          </p:cNvPr>
          <p:cNvSpPr>
            <a:spLocks xmlns:a="http://schemas.openxmlformats.org/drawingml/2006/main" noGrp="1"/>
          </p:cNvSpPr>
          <p:nvPr/>
        </p:nvSpPr>
        <p:spPr>
          <a:xfrm xmlns:a="http://schemas.openxmlformats.org/drawingml/2006/main">
            <a:off x="762000" y="4772025"/>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19050" rIns="19050" bIns="19050" anchor="ctr">
            <a:normAutofit fontScale="100000"/>
          </a:bodyPr>
          <a:lstStyle xmlns:a="http://schemas.openxmlformats.org/drawingml/2006/main">
            <a:defPPr>
              <a:defRPr sz="2325" b="1">
                <a:solidFill>
                  <a:srgbClr val="C38E37"/>
                </a:solidFill>
                <a:latin typeface="Arial"/>
                <a:ea typeface="Arial"/>
                <a:cs typeface="Arial"/>
              </a:defRPr>
            </a:defPPr>
            <a:lvl1pPr>
              <a:defRPr sz="2325" b="1">
                <a:solidFill>
                  <a:srgbClr val="C38E37"/>
                </a:solidFill>
                <a:latin typeface="Arial"/>
                <a:ea typeface="Arial"/>
                <a:cs typeface="Arial"/>
              </a:defRPr>
            </a:lvl1pPr>
            <a:lvl2pPr>
              <a:defRPr sz="2325" b="1">
                <a:solidFill>
                  <a:srgbClr val="C38E37"/>
                </a:solidFill>
                <a:latin typeface="Arial"/>
                <a:ea typeface="Arial"/>
                <a:cs typeface="Arial"/>
              </a:defRPr>
            </a:lvl2pPr>
            <a:lvl3pPr>
              <a:defRPr sz="2325" b="1">
                <a:solidFill>
                  <a:srgbClr val="C38E37"/>
                </a:solidFill>
                <a:latin typeface="Arial"/>
                <a:ea typeface="Arial"/>
                <a:cs typeface="Arial"/>
              </a:defRPr>
            </a:lvl3pPr>
            <a:lvl4pPr>
              <a:defRPr sz="2325" b="1">
                <a:solidFill>
                  <a:srgbClr val="C38E37"/>
                </a:solidFill>
                <a:latin typeface="Arial"/>
                <a:ea typeface="Arial"/>
                <a:cs typeface="Arial"/>
              </a:defRPr>
            </a:lvl4pPr>
            <a:lvl5pPr>
              <a:defRPr sz="2325" b="1">
                <a:solidFill>
                  <a:srgbClr val="C38E37"/>
                </a:solidFill>
                <a:latin typeface="Arial"/>
                <a:ea typeface="Arial"/>
                <a:cs typeface="Arial"/>
              </a:defRPr>
            </a:lvl5pPr>
            <a:lvl6pPr>
              <a:defRPr sz="2325" b="1">
                <a:solidFill>
                  <a:srgbClr val="C38E37"/>
                </a:solidFill>
                <a:latin typeface="Arial"/>
                <a:ea typeface="Arial"/>
                <a:cs typeface="Arial"/>
              </a:defRPr>
            </a:lvl6pPr>
            <a:lvl7pPr>
              <a:defRPr sz="2325" b="1">
                <a:solidFill>
                  <a:srgbClr val="C38E37"/>
                </a:solidFill>
                <a:latin typeface="Arial"/>
                <a:ea typeface="Arial"/>
                <a:cs typeface="Arial"/>
              </a:defRPr>
            </a:lvl7pPr>
            <a:lvl8pPr>
              <a:defRPr sz="2325" b="1">
                <a:solidFill>
                  <a:srgbClr val="C38E37"/>
                </a:solidFill>
                <a:latin typeface="Arial"/>
                <a:ea typeface="Arial"/>
                <a:cs typeface="Arial"/>
              </a:defRPr>
            </a:lvl8pPr>
            <a:lvl9pPr>
              <a:defRPr sz="2325" b="1">
                <a:solidFill>
                  <a:srgbClr val="C38E37"/>
                </a:solidFill>
                <a:latin typeface="Arial"/>
                <a:ea typeface="Arial"/>
                <a:cs typeface="Arial"/>
              </a:defRPr>
            </a:lvl9pPr>
          </a:lstStyle>
          <a:p xmlns:a="http://schemas.openxmlformats.org/drawingml/2006/main">
            <a:pPr>
              <a:defRPr sz="2325" b="1">
                <a:solidFill>
                  <a:srgbClr val="C38E37"/>
                </a:solidFill>
                <a:latin typeface="Arial"/>
                <a:ea typeface="Arial"/>
                <a:cs typeface="Arial"/>
              </a:defRPr>
            </a:pPr>
            <a:r>
              <a:rPr sz="2325" b="1">
                <a:solidFill>
                  <a:srgbClr val="C38E37"/>
                </a:solidFill>
                <a:latin typeface="Arial"/>
                <a:ea typeface="Arial"/>
                <a:cs typeface="Arial"/>
              </a:rPr>
              <a:t>0 wawancara pelanggan · 0 wawancara pakar · 0 LOI</a:t>
            </a:r>
          </a:p>
        </p:txBody>
      </p:sp>
      <p:sp>
        <p:nvSpPr>
          <p:cNvPr id="11" name="">
            <a:extLst xmlns:a="http://schemas.openxmlformats.org/drawingml/2006/main">
              <a:ext uri="{FF2B5EF4-FFF2-40B4-BE49-F238E27FC236}">
                <a16:creationId xmlns:a16="http://schemas.microsoft.com/office/drawing/2014/main" id="{1CBE71FE-472A-4FBD-A775-893B683A940C}"/>
              </a:ext>
            </a:extLst>
          </p:cNvPr>
          <p:cNvSpPr>
            <a:spLocks xmlns:a="http://schemas.openxmlformats.org/drawingml/2006/main" noGrp="1"/>
          </p:cNvSpPr>
          <p:nvPr/>
        </p:nvSpPr>
        <p:spPr>
          <a:xfrm xmlns:a="http://schemas.openxmlformats.org/drawingml/2006/main">
            <a:off x="762000" y="5505450"/>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19050" rIns="19050" bIns="19050" anchor="ctr">
            <a:normAutofit fontScale="100000"/>
          </a:bodyPr>
          <a:lstStyle xmlns:a="http://schemas.openxmlformats.org/drawingml/2006/main">
            <a:defPPr>
              <a:defRPr sz="1575" b="0">
                <a:solidFill>
                  <a:srgbClr val="5D7273"/>
                </a:solidFill>
                <a:latin typeface="Arial"/>
                <a:ea typeface="Arial"/>
                <a:cs typeface="Arial"/>
              </a:defRPr>
            </a:defPPr>
            <a:lvl1pPr>
              <a:defRPr sz="1575" b="0">
                <a:solidFill>
                  <a:srgbClr val="5D7273"/>
                </a:solidFill>
                <a:latin typeface="Arial"/>
                <a:ea typeface="Arial"/>
                <a:cs typeface="Arial"/>
              </a:defRPr>
            </a:lvl1pPr>
            <a:lvl2pPr>
              <a:defRPr sz="1575" b="0">
                <a:solidFill>
                  <a:srgbClr val="5D7273"/>
                </a:solidFill>
                <a:latin typeface="Arial"/>
                <a:ea typeface="Arial"/>
                <a:cs typeface="Arial"/>
              </a:defRPr>
            </a:lvl2pPr>
            <a:lvl3pPr>
              <a:defRPr sz="1575" b="0">
                <a:solidFill>
                  <a:srgbClr val="5D7273"/>
                </a:solidFill>
                <a:latin typeface="Arial"/>
                <a:ea typeface="Arial"/>
                <a:cs typeface="Arial"/>
              </a:defRPr>
            </a:lvl3pPr>
            <a:lvl4pPr>
              <a:defRPr sz="1575" b="0">
                <a:solidFill>
                  <a:srgbClr val="5D7273"/>
                </a:solidFill>
                <a:latin typeface="Arial"/>
                <a:ea typeface="Arial"/>
                <a:cs typeface="Arial"/>
              </a:defRPr>
            </a:lvl4pPr>
            <a:lvl5pPr>
              <a:defRPr sz="1575" b="0">
                <a:solidFill>
                  <a:srgbClr val="5D7273"/>
                </a:solidFill>
                <a:latin typeface="Arial"/>
                <a:ea typeface="Arial"/>
                <a:cs typeface="Arial"/>
              </a:defRPr>
            </a:lvl5pPr>
            <a:lvl6pPr>
              <a:defRPr sz="1575" b="0">
                <a:solidFill>
                  <a:srgbClr val="5D7273"/>
                </a:solidFill>
                <a:latin typeface="Arial"/>
                <a:ea typeface="Arial"/>
                <a:cs typeface="Arial"/>
              </a:defRPr>
            </a:lvl6pPr>
            <a:lvl7pPr>
              <a:defRPr sz="1575" b="0">
                <a:solidFill>
                  <a:srgbClr val="5D7273"/>
                </a:solidFill>
                <a:latin typeface="Arial"/>
                <a:ea typeface="Arial"/>
                <a:cs typeface="Arial"/>
              </a:defRPr>
            </a:lvl7pPr>
            <a:lvl8pPr>
              <a:defRPr sz="1575" b="0">
                <a:solidFill>
                  <a:srgbClr val="5D7273"/>
                </a:solidFill>
                <a:latin typeface="Arial"/>
                <a:ea typeface="Arial"/>
                <a:cs typeface="Arial"/>
              </a:defRPr>
            </a:lvl8pPr>
            <a:lvl9pPr>
              <a:defRPr sz="1575" b="0">
                <a:solidFill>
                  <a:srgbClr val="5D7273"/>
                </a:solidFill>
                <a:latin typeface="Arial"/>
                <a:ea typeface="Arial"/>
                <a:cs typeface="Arial"/>
              </a:defRPr>
            </a:lvl9pPr>
          </a:lstStyle>
          <a:p xmlns:a="http://schemas.openxmlformats.org/drawingml/2006/main">
            <a:pPr>
              <a:defRPr sz="1575" b="0">
                <a:solidFill>
                  <a:srgbClr val="5D7273"/>
                </a:solidFill>
                <a:latin typeface="Arial"/>
                <a:ea typeface="Arial"/>
                <a:cs typeface="Arial"/>
              </a:defRPr>
            </a:pPr>
            <a:r>
              <a:rPr sz="1575" b="0">
                <a:solidFill>
                  <a:srgbClr val="5D7273"/>
                </a:solidFill>
                <a:latin typeface="Arial"/>
                <a:ea typeface="Arial"/>
                <a:cs typeface="Arial"/>
              </a:rPr>
              <a:t>BPTU-HPT Denpasar: contoh institusi relevan dari situs resmi; belum menjadi pelanggan atau mitra.</a:t>
            </a:r>
          </a:p>
        </p:txBody>
      </p:sp>
    </p:spTree>
    <p:extLst>
      <p:ext uri="{BB962C8B-B14F-4D97-AF65-F5344CB8AC3E}">
        <p14:creationId xmlns:p14="http://schemas.microsoft.com/office/powerpoint/2010/main" val="1897647910"/>
      </p:ext>
    </p:extLst>
  </p:cSld>
</p:sld>
</file>

<file path=ppt/slides/slide4.xml><?xml version="1.0" encoding="utf-8"?>
<p:sld xmlns:p="http://schemas.openxmlformats.org/presentationml/2006/main">
  <p:cSld>
    <p:bg>
      <p:bgPr>
        <a:solidFill xmlns:a="http://schemas.openxmlformats.org/drawingml/2006/main">
          <a:srgbClr val="F4F7F3"/>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7C02E161-538C-4F8E-B605-88AB8A984BC3}"/>
              </a:ext>
            </a:extLst>
          </p:cNvPr>
          <p:cNvSpPr>
            <a:spLocks xmlns:a="http://schemas.openxmlformats.org/drawingml/2006/main" noGrp="1"/>
          </p:cNvSpPr>
          <p:nvPr/>
        </p:nvSpPr>
        <p:spPr>
          <a:xfrm xmlns:a="http://schemas.openxmlformats.org/drawingml/2006/main">
            <a:off x="685800" y="333375"/>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19050" rIns="19050" bIns="19050" anchor="ctr">
            <a:normAutofit fontScale="100000"/>
          </a:bodyPr>
          <a:lstStyle xmlns:a="http://schemas.openxmlformats.org/drawingml/2006/main">
            <a:defPPr>
              <a:defRPr sz="1200" b="1">
                <a:solidFill>
                  <a:srgbClr val="087E72"/>
                </a:solidFill>
                <a:latin typeface="Arial"/>
                <a:ea typeface="Arial"/>
                <a:cs typeface="Arial"/>
              </a:defRPr>
            </a:defPPr>
            <a:lvl1pPr>
              <a:defRPr sz="1200" b="1">
                <a:solidFill>
                  <a:srgbClr val="087E72"/>
                </a:solidFill>
                <a:latin typeface="Arial"/>
                <a:ea typeface="Arial"/>
                <a:cs typeface="Arial"/>
              </a:defRPr>
            </a:lvl1pPr>
            <a:lvl2pPr>
              <a:defRPr sz="1200" b="1">
                <a:solidFill>
                  <a:srgbClr val="087E72"/>
                </a:solidFill>
                <a:latin typeface="Arial"/>
                <a:ea typeface="Arial"/>
                <a:cs typeface="Arial"/>
              </a:defRPr>
            </a:lvl2pPr>
            <a:lvl3pPr>
              <a:defRPr sz="1200" b="1">
                <a:solidFill>
                  <a:srgbClr val="087E72"/>
                </a:solidFill>
                <a:latin typeface="Arial"/>
                <a:ea typeface="Arial"/>
                <a:cs typeface="Arial"/>
              </a:defRPr>
            </a:lvl3pPr>
            <a:lvl4pPr>
              <a:defRPr sz="1200" b="1">
                <a:solidFill>
                  <a:srgbClr val="087E72"/>
                </a:solidFill>
                <a:latin typeface="Arial"/>
                <a:ea typeface="Arial"/>
                <a:cs typeface="Arial"/>
              </a:defRPr>
            </a:lvl4pPr>
            <a:lvl5pPr>
              <a:defRPr sz="1200" b="1">
                <a:solidFill>
                  <a:srgbClr val="087E72"/>
                </a:solidFill>
                <a:latin typeface="Arial"/>
                <a:ea typeface="Arial"/>
                <a:cs typeface="Arial"/>
              </a:defRPr>
            </a:lvl5pPr>
            <a:lvl6pPr>
              <a:defRPr sz="1200" b="1">
                <a:solidFill>
                  <a:srgbClr val="087E72"/>
                </a:solidFill>
                <a:latin typeface="Arial"/>
                <a:ea typeface="Arial"/>
                <a:cs typeface="Arial"/>
              </a:defRPr>
            </a:lvl6pPr>
            <a:lvl7pPr>
              <a:defRPr sz="1200" b="1">
                <a:solidFill>
                  <a:srgbClr val="087E72"/>
                </a:solidFill>
                <a:latin typeface="Arial"/>
                <a:ea typeface="Arial"/>
                <a:cs typeface="Arial"/>
              </a:defRPr>
            </a:lvl7pPr>
            <a:lvl8pPr>
              <a:defRPr sz="1200" b="1">
                <a:solidFill>
                  <a:srgbClr val="087E72"/>
                </a:solidFill>
                <a:latin typeface="Arial"/>
                <a:ea typeface="Arial"/>
                <a:cs typeface="Arial"/>
              </a:defRPr>
            </a:lvl8pPr>
            <a:lvl9pPr>
              <a:defRPr sz="1200" b="1">
                <a:solidFill>
                  <a:srgbClr val="087E72"/>
                </a:solidFill>
                <a:latin typeface="Arial"/>
                <a:ea typeface="Arial"/>
                <a:cs typeface="Arial"/>
              </a:defRPr>
            </a:lvl9pPr>
          </a:lstStyle>
          <a:p xmlns:a="http://schemas.openxmlformats.org/drawingml/2006/main">
            <a:pPr>
              <a:defRPr sz="1200" b="1">
                <a:solidFill>
                  <a:srgbClr val="087E72"/>
                </a:solidFill>
                <a:latin typeface="Arial"/>
                <a:ea typeface="Arial"/>
                <a:cs typeface="Arial"/>
              </a:defRPr>
            </a:pPr>
            <a:r>
              <a:rPr sz="1200" b="1">
                <a:solidFill>
                  <a:srgbClr val="087E72"/>
                </a:solidFill>
                <a:latin typeface="Arial"/>
                <a:ea typeface="Arial"/>
                <a:cs typeface="Arial"/>
              </a:rPr>
              <a:t>SOLUSI DAN KEDALAMAN TEKNIS</a:t>
            </a:r>
          </a:p>
        </p:txBody>
      </p:sp>
      <p:sp>
        <p:nvSpPr>
          <p:cNvPr id="2" name="">
            <a:extLst xmlns:a="http://schemas.openxmlformats.org/drawingml/2006/main">
              <a:ext uri="{FF2B5EF4-FFF2-40B4-BE49-F238E27FC236}">
                <a16:creationId xmlns:a16="http://schemas.microsoft.com/office/drawing/2014/main" id="{0F07AD6A-E82B-4C29-9ED9-693EA703CDD5}"/>
              </a:ext>
            </a:extLst>
          </p:cNvPr>
          <p:cNvSpPr>
            <a:spLocks xmlns:a="http://schemas.openxmlformats.org/drawingml/2006/main" noGrp="1"/>
          </p:cNvSpPr>
          <p:nvPr/>
        </p:nvSpPr>
        <p:spPr>
          <a:xfrm xmlns:a="http://schemas.openxmlformats.org/drawingml/2006/main">
            <a:off x="685800" y="733425"/>
            <a:ext cx="10668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19050" rIns="19050" bIns="19050" anchor="ctr">
            <a:normAutofit fontScale="100000"/>
          </a:bodyPr>
          <a:lstStyle xmlns:a="http://schemas.openxmlformats.org/drawingml/2006/main">
            <a:defPPr>
              <a:defRPr sz="3300" b="1">
                <a:solidFill>
                  <a:srgbClr val="16333A"/>
                </a:solidFill>
                <a:latin typeface="Arial"/>
                <a:ea typeface="Arial"/>
                <a:cs typeface="Arial"/>
              </a:defRPr>
            </a:defPPr>
            <a:lvl1pPr>
              <a:defRPr sz="3300" b="1">
                <a:solidFill>
                  <a:srgbClr val="16333A"/>
                </a:solidFill>
                <a:latin typeface="Arial"/>
                <a:ea typeface="Arial"/>
                <a:cs typeface="Arial"/>
              </a:defRPr>
            </a:lvl1pPr>
            <a:lvl2pPr>
              <a:defRPr sz="3300" b="1">
                <a:solidFill>
                  <a:srgbClr val="16333A"/>
                </a:solidFill>
                <a:latin typeface="Arial"/>
                <a:ea typeface="Arial"/>
                <a:cs typeface="Arial"/>
              </a:defRPr>
            </a:lvl2pPr>
            <a:lvl3pPr>
              <a:defRPr sz="3300" b="1">
                <a:solidFill>
                  <a:srgbClr val="16333A"/>
                </a:solidFill>
                <a:latin typeface="Arial"/>
                <a:ea typeface="Arial"/>
                <a:cs typeface="Arial"/>
              </a:defRPr>
            </a:lvl3pPr>
            <a:lvl4pPr>
              <a:defRPr sz="3300" b="1">
                <a:solidFill>
                  <a:srgbClr val="16333A"/>
                </a:solidFill>
                <a:latin typeface="Arial"/>
                <a:ea typeface="Arial"/>
                <a:cs typeface="Arial"/>
              </a:defRPr>
            </a:lvl4pPr>
            <a:lvl5pPr>
              <a:defRPr sz="3300" b="1">
                <a:solidFill>
                  <a:srgbClr val="16333A"/>
                </a:solidFill>
                <a:latin typeface="Arial"/>
                <a:ea typeface="Arial"/>
                <a:cs typeface="Arial"/>
              </a:defRPr>
            </a:lvl5pPr>
            <a:lvl6pPr>
              <a:defRPr sz="3300" b="1">
                <a:solidFill>
                  <a:srgbClr val="16333A"/>
                </a:solidFill>
                <a:latin typeface="Arial"/>
                <a:ea typeface="Arial"/>
                <a:cs typeface="Arial"/>
              </a:defRPr>
            </a:lvl6pPr>
            <a:lvl7pPr>
              <a:defRPr sz="3300" b="1">
                <a:solidFill>
                  <a:srgbClr val="16333A"/>
                </a:solidFill>
                <a:latin typeface="Arial"/>
                <a:ea typeface="Arial"/>
                <a:cs typeface="Arial"/>
              </a:defRPr>
            </a:lvl7pPr>
            <a:lvl8pPr>
              <a:defRPr sz="3300" b="1">
                <a:solidFill>
                  <a:srgbClr val="16333A"/>
                </a:solidFill>
                <a:latin typeface="Arial"/>
                <a:ea typeface="Arial"/>
                <a:cs typeface="Arial"/>
              </a:defRPr>
            </a:lvl8pPr>
            <a:lvl9pPr>
              <a:defRPr sz="3300" b="1">
                <a:solidFill>
                  <a:srgbClr val="16333A"/>
                </a:solidFill>
                <a:latin typeface="Arial"/>
                <a:ea typeface="Arial"/>
                <a:cs typeface="Arial"/>
              </a:defRPr>
            </a:lvl9pPr>
          </a:lstStyle>
          <a:p xmlns:a="http://schemas.openxmlformats.org/drawingml/2006/main">
            <a:pPr>
              <a:defRPr sz="3300" b="1">
                <a:solidFill>
                  <a:srgbClr val="16333A"/>
                </a:solidFill>
                <a:latin typeface="Arial"/>
                <a:ea typeface="Arial"/>
                <a:cs typeface="Arial"/>
              </a:defRPr>
            </a:pPr>
            <a:r>
              <a:rPr sz="3300" b="1">
                <a:solidFill>
                  <a:srgbClr val="16333A"/>
                </a:solidFill>
                <a:latin typeface="Arial"/>
                <a:ea typeface="Arial"/>
                <a:cs typeface="Arial"/>
              </a:rPr>
              <a:t>Dari genotipe menjadi bukti panel</a:t>
            </a:r>
          </a:p>
        </p:txBody>
      </p:sp>
      <p:sp>
        <p:nvSpPr>
          <p:cNvPr id="3" name="">
            <a:extLst xmlns:a="http://schemas.openxmlformats.org/drawingml/2006/main">
              <a:ext uri="{FF2B5EF4-FFF2-40B4-BE49-F238E27FC236}">
                <a16:creationId xmlns:a16="http://schemas.microsoft.com/office/drawing/2014/main" id="{A23D311F-60E9-468E-AE24-DEC6DDF5C34E}"/>
              </a:ext>
            </a:extLst>
          </p:cNvPr>
          <p:cNvSpPr>
            <a:spLocks xmlns:a="http://schemas.openxmlformats.org/drawingml/2006/main" noGrp="1"/>
          </p:cNvSpPr>
          <p:nvPr/>
        </p:nvSpPr>
        <p:spPr>
          <a:xfrm xmlns:a="http://schemas.openxmlformats.org/drawingml/2006/main">
            <a:off x="685800" y="6448425"/>
            <a:ext cx="9239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19050" rIns="19050" bIns="19050" anchor="ctr">
            <a:normAutofit fontScale="100000"/>
          </a:bodyPr>
          <a:lstStyle xmlns:a="http://schemas.openxmlformats.org/drawingml/2006/main">
            <a:defPPr>
              <a:defRPr sz="975" b="0">
                <a:solidFill>
                  <a:srgbClr val="5D7273"/>
                </a:solidFill>
                <a:latin typeface="Arial"/>
                <a:ea typeface="Arial"/>
                <a:cs typeface="Arial"/>
              </a:defRPr>
            </a:defPPr>
            <a:lvl1pPr>
              <a:defRPr sz="975" b="0">
                <a:solidFill>
                  <a:srgbClr val="5D7273"/>
                </a:solidFill>
                <a:latin typeface="Arial"/>
                <a:ea typeface="Arial"/>
                <a:cs typeface="Arial"/>
              </a:defRPr>
            </a:lvl1pPr>
            <a:lvl2pPr>
              <a:defRPr sz="975" b="0">
                <a:solidFill>
                  <a:srgbClr val="5D7273"/>
                </a:solidFill>
                <a:latin typeface="Arial"/>
                <a:ea typeface="Arial"/>
                <a:cs typeface="Arial"/>
              </a:defRPr>
            </a:lvl2pPr>
            <a:lvl3pPr>
              <a:defRPr sz="975" b="0">
                <a:solidFill>
                  <a:srgbClr val="5D7273"/>
                </a:solidFill>
                <a:latin typeface="Arial"/>
                <a:ea typeface="Arial"/>
                <a:cs typeface="Arial"/>
              </a:defRPr>
            </a:lvl3pPr>
            <a:lvl4pPr>
              <a:defRPr sz="975" b="0">
                <a:solidFill>
                  <a:srgbClr val="5D7273"/>
                </a:solidFill>
                <a:latin typeface="Arial"/>
                <a:ea typeface="Arial"/>
                <a:cs typeface="Arial"/>
              </a:defRPr>
            </a:lvl4pPr>
            <a:lvl5pPr>
              <a:defRPr sz="975" b="0">
                <a:solidFill>
                  <a:srgbClr val="5D7273"/>
                </a:solidFill>
                <a:latin typeface="Arial"/>
                <a:ea typeface="Arial"/>
                <a:cs typeface="Arial"/>
              </a:defRPr>
            </a:lvl5pPr>
            <a:lvl6pPr>
              <a:defRPr sz="975" b="0">
                <a:solidFill>
                  <a:srgbClr val="5D7273"/>
                </a:solidFill>
                <a:latin typeface="Arial"/>
                <a:ea typeface="Arial"/>
                <a:cs typeface="Arial"/>
              </a:defRPr>
            </a:lvl6pPr>
            <a:lvl7pPr>
              <a:defRPr sz="975" b="0">
                <a:solidFill>
                  <a:srgbClr val="5D7273"/>
                </a:solidFill>
                <a:latin typeface="Arial"/>
                <a:ea typeface="Arial"/>
                <a:cs typeface="Arial"/>
              </a:defRPr>
            </a:lvl7pPr>
            <a:lvl8pPr>
              <a:defRPr sz="975" b="0">
                <a:solidFill>
                  <a:srgbClr val="5D7273"/>
                </a:solidFill>
                <a:latin typeface="Arial"/>
                <a:ea typeface="Arial"/>
                <a:cs typeface="Arial"/>
              </a:defRPr>
            </a:lvl8pPr>
            <a:lvl9pPr>
              <a:defRPr sz="975" b="0">
                <a:solidFill>
                  <a:srgbClr val="5D7273"/>
                </a:solidFill>
                <a:latin typeface="Arial"/>
                <a:ea typeface="Arial"/>
                <a:cs typeface="Arial"/>
              </a:defRPr>
            </a:lvl9pPr>
          </a:lstStyle>
          <a:p xmlns:a="http://schemas.openxmlformats.org/drawingml/2006/main">
            <a:pPr>
              <a:defRPr sz="975" b="0">
                <a:solidFill>
                  <a:srgbClr val="5D7273"/>
                </a:solidFill>
                <a:latin typeface="Arial"/>
                <a:ea typeface="Arial"/>
                <a:cs typeface="Arial"/>
              </a:defRPr>
            </a:pPr>
            <a:r>
              <a:rPr sz="975" b="0">
                <a:solidFill>
                  <a:srgbClr val="5D7273"/>
                </a:solidFill>
                <a:latin typeface="Arial"/>
                <a:ea typeface="Arial"/>
                <a:cs typeface="Arial"/>
              </a:rPr>
              <a:t>EXASTRA · GENOHACK 2026 · RISET KOMPUTASIONAL</a:t>
            </a:r>
          </a:p>
        </p:txBody>
      </p:sp>
      <p:sp>
        <p:nvSpPr>
          <p:cNvPr id="4" name="">
            <a:extLst xmlns:a="http://schemas.openxmlformats.org/drawingml/2006/main">
              <a:ext uri="{FF2B5EF4-FFF2-40B4-BE49-F238E27FC236}">
                <a16:creationId xmlns:a16="http://schemas.microsoft.com/office/drawing/2014/main" id="{EA64669D-0D84-4709-93CF-E198FD38F260}"/>
              </a:ext>
            </a:extLst>
          </p:cNvPr>
          <p:cNvSpPr>
            <a:spLocks xmlns:a="http://schemas.openxmlformats.org/drawingml/2006/main" noGrp="1"/>
          </p:cNvSpPr>
          <p:nvPr/>
        </p:nvSpPr>
        <p:spPr>
          <a:xfrm xmlns:a="http://schemas.openxmlformats.org/drawingml/2006/main">
            <a:off x="11125200" y="6448425"/>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19050" rIns="19050" bIns="19050" anchor="ctr">
            <a:normAutofit fontScale="100000"/>
          </a:bodyPr>
          <a:lstStyle xmlns:a="http://schemas.openxmlformats.org/drawingml/2006/main">
            <a:defPPr>
              <a:defRPr sz="1050" b="1">
                <a:solidFill>
                  <a:srgbClr val="5D7273"/>
                </a:solidFill>
                <a:latin typeface="Arial"/>
                <a:ea typeface="Arial"/>
                <a:cs typeface="Arial"/>
              </a:defRPr>
            </a:defPPr>
            <a:lvl1pPr>
              <a:defRPr sz="1050" b="1">
                <a:solidFill>
                  <a:srgbClr val="5D7273"/>
                </a:solidFill>
                <a:latin typeface="Arial"/>
                <a:ea typeface="Arial"/>
                <a:cs typeface="Arial"/>
              </a:defRPr>
            </a:lvl1pPr>
            <a:lvl2pPr>
              <a:defRPr sz="1050" b="1">
                <a:solidFill>
                  <a:srgbClr val="5D7273"/>
                </a:solidFill>
                <a:latin typeface="Arial"/>
                <a:ea typeface="Arial"/>
                <a:cs typeface="Arial"/>
              </a:defRPr>
            </a:lvl2pPr>
            <a:lvl3pPr>
              <a:defRPr sz="1050" b="1">
                <a:solidFill>
                  <a:srgbClr val="5D7273"/>
                </a:solidFill>
                <a:latin typeface="Arial"/>
                <a:ea typeface="Arial"/>
                <a:cs typeface="Arial"/>
              </a:defRPr>
            </a:lvl3pPr>
            <a:lvl4pPr>
              <a:defRPr sz="1050" b="1">
                <a:solidFill>
                  <a:srgbClr val="5D7273"/>
                </a:solidFill>
                <a:latin typeface="Arial"/>
                <a:ea typeface="Arial"/>
                <a:cs typeface="Arial"/>
              </a:defRPr>
            </a:lvl4pPr>
            <a:lvl5pPr>
              <a:defRPr sz="1050" b="1">
                <a:solidFill>
                  <a:srgbClr val="5D7273"/>
                </a:solidFill>
                <a:latin typeface="Arial"/>
                <a:ea typeface="Arial"/>
                <a:cs typeface="Arial"/>
              </a:defRPr>
            </a:lvl5pPr>
            <a:lvl6pPr>
              <a:defRPr sz="1050" b="1">
                <a:solidFill>
                  <a:srgbClr val="5D7273"/>
                </a:solidFill>
                <a:latin typeface="Arial"/>
                <a:ea typeface="Arial"/>
                <a:cs typeface="Arial"/>
              </a:defRPr>
            </a:lvl6pPr>
            <a:lvl7pPr>
              <a:defRPr sz="1050" b="1">
                <a:solidFill>
                  <a:srgbClr val="5D7273"/>
                </a:solidFill>
                <a:latin typeface="Arial"/>
                <a:ea typeface="Arial"/>
                <a:cs typeface="Arial"/>
              </a:defRPr>
            </a:lvl7pPr>
            <a:lvl8pPr>
              <a:defRPr sz="1050" b="1">
                <a:solidFill>
                  <a:srgbClr val="5D7273"/>
                </a:solidFill>
                <a:latin typeface="Arial"/>
                <a:ea typeface="Arial"/>
                <a:cs typeface="Arial"/>
              </a:defRPr>
            </a:lvl8pPr>
            <a:lvl9pPr>
              <a:defRPr sz="1050" b="1">
                <a:solidFill>
                  <a:srgbClr val="5D7273"/>
                </a:solidFill>
                <a:latin typeface="Arial"/>
                <a:ea typeface="Arial"/>
                <a:cs typeface="Arial"/>
              </a:defRPr>
            </a:lvl9pPr>
          </a:lstStyle>
          <a:p xmlns:a="http://schemas.openxmlformats.org/drawingml/2006/main">
            <a:pPr>
              <a:defRPr sz="1050" b="1">
                <a:solidFill>
                  <a:srgbClr val="5D7273"/>
                </a:solidFill>
                <a:latin typeface="Arial"/>
                <a:ea typeface="Arial"/>
                <a:cs typeface="Arial"/>
              </a:defRPr>
            </a:pPr>
            <a:r>
              <a:rPr sz="1050" b="1">
                <a:solidFill>
                  <a:srgbClr val="5D7273"/>
                </a:solidFill>
                <a:latin typeface="Arial"/>
                <a:ea typeface="Arial"/>
                <a:cs typeface="Arial"/>
              </a:rPr>
              <a:t>04</a:t>
            </a:r>
          </a:p>
        </p:txBody>
      </p:sp>
      <p:sp>
        <p:nvSpPr>
          <p:cNvPr id="5" name="">
            <a:extLst xmlns:a="http://schemas.openxmlformats.org/drawingml/2006/main">
              <a:ext uri="{FF2B5EF4-FFF2-40B4-BE49-F238E27FC236}">
                <a16:creationId xmlns:a16="http://schemas.microsoft.com/office/drawing/2014/main" id="{61D10D0B-A334-4985-AC51-32A1DB161F86}"/>
              </a:ext>
            </a:extLst>
          </p:cNvPr>
          <p:cNvSpPr>
            <a:spLocks xmlns:a="http://schemas.openxmlformats.org/drawingml/2006/main" noGrp="1"/>
          </p:cNvSpPr>
          <p:nvPr/>
        </p:nvSpPr>
        <p:spPr>
          <a:xfrm xmlns:a="http://schemas.openxmlformats.org/drawingml/2006/main">
            <a:off x="762000" y="2009775"/>
            <a:ext cx="16192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19050" rIns="19050" bIns="19050" anchor="ctr">
            <a:normAutofit fontScale="100000"/>
          </a:bodyPr>
          <a:lstStyle xmlns:a="http://schemas.openxmlformats.org/drawingml/2006/main">
            <a:defPPr>
              <a:defRPr sz="2925" b="1">
                <a:solidFill>
                  <a:srgbClr val="C38E37"/>
                </a:solidFill>
                <a:latin typeface="Arial"/>
                <a:ea typeface="Arial"/>
                <a:cs typeface="Arial"/>
              </a:defRPr>
            </a:defPPr>
            <a:lvl1pPr>
              <a:defRPr sz="2925" b="1">
                <a:solidFill>
                  <a:srgbClr val="C38E37"/>
                </a:solidFill>
                <a:latin typeface="Arial"/>
                <a:ea typeface="Arial"/>
                <a:cs typeface="Arial"/>
              </a:defRPr>
            </a:lvl1pPr>
            <a:lvl2pPr>
              <a:defRPr sz="2925" b="1">
                <a:solidFill>
                  <a:srgbClr val="C38E37"/>
                </a:solidFill>
                <a:latin typeface="Arial"/>
                <a:ea typeface="Arial"/>
                <a:cs typeface="Arial"/>
              </a:defRPr>
            </a:lvl2pPr>
            <a:lvl3pPr>
              <a:defRPr sz="2925" b="1">
                <a:solidFill>
                  <a:srgbClr val="C38E37"/>
                </a:solidFill>
                <a:latin typeface="Arial"/>
                <a:ea typeface="Arial"/>
                <a:cs typeface="Arial"/>
              </a:defRPr>
            </a:lvl3pPr>
            <a:lvl4pPr>
              <a:defRPr sz="2925" b="1">
                <a:solidFill>
                  <a:srgbClr val="C38E37"/>
                </a:solidFill>
                <a:latin typeface="Arial"/>
                <a:ea typeface="Arial"/>
                <a:cs typeface="Arial"/>
              </a:defRPr>
            </a:lvl4pPr>
            <a:lvl5pPr>
              <a:defRPr sz="2925" b="1">
                <a:solidFill>
                  <a:srgbClr val="C38E37"/>
                </a:solidFill>
                <a:latin typeface="Arial"/>
                <a:ea typeface="Arial"/>
                <a:cs typeface="Arial"/>
              </a:defRPr>
            </a:lvl5pPr>
            <a:lvl6pPr>
              <a:defRPr sz="2925" b="1">
                <a:solidFill>
                  <a:srgbClr val="C38E37"/>
                </a:solidFill>
                <a:latin typeface="Arial"/>
                <a:ea typeface="Arial"/>
                <a:cs typeface="Arial"/>
              </a:defRPr>
            </a:lvl6pPr>
            <a:lvl7pPr>
              <a:defRPr sz="2925" b="1">
                <a:solidFill>
                  <a:srgbClr val="C38E37"/>
                </a:solidFill>
                <a:latin typeface="Arial"/>
                <a:ea typeface="Arial"/>
                <a:cs typeface="Arial"/>
              </a:defRPr>
            </a:lvl7pPr>
            <a:lvl8pPr>
              <a:defRPr sz="2925" b="1">
                <a:solidFill>
                  <a:srgbClr val="C38E37"/>
                </a:solidFill>
                <a:latin typeface="Arial"/>
                <a:ea typeface="Arial"/>
                <a:cs typeface="Arial"/>
              </a:defRPr>
            </a:lvl8pPr>
            <a:lvl9pPr>
              <a:defRPr sz="2925" b="1">
                <a:solidFill>
                  <a:srgbClr val="C38E37"/>
                </a:solidFill>
                <a:latin typeface="Arial"/>
                <a:ea typeface="Arial"/>
                <a:cs typeface="Arial"/>
              </a:defRPr>
            </a:lvl9pPr>
          </a:lstStyle>
          <a:p xmlns:a="http://schemas.openxmlformats.org/drawingml/2006/main">
            <a:pPr>
              <a:defRPr sz="2925" b="1">
                <a:solidFill>
                  <a:srgbClr val="C38E37"/>
                </a:solidFill>
                <a:latin typeface="Arial"/>
                <a:ea typeface="Arial"/>
                <a:cs typeface="Arial"/>
              </a:defRPr>
            </a:pPr>
            <a:r>
              <a:rPr sz="2925" b="1">
                <a:solidFill>
                  <a:srgbClr val="C38E37"/>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5FD88A75-AFB6-47FC-8BF1-FDB0CD08FD65}"/>
              </a:ext>
            </a:extLst>
          </p:cNvPr>
          <p:cNvSpPr>
            <a:spLocks xmlns:a="http://schemas.openxmlformats.org/drawingml/2006/main" noGrp="1"/>
          </p:cNvSpPr>
          <p:nvPr/>
        </p:nvSpPr>
        <p:spPr>
          <a:xfrm xmlns:a="http://schemas.openxmlformats.org/drawingml/2006/main">
            <a:off x="762000" y="2657475"/>
            <a:ext cx="1905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19050" rIns="19050" bIns="19050" anchor="ctr">
            <a:normAutofit fontScale="100000"/>
          </a:bodyPr>
          <a:lstStyle xmlns:a="http://schemas.openxmlformats.org/drawingml/2006/main">
            <a:defPPr>
              <a:defRPr sz="2100" b="1">
                <a:solidFill>
                  <a:srgbClr val="087E72"/>
                </a:solidFill>
                <a:latin typeface="Arial"/>
                <a:ea typeface="Arial"/>
                <a:cs typeface="Arial"/>
              </a:defRPr>
            </a:defPPr>
            <a:lvl1pPr>
              <a:defRPr sz="2100" b="1">
                <a:solidFill>
                  <a:srgbClr val="087E72"/>
                </a:solidFill>
                <a:latin typeface="Arial"/>
                <a:ea typeface="Arial"/>
                <a:cs typeface="Arial"/>
              </a:defRPr>
            </a:lvl1pPr>
            <a:lvl2pPr>
              <a:defRPr sz="2100" b="1">
                <a:solidFill>
                  <a:srgbClr val="087E72"/>
                </a:solidFill>
                <a:latin typeface="Arial"/>
                <a:ea typeface="Arial"/>
                <a:cs typeface="Arial"/>
              </a:defRPr>
            </a:lvl2pPr>
            <a:lvl3pPr>
              <a:defRPr sz="2100" b="1">
                <a:solidFill>
                  <a:srgbClr val="087E72"/>
                </a:solidFill>
                <a:latin typeface="Arial"/>
                <a:ea typeface="Arial"/>
                <a:cs typeface="Arial"/>
              </a:defRPr>
            </a:lvl3pPr>
            <a:lvl4pPr>
              <a:defRPr sz="2100" b="1">
                <a:solidFill>
                  <a:srgbClr val="087E72"/>
                </a:solidFill>
                <a:latin typeface="Arial"/>
                <a:ea typeface="Arial"/>
                <a:cs typeface="Arial"/>
              </a:defRPr>
            </a:lvl4pPr>
            <a:lvl5pPr>
              <a:defRPr sz="2100" b="1">
                <a:solidFill>
                  <a:srgbClr val="087E72"/>
                </a:solidFill>
                <a:latin typeface="Arial"/>
                <a:ea typeface="Arial"/>
                <a:cs typeface="Arial"/>
              </a:defRPr>
            </a:lvl5pPr>
            <a:lvl6pPr>
              <a:defRPr sz="2100" b="1">
                <a:solidFill>
                  <a:srgbClr val="087E72"/>
                </a:solidFill>
                <a:latin typeface="Arial"/>
                <a:ea typeface="Arial"/>
                <a:cs typeface="Arial"/>
              </a:defRPr>
            </a:lvl6pPr>
            <a:lvl7pPr>
              <a:defRPr sz="2100" b="1">
                <a:solidFill>
                  <a:srgbClr val="087E72"/>
                </a:solidFill>
                <a:latin typeface="Arial"/>
                <a:ea typeface="Arial"/>
                <a:cs typeface="Arial"/>
              </a:defRPr>
            </a:lvl7pPr>
            <a:lvl8pPr>
              <a:defRPr sz="2100" b="1">
                <a:solidFill>
                  <a:srgbClr val="087E72"/>
                </a:solidFill>
                <a:latin typeface="Arial"/>
                <a:ea typeface="Arial"/>
                <a:cs typeface="Arial"/>
              </a:defRPr>
            </a:lvl8pPr>
            <a:lvl9pPr>
              <a:defRPr sz="2100" b="1">
                <a:solidFill>
                  <a:srgbClr val="087E72"/>
                </a:solidFill>
                <a:latin typeface="Arial"/>
                <a:ea typeface="Arial"/>
                <a:cs typeface="Arial"/>
              </a:defRPr>
            </a:lvl9pPr>
          </a:lstStyle>
          <a:p xmlns:a="http://schemas.openxmlformats.org/drawingml/2006/main">
            <a:pPr>
              <a:defRPr sz="2100" b="1">
                <a:solidFill>
                  <a:srgbClr val="087E72"/>
                </a:solidFill>
                <a:latin typeface="Arial"/>
                <a:ea typeface="Arial"/>
                <a:cs typeface="Arial"/>
              </a:defRPr>
            </a:pPr>
            <a:r>
              <a:rPr sz="2100" b="1">
                <a:solidFill>
                  <a:srgbClr val="087E72"/>
                </a:solidFill>
                <a:latin typeface="Arial"/>
                <a:ea typeface="Arial"/>
                <a:cs typeface="Arial"/>
              </a:rPr>
              <a:t>Data</a:t>
            </a:r>
          </a:p>
        </p:txBody>
      </p:sp>
      <p:sp>
        <p:nvSpPr>
          <p:cNvPr id="7" name="">
            <a:extLst xmlns:a="http://schemas.openxmlformats.org/drawingml/2006/main">
              <a:ext uri="{FF2B5EF4-FFF2-40B4-BE49-F238E27FC236}">
                <a16:creationId xmlns:a16="http://schemas.microsoft.com/office/drawing/2014/main" id="{67C7D949-77EF-43B0-89D6-D7EA3928394F}"/>
              </a:ext>
            </a:extLst>
          </p:cNvPr>
          <p:cNvSpPr>
            <a:spLocks xmlns:a="http://schemas.openxmlformats.org/drawingml/2006/main" noGrp="1"/>
          </p:cNvSpPr>
          <p:nvPr/>
        </p:nvSpPr>
        <p:spPr>
          <a:xfrm xmlns:a="http://schemas.openxmlformats.org/drawingml/2006/main">
            <a:off x="762000" y="3143250"/>
            <a:ext cx="1952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19050" rIns="19050" bIns="19050" anchor="ctr">
            <a:normAutofit fontScale="100000"/>
          </a:bodyPr>
          <a:lstStyle xmlns:a="http://schemas.openxmlformats.org/drawingml/2006/main">
            <a:defPPr>
              <a:defRPr sz="1650" b="0">
                <a:solidFill>
                  <a:srgbClr val="5D7273"/>
                </a:solidFill>
                <a:latin typeface="Arial"/>
                <a:ea typeface="Arial"/>
                <a:cs typeface="Arial"/>
              </a:defRPr>
            </a:defPPr>
            <a:lvl1pPr>
              <a:defRPr sz="1650" b="0">
                <a:solidFill>
                  <a:srgbClr val="5D7273"/>
                </a:solidFill>
                <a:latin typeface="Arial"/>
                <a:ea typeface="Arial"/>
                <a:cs typeface="Arial"/>
              </a:defRPr>
            </a:lvl1pPr>
            <a:lvl2pPr>
              <a:defRPr sz="1650" b="0">
                <a:solidFill>
                  <a:srgbClr val="5D7273"/>
                </a:solidFill>
                <a:latin typeface="Arial"/>
                <a:ea typeface="Arial"/>
                <a:cs typeface="Arial"/>
              </a:defRPr>
            </a:lvl2pPr>
            <a:lvl3pPr>
              <a:defRPr sz="1650" b="0">
                <a:solidFill>
                  <a:srgbClr val="5D7273"/>
                </a:solidFill>
                <a:latin typeface="Arial"/>
                <a:ea typeface="Arial"/>
                <a:cs typeface="Arial"/>
              </a:defRPr>
            </a:lvl3pPr>
            <a:lvl4pPr>
              <a:defRPr sz="1650" b="0">
                <a:solidFill>
                  <a:srgbClr val="5D7273"/>
                </a:solidFill>
                <a:latin typeface="Arial"/>
                <a:ea typeface="Arial"/>
                <a:cs typeface="Arial"/>
              </a:defRPr>
            </a:lvl4pPr>
            <a:lvl5pPr>
              <a:defRPr sz="1650" b="0">
                <a:solidFill>
                  <a:srgbClr val="5D7273"/>
                </a:solidFill>
                <a:latin typeface="Arial"/>
                <a:ea typeface="Arial"/>
                <a:cs typeface="Arial"/>
              </a:defRPr>
            </a:lvl5pPr>
            <a:lvl6pPr>
              <a:defRPr sz="1650" b="0">
                <a:solidFill>
                  <a:srgbClr val="5D7273"/>
                </a:solidFill>
                <a:latin typeface="Arial"/>
                <a:ea typeface="Arial"/>
                <a:cs typeface="Arial"/>
              </a:defRPr>
            </a:lvl6pPr>
            <a:lvl7pPr>
              <a:defRPr sz="1650" b="0">
                <a:solidFill>
                  <a:srgbClr val="5D7273"/>
                </a:solidFill>
                <a:latin typeface="Arial"/>
                <a:ea typeface="Arial"/>
                <a:cs typeface="Arial"/>
              </a:defRPr>
            </a:lvl7pPr>
            <a:lvl8pPr>
              <a:defRPr sz="1650" b="0">
                <a:solidFill>
                  <a:srgbClr val="5D7273"/>
                </a:solidFill>
                <a:latin typeface="Arial"/>
                <a:ea typeface="Arial"/>
                <a:cs typeface="Arial"/>
              </a:defRPr>
            </a:lvl8pPr>
            <a:lvl9pPr>
              <a:defRPr sz="1650" b="0">
                <a:solidFill>
                  <a:srgbClr val="5D7273"/>
                </a:solidFill>
                <a:latin typeface="Arial"/>
                <a:ea typeface="Arial"/>
                <a:cs typeface="Arial"/>
              </a:defRPr>
            </a:lvl9pPr>
          </a:lstStyle>
          <a:p xmlns:a="http://schemas.openxmlformats.org/drawingml/2006/main">
            <a:pPr>
              <a:defRPr sz="1650" b="0">
                <a:solidFill>
                  <a:srgbClr val="5D7273"/>
                </a:solidFill>
                <a:latin typeface="Arial"/>
                <a:ea typeface="Arial"/>
                <a:cs typeface="Arial"/>
              </a:defRPr>
            </a:pPr>
            <a:r>
              <a:rPr sz="1650" b="0">
                <a:solidFill>
                  <a:srgbClr val="5D7273"/>
                </a:solidFill>
                <a:latin typeface="Arial"/>
                <a:ea typeface="Arial"/>
                <a:cs typeface="Arial"/>
              </a:rPr>
              <a:t>Dryad / Figshare</a:t>
            </a:r>
          </a:p>
        </p:txBody>
      </p:sp>
      <p:sp>
        <p:nvSpPr>
          <p:cNvPr id="8" name="">
            <a:extLst xmlns:a="http://schemas.openxmlformats.org/drawingml/2006/main">
              <a:ext uri="{FF2B5EF4-FFF2-40B4-BE49-F238E27FC236}">
                <a16:creationId xmlns:a16="http://schemas.microsoft.com/office/drawing/2014/main" id="{7A6B372A-7FFA-4B65-B79D-DB4B0C104820}"/>
              </a:ext>
            </a:extLst>
          </p:cNvPr>
          <p:cNvSpPr>
            <a:spLocks xmlns:a="http://schemas.openxmlformats.org/drawingml/2006/main" noGrp="1"/>
          </p:cNvSpPr>
          <p:nvPr/>
        </p:nvSpPr>
        <p:spPr>
          <a:xfrm xmlns:a="http://schemas.openxmlformats.org/drawingml/2006/main">
            <a:off x="2914650" y="2009775"/>
            <a:ext cx="16192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19050" rIns="19050" bIns="19050" anchor="ctr">
            <a:normAutofit fontScale="100000"/>
          </a:bodyPr>
          <a:lstStyle xmlns:a="http://schemas.openxmlformats.org/drawingml/2006/main">
            <a:defPPr>
              <a:defRPr sz="2925" b="1">
                <a:solidFill>
                  <a:srgbClr val="C38E37"/>
                </a:solidFill>
                <a:latin typeface="Arial"/>
                <a:ea typeface="Arial"/>
                <a:cs typeface="Arial"/>
              </a:defRPr>
            </a:defPPr>
            <a:lvl1pPr>
              <a:defRPr sz="2925" b="1">
                <a:solidFill>
                  <a:srgbClr val="C38E37"/>
                </a:solidFill>
                <a:latin typeface="Arial"/>
                <a:ea typeface="Arial"/>
                <a:cs typeface="Arial"/>
              </a:defRPr>
            </a:lvl1pPr>
            <a:lvl2pPr>
              <a:defRPr sz="2925" b="1">
                <a:solidFill>
                  <a:srgbClr val="C38E37"/>
                </a:solidFill>
                <a:latin typeface="Arial"/>
                <a:ea typeface="Arial"/>
                <a:cs typeface="Arial"/>
              </a:defRPr>
            </a:lvl2pPr>
            <a:lvl3pPr>
              <a:defRPr sz="2925" b="1">
                <a:solidFill>
                  <a:srgbClr val="C38E37"/>
                </a:solidFill>
                <a:latin typeface="Arial"/>
                <a:ea typeface="Arial"/>
                <a:cs typeface="Arial"/>
              </a:defRPr>
            </a:lvl3pPr>
            <a:lvl4pPr>
              <a:defRPr sz="2925" b="1">
                <a:solidFill>
                  <a:srgbClr val="C38E37"/>
                </a:solidFill>
                <a:latin typeface="Arial"/>
                <a:ea typeface="Arial"/>
                <a:cs typeface="Arial"/>
              </a:defRPr>
            </a:lvl4pPr>
            <a:lvl5pPr>
              <a:defRPr sz="2925" b="1">
                <a:solidFill>
                  <a:srgbClr val="C38E37"/>
                </a:solidFill>
                <a:latin typeface="Arial"/>
                <a:ea typeface="Arial"/>
                <a:cs typeface="Arial"/>
              </a:defRPr>
            </a:lvl5pPr>
            <a:lvl6pPr>
              <a:defRPr sz="2925" b="1">
                <a:solidFill>
                  <a:srgbClr val="C38E37"/>
                </a:solidFill>
                <a:latin typeface="Arial"/>
                <a:ea typeface="Arial"/>
                <a:cs typeface="Arial"/>
              </a:defRPr>
            </a:lvl6pPr>
            <a:lvl7pPr>
              <a:defRPr sz="2925" b="1">
                <a:solidFill>
                  <a:srgbClr val="C38E37"/>
                </a:solidFill>
                <a:latin typeface="Arial"/>
                <a:ea typeface="Arial"/>
                <a:cs typeface="Arial"/>
              </a:defRPr>
            </a:lvl7pPr>
            <a:lvl8pPr>
              <a:defRPr sz="2925" b="1">
                <a:solidFill>
                  <a:srgbClr val="C38E37"/>
                </a:solidFill>
                <a:latin typeface="Arial"/>
                <a:ea typeface="Arial"/>
                <a:cs typeface="Arial"/>
              </a:defRPr>
            </a:lvl8pPr>
            <a:lvl9pPr>
              <a:defRPr sz="2925" b="1">
                <a:solidFill>
                  <a:srgbClr val="C38E37"/>
                </a:solidFill>
                <a:latin typeface="Arial"/>
                <a:ea typeface="Arial"/>
                <a:cs typeface="Arial"/>
              </a:defRPr>
            </a:lvl9pPr>
          </a:lstStyle>
          <a:p xmlns:a="http://schemas.openxmlformats.org/drawingml/2006/main">
            <a:pPr>
              <a:defRPr sz="2925" b="1">
                <a:solidFill>
                  <a:srgbClr val="C38E37"/>
                </a:solidFill>
                <a:latin typeface="Arial"/>
                <a:ea typeface="Arial"/>
                <a:cs typeface="Arial"/>
              </a:defRPr>
            </a:pPr>
            <a:r>
              <a:rPr sz="2925" b="1">
                <a:solidFill>
                  <a:srgbClr val="C38E37"/>
                </a:solidFill>
                <a:latin typeface="Arial"/>
                <a:ea typeface="Arial"/>
                <a:cs typeface="Arial"/>
              </a:rPr>
              <a:t>02</a:t>
            </a:r>
          </a:p>
        </p:txBody>
      </p:sp>
      <p:sp>
        <p:nvSpPr>
          <p:cNvPr id="9" name="">
            <a:extLst xmlns:a="http://schemas.openxmlformats.org/drawingml/2006/main">
              <a:ext uri="{FF2B5EF4-FFF2-40B4-BE49-F238E27FC236}">
                <a16:creationId xmlns:a16="http://schemas.microsoft.com/office/drawing/2014/main" id="{2DEECE30-8B6F-438B-9CE7-F70C12DA99C5}"/>
              </a:ext>
            </a:extLst>
          </p:cNvPr>
          <p:cNvSpPr>
            <a:spLocks xmlns:a="http://schemas.openxmlformats.org/drawingml/2006/main" noGrp="1"/>
          </p:cNvSpPr>
          <p:nvPr/>
        </p:nvSpPr>
        <p:spPr>
          <a:xfrm xmlns:a="http://schemas.openxmlformats.org/drawingml/2006/main">
            <a:off x="2914650" y="2657475"/>
            <a:ext cx="1905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19050" rIns="19050" bIns="19050" anchor="ctr">
            <a:normAutofit fontScale="100000"/>
          </a:bodyPr>
          <a:lstStyle xmlns:a="http://schemas.openxmlformats.org/drawingml/2006/main">
            <a:defPPr>
              <a:defRPr sz="2100" b="1">
                <a:solidFill>
                  <a:srgbClr val="087E72"/>
                </a:solidFill>
                <a:latin typeface="Arial"/>
                <a:ea typeface="Arial"/>
                <a:cs typeface="Arial"/>
              </a:defRPr>
            </a:defPPr>
            <a:lvl1pPr>
              <a:defRPr sz="2100" b="1">
                <a:solidFill>
                  <a:srgbClr val="087E72"/>
                </a:solidFill>
                <a:latin typeface="Arial"/>
                <a:ea typeface="Arial"/>
                <a:cs typeface="Arial"/>
              </a:defRPr>
            </a:lvl1pPr>
            <a:lvl2pPr>
              <a:defRPr sz="2100" b="1">
                <a:solidFill>
                  <a:srgbClr val="087E72"/>
                </a:solidFill>
                <a:latin typeface="Arial"/>
                <a:ea typeface="Arial"/>
                <a:cs typeface="Arial"/>
              </a:defRPr>
            </a:lvl2pPr>
            <a:lvl3pPr>
              <a:defRPr sz="2100" b="1">
                <a:solidFill>
                  <a:srgbClr val="087E72"/>
                </a:solidFill>
                <a:latin typeface="Arial"/>
                <a:ea typeface="Arial"/>
                <a:cs typeface="Arial"/>
              </a:defRPr>
            </a:lvl3pPr>
            <a:lvl4pPr>
              <a:defRPr sz="2100" b="1">
                <a:solidFill>
                  <a:srgbClr val="087E72"/>
                </a:solidFill>
                <a:latin typeface="Arial"/>
                <a:ea typeface="Arial"/>
                <a:cs typeface="Arial"/>
              </a:defRPr>
            </a:lvl4pPr>
            <a:lvl5pPr>
              <a:defRPr sz="2100" b="1">
                <a:solidFill>
                  <a:srgbClr val="087E72"/>
                </a:solidFill>
                <a:latin typeface="Arial"/>
                <a:ea typeface="Arial"/>
                <a:cs typeface="Arial"/>
              </a:defRPr>
            </a:lvl5pPr>
            <a:lvl6pPr>
              <a:defRPr sz="2100" b="1">
                <a:solidFill>
                  <a:srgbClr val="087E72"/>
                </a:solidFill>
                <a:latin typeface="Arial"/>
                <a:ea typeface="Arial"/>
                <a:cs typeface="Arial"/>
              </a:defRPr>
            </a:lvl6pPr>
            <a:lvl7pPr>
              <a:defRPr sz="2100" b="1">
                <a:solidFill>
                  <a:srgbClr val="087E72"/>
                </a:solidFill>
                <a:latin typeface="Arial"/>
                <a:ea typeface="Arial"/>
                <a:cs typeface="Arial"/>
              </a:defRPr>
            </a:lvl7pPr>
            <a:lvl8pPr>
              <a:defRPr sz="2100" b="1">
                <a:solidFill>
                  <a:srgbClr val="087E72"/>
                </a:solidFill>
                <a:latin typeface="Arial"/>
                <a:ea typeface="Arial"/>
                <a:cs typeface="Arial"/>
              </a:defRPr>
            </a:lvl8pPr>
            <a:lvl9pPr>
              <a:defRPr sz="2100" b="1">
                <a:solidFill>
                  <a:srgbClr val="087E72"/>
                </a:solidFill>
                <a:latin typeface="Arial"/>
                <a:ea typeface="Arial"/>
                <a:cs typeface="Arial"/>
              </a:defRPr>
            </a:lvl9pPr>
          </a:lstStyle>
          <a:p xmlns:a="http://schemas.openxmlformats.org/drawingml/2006/main">
            <a:pPr>
              <a:defRPr sz="2100" b="1">
                <a:solidFill>
                  <a:srgbClr val="087E72"/>
                </a:solidFill>
                <a:latin typeface="Arial"/>
                <a:ea typeface="Arial"/>
                <a:cs typeface="Arial"/>
              </a:defRPr>
            </a:pPr>
            <a:r>
              <a:rPr sz="2100" b="1">
                <a:solidFill>
                  <a:srgbClr val="087E72"/>
                </a:solidFill>
                <a:latin typeface="Arial"/>
                <a:ea typeface="Arial"/>
                <a:cs typeface="Arial"/>
              </a:rPr>
              <a:t>QC</a:t>
            </a:r>
          </a:p>
        </p:txBody>
      </p:sp>
      <p:sp>
        <p:nvSpPr>
          <p:cNvPr id="10" name="">
            <a:extLst xmlns:a="http://schemas.openxmlformats.org/drawingml/2006/main">
              <a:ext uri="{FF2B5EF4-FFF2-40B4-BE49-F238E27FC236}">
                <a16:creationId xmlns:a16="http://schemas.microsoft.com/office/drawing/2014/main" id="{90938039-9F7B-49F8-9719-C7DE50305449}"/>
              </a:ext>
            </a:extLst>
          </p:cNvPr>
          <p:cNvSpPr>
            <a:spLocks xmlns:a="http://schemas.openxmlformats.org/drawingml/2006/main" noGrp="1"/>
          </p:cNvSpPr>
          <p:nvPr/>
        </p:nvSpPr>
        <p:spPr>
          <a:xfrm xmlns:a="http://schemas.openxmlformats.org/drawingml/2006/main">
            <a:off x="2914650" y="3143250"/>
            <a:ext cx="1952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19050" rIns="19050" bIns="19050" anchor="ctr">
            <a:normAutofit fontScale="100000"/>
          </a:bodyPr>
          <a:lstStyle xmlns:a="http://schemas.openxmlformats.org/drawingml/2006/main">
            <a:defPPr>
              <a:defRPr sz="1650" b="0">
                <a:solidFill>
                  <a:srgbClr val="5D7273"/>
                </a:solidFill>
                <a:latin typeface="Arial"/>
                <a:ea typeface="Arial"/>
                <a:cs typeface="Arial"/>
              </a:defRPr>
            </a:defPPr>
            <a:lvl1pPr>
              <a:defRPr sz="1650" b="0">
                <a:solidFill>
                  <a:srgbClr val="5D7273"/>
                </a:solidFill>
                <a:latin typeface="Arial"/>
                <a:ea typeface="Arial"/>
                <a:cs typeface="Arial"/>
              </a:defRPr>
            </a:lvl1pPr>
            <a:lvl2pPr>
              <a:defRPr sz="1650" b="0">
                <a:solidFill>
                  <a:srgbClr val="5D7273"/>
                </a:solidFill>
                <a:latin typeface="Arial"/>
                <a:ea typeface="Arial"/>
                <a:cs typeface="Arial"/>
              </a:defRPr>
            </a:lvl2pPr>
            <a:lvl3pPr>
              <a:defRPr sz="1650" b="0">
                <a:solidFill>
                  <a:srgbClr val="5D7273"/>
                </a:solidFill>
                <a:latin typeface="Arial"/>
                <a:ea typeface="Arial"/>
                <a:cs typeface="Arial"/>
              </a:defRPr>
            </a:lvl3pPr>
            <a:lvl4pPr>
              <a:defRPr sz="1650" b="0">
                <a:solidFill>
                  <a:srgbClr val="5D7273"/>
                </a:solidFill>
                <a:latin typeface="Arial"/>
                <a:ea typeface="Arial"/>
                <a:cs typeface="Arial"/>
              </a:defRPr>
            </a:lvl4pPr>
            <a:lvl5pPr>
              <a:defRPr sz="1650" b="0">
                <a:solidFill>
                  <a:srgbClr val="5D7273"/>
                </a:solidFill>
                <a:latin typeface="Arial"/>
                <a:ea typeface="Arial"/>
                <a:cs typeface="Arial"/>
              </a:defRPr>
            </a:lvl5pPr>
            <a:lvl6pPr>
              <a:defRPr sz="1650" b="0">
                <a:solidFill>
                  <a:srgbClr val="5D7273"/>
                </a:solidFill>
                <a:latin typeface="Arial"/>
                <a:ea typeface="Arial"/>
                <a:cs typeface="Arial"/>
              </a:defRPr>
            </a:lvl6pPr>
            <a:lvl7pPr>
              <a:defRPr sz="1650" b="0">
                <a:solidFill>
                  <a:srgbClr val="5D7273"/>
                </a:solidFill>
                <a:latin typeface="Arial"/>
                <a:ea typeface="Arial"/>
                <a:cs typeface="Arial"/>
              </a:defRPr>
            </a:lvl7pPr>
            <a:lvl8pPr>
              <a:defRPr sz="1650" b="0">
                <a:solidFill>
                  <a:srgbClr val="5D7273"/>
                </a:solidFill>
                <a:latin typeface="Arial"/>
                <a:ea typeface="Arial"/>
                <a:cs typeface="Arial"/>
              </a:defRPr>
            </a:lvl8pPr>
            <a:lvl9pPr>
              <a:defRPr sz="1650" b="0">
                <a:solidFill>
                  <a:srgbClr val="5D7273"/>
                </a:solidFill>
                <a:latin typeface="Arial"/>
                <a:ea typeface="Arial"/>
                <a:cs typeface="Arial"/>
              </a:defRPr>
            </a:lvl9pPr>
          </a:lstStyle>
          <a:p xmlns:a="http://schemas.openxmlformats.org/drawingml/2006/main">
            <a:pPr>
              <a:defRPr sz="1650" b="0">
                <a:solidFill>
                  <a:srgbClr val="5D7273"/>
                </a:solidFill>
                <a:latin typeface="Arial"/>
                <a:ea typeface="Arial"/>
                <a:cs typeface="Arial"/>
              </a:defRPr>
            </a:pPr>
            <a:r>
              <a:rPr sz="1650" b="0">
                <a:solidFill>
                  <a:srgbClr val="5D7273"/>
                </a:solidFill>
                <a:latin typeface="Arial"/>
                <a:ea typeface="Arial"/>
                <a:cs typeface="Arial"/>
              </a:rPr>
              <a:t>Sampel / SNP</a:t>
            </a:r>
          </a:p>
        </p:txBody>
      </p:sp>
      <p:sp>
        <p:nvSpPr>
          <p:cNvPr id="11" name="">
            <a:extLst xmlns:a="http://schemas.openxmlformats.org/drawingml/2006/main">
              <a:ext uri="{FF2B5EF4-FFF2-40B4-BE49-F238E27FC236}">
                <a16:creationId xmlns:a16="http://schemas.microsoft.com/office/drawing/2014/main" id="{AFACD81A-A293-4FF5-9B94-03168D09AC44}"/>
              </a:ext>
            </a:extLst>
          </p:cNvPr>
          <p:cNvSpPr>
            <a:spLocks xmlns:a="http://schemas.openxmlformats.org/drawingml/2006/main" noGrp="1"/>
          </p:cNvSpPr>
          <p:nvPr/>
        </p:nvSpPr>
        <p:spPr>
          <a:xfrm xmlns:a="http://schemas.openxmlformats.org/drawingml/2006/main">
            <a:off x="5067300" y="2009775"/>
            <a:ext cx="16192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19050" rIns="19050" bIns="19050" anchor="ctr">
            <a:normAutofit fontScale="100000"/>
          </a:bodyPr>
          <a:lstStyle xmlns:a="http://schemas.openxmlformats.org/drawingml/2006/main">
            <a:defPPr>
              <a:defRPr sz="2925" b="1">
                <a:solidFill>
                  <a:srgbClr val="C38E37"/>
                </a:solidFill>
                <a:latin typeface="Arial"/>
                <a:ea typeface="Arial"/>
                <a:cs typeface="Arial"/>
              </a:defRPr>
            </a:defPPr>
            <a:lvl1pPr>
              <a:defRPr sz="2925" b="1">
                <a:solidFill>
                  <a:srgbClr val="C38E37"/>
                </a:solidFill>
                <a:latin typeface="Arial"/>
                <a:ea typeface="Arial"/>
                <a:cs typeface="Arial"/>
              </a:defRPr>
            </a:lvl1pPr>
            <a:lvl2pPr>
              <a:defRPr sz="2925" b="1">
                <a:solidFill>
                  <a:srgbClr val="C38E37"/>
                </a:solidFill>
                <a:latin typeface="Arial"/>
                <a:ea typeface="Arial"/>
                <a:cs typeface="Arial"/>
              </a:defRPr>
            </a:lvl2pPr>
            <a:lvl3pPr>
              <a:defRPr sz="2925" b="1">
                <a:solidFill>
                  <a:srgbClr val="C38E37"/>
                </a:solidFill>
                <a:latin typeface="Arial"/>
                <a:ea typeface="Arial"/>
                <a:cs typeface="Arial"/>
              </a:defRPr>
            </a:lvl3pPr>
            <a:lvl4pPr>
              <a:defRPr sz="2925" b="1">
                <a:solidFill>
                  <a:srgbClr val="C38E37"/>
                </a:solidFill>
                <a:latin typeface="Arial"/>
                <a:ea typeface="Arial"/>
                <a:cs typeface="Arial"/>
              </a:defRPr>
            </a:lvl4pPr>
            <a:lvl5pPr>
              <a:defRPr sz="2925" b="1">
                <a:solidFill>
                  <a:srgbClr val="C38E37"/>
                </a:solidFill>
                <a:latin typeface="Arial"/>
                <a:ea typeface="Arial"/>
                <a:cs typeface="Arial"/>
              </a:defRPr>
            </a:lvl5pPr>
            <a:lvl6pPr>
              <a:defRPr sz="2925" b="1">
                <a:solidFill>
                  <a:srgbClr val="C38E37"/>
                </a:solidFill>
                <a:latin typeface="Arial"/>
                <a:ea typeface="Arial"/>
                <a:cs typeface="Arial"/>
              </a:defRPr>
            </a:lvl6pPr>
            <a:lvl7pPr>
              <a:defRPr sz="2925" b="1">
                <a:solidFill>
                  <a:srgbClr val="C38E37"/>
                </a:solidFill>
                <a:latin typeface="Arial"/>
                <a:ea typeface="Arial"/>
                <a:cs typeface="Arial"/>
              </a:defRPr>
            </a:lvl7pPr>
            <a:lvl8pPr>
              <a:defRPr sz="2925" b="1">
                <a:solidFill>
                  <a:srgbClr val="C38E37"/>
                </a:solidFill>
                <a:latin typeface="Arial"/>
                <a:ea typeface="Arial"/>
                <a:cs typeface="Arial"/>
              </a:defRPr>
            </a:lvl8pPr>
            <a:lvl9pPr>
              <a:defRPr sz="2925" b="1">
                <a:solidFill>
                  <a:srgbClr val="C38E37"/>
                </a:solidFill>
                <a:latin typeface="Arial"/>
                <a:ea typeface="Arial"/>
                <a:cs typeface="Arial"/>
              </a:defRPr>
            </a:lvl9pPr>
          </a:lstStyle>
          <a:p xmlns:a="http://schemas.openxmlformats.org/drawingml/2006/main">
            <a:pPr>
              <a:defRPr sz="2925" b="1">
                <a:solidFill>
                  <a:srgbClr val="C38E37"/>
                </a:solidFill>
                <a:latin typeface="Arial"/>
                <a:ea typeface="Arial"/>
                <a:cs typeface="Arial"/>
              </a:defRPr>
            </a:pPr>
            <a:r>
              <a:rPr sz="2925" b="1">
                <a:solidFill>
                  <a:srgbClr val="C38E37"/>
                </a:solidFill>
                <a:latin typeface="Arial"/>
                <a:ea typeface="Arial"/>
                <a:cs typeface="Arial"/>
              </a:rPr>
              <a:t>03</a:t>
            </a:r>
          </a:p>
        </p:txBody>
      </p:sp>
      <p:sp>
        <p:nvSpPr>
          <p:cNvPr id="12" name="">
            <a:extLst xmlns:a="http://schemas.openxmlformats.org/drawingml/2006/main">
              <a:ext uri="{FF2B5EF4-FFF2-40B4-BE49-F238E27FC236}">
                <a16:creationId xmlns:a16="http://schemas.microsoft.com/office/drawing/2014/main" id="{938355E8-341E-4300-AB35-A0B6CD672984}"/>
              </a:ext>
            </a:extLst>
          </p:cNvPr>
          <p:cNvSpPr>
            <a:spLocks xmlns:a="http://schemas.openxmlformats.org/drawingml/2006/main" noGrp="1"/>
          </p:cNvSpPr>
          <p:nvPr/>
        </p:nvSpPr>
        <p:spPr>
          <a:xfrm xmlns:a="http://schemas.openxmlformats.org/drawingml/2006/main">
            <a:off x="5067300" y="2657475"/>
            <a:ext cx="1905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19050" rIns="19050" bIns="19050" anchor="ctr">
            <a:normAutofit fontScale="100000"/>
          </a:bodyPr>
          <a:lstStyle xmlns:a="http://schemas.openxmlformats.org/drawingml/2006/main">
            <a:defPPr>
              <a:defRPr sz="2100" b="1">
                <a:solidFill>
                  <a:srgbClr val="087E72"/>
                </a:solidFill>
                <a:latin typeface="Arial"/>
                <a:ea typeface="Arial"/>
                <a:cs typeface="Arial"/>
              </a:defRPr>
            </a:defPPr>
            <a:lvl1pPr>
              <a:defRPr sz="2100" b="1">
                <a:solidFill>
                  <a:srgbClr val="087E72"/>
                </a:solidFill>
                <a:latin typeface="Arial"/>
                <a:ea typeface="Arial"/>
                <a:cs typeface="Arial"/>
              </a:defRPr>
            </a:lvl1pPr>
            <a:lvl2pPr>
              <a:defRPr sz="2100" b="1">
                <a:solidFill>
                  <a:srgbClr val="087E72"/>
                </a:solidFill>
                <a:latin typeface="Arial"/>
                <a:ea typeface="Arial"/>
                <a:cs typeface="Arial"/>
              </a:defRPr>
            </a:lvl2pPr>
            <a:lvl3pPr>
              <a:defRPr sz="2100" b="1">
                <a:solidFill>
                  <a:srgbClr val="087E72"/>
                </a:solidFill>
                <a:latin typeface="Arial"/>
                <a:ea typeface="Arial"/>
                <a:cs typeface="Arial"/>
              </a:defRPr>
            </a:lvl3pPr>
            <a:lvl4pPr>
              <a:defRPr sz="2100" b="1">
                <a:solidFill>
                  <a:srgbClr val="087E72"/>
                </a:solidFill>
                <a:latin typeface="Arial"/>
                <a:ea typeface="Arial"/>
                <a:cs typeface="Arial"/>
              </a:defRPr>
            </a:lvl4pPr>
            <a:lvl5pPr>
              <a:defRPr sz="2100" b="1">
                <a:solidFill>
                  <a:srgbClr val="087E72"/>
                </a:solidFill>
                <a:latin typeface="Arial"/>
                <a:ea typeface="Arial"/>
                <a:cs typeface="Arial"/>
              </a:defRPr>
            </a:lvl5pPr>
            <a:lvl6pPr>
              <a:defRPr sz="2100" b="1">
                <a:solidFill>
                  <a:srgbClr val="087E72"/>
                </a:solidFill>
                <a:latin typeface="Arial"/>
                <a:ea typeface="Arial"/>
                <a:cs typeface="Arial"/>
              </a:defRPr>
            </a:lvl6pPr>
            <a:lvl7pPr>
              <a:defRPr sz="2100" b="1">
                <a:solidFill>
                  <a:srgbClr val="087E72"/>
                </a:solidFill>
                <a:latin typeface="Arial"/>
                <a:ea typeface="Arial"/>
                <a:cs typeface="Arial"/>
              </a:defRPr>
            </a:lvl7pPr>
            <a:lvl8pPr>
              <a:defRPr sz="2100" b="1">
                <a:solidFill>
                  <a:srgbClr val="087E72"/>
                </a:solidFill>
                <a:latin typeface="Arial"/>
                <a:ea typeface="Arial"/>
                <a:cs typeface="Arial"/>
              </a:defRPr>
            </a:lvl8pPr>
            <a:lvl9pPr>
              <a:defRPr sz="2100" b="1">
                <a:solidFill>
                  <a:srgbClr val="087E72"/>
                </a:solidFill>
                <a:latin typeface="Arial"/>
                <a:ea typeface="Arial"/>
                <a:cs typeface="Arial"/>
              </a:defRPr>
            </a:lvl9pPr>
          </a:lstStyle>
          <a:p xmlns:a="http://schemas.openxmlformats.org/drawingml/2006/main">
            <a:pPr>
              <a:defRPr sz="2100" b="1">
                <a:solidFill>
                  <a:srgbClr val="087E72"/>
                </a:solidFill>
                <a:latin typeface="Arial"/>
                <a:ea typeface="Arial"/>
                <a:cs typeface="Arial"/>
              </a:defRPr>
            </a:pPr>
            <a:r>
              <a:rPr sz="2100" b="1">
                <a:solidFill>
                  <a:srgbClr val="087E72"/>
                </a:solidFill>
                <a:latin typeface="Arial"/>
                <a:ea typeface="Arial"/>
                <a:cs typeface="Arial"/>
              </a:rPr>
              <a:t>Ranking</a:t>
            </a:r>
          </a:p>
        </p:txBody>
      </p:sp>
      <p:sp>
        <p:nvSpPr>
          <p:cNvPr id="13" name="">
            <a:extLst xmlns:a="http://schemas.openxmlformats.org/drawingml/2006/main">
              <a:ext uri="{FF2B5EF4-FFF2-40B4-BE49-F238E27FC236}">
                <a16:creationId xmlns:a16="http://schemas.microsoft.com/office/drawing/2014/main" id="{32D2E82B-C653-4A24-A263-CDAD3CC526CB}"/>
              </a:ext>
            </a:extLst>
          </p:cNvPr>
          <p:cNvSpPr>
            <a:spLocks xmlns:a="http://schemas.openxmlformats.org/drawingml/2006/main" noGrp="1"/>
          </p:cNvSpPr>
          <p:nvPr/>
        </p:nvSpPr>
        <p:spPr>
          <a:xfrm xmlns:a="http://schemas.openxmlformats.org/drawingml/2006/main">
            <a:off x="5067300" y="3143250"/>
            <a:ext cx="1952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19050" rIns="19050" bIns="19050" anchor="ctr">
            <a:normAutofit fontScale="100000"/>
          </a:bodyPr>
          <a:lstStyle xmlns:a="http://schemas.openxmlformats.org/drawingml/2006/main">
            <a:defPPr>
              <a:defRPr sz="1650" b="0">
                <a:solidFill>
                  <a:srgbClr val="5D7273"/>
                </a:solidFill>
                <a:latin typeface="Arial"/>
                <a:ea typeface="Arial"/>
                <a:cs typeface="Arial"/>
              </a:defRPr>
            </a:defPPr>
            <a:lvl1pPr>
              <a:defRPr sz="1650" b="0">
                <a:solidFill>
                  <a:srgbClr val="5D7273"/>
                </a:solidFill>
                <a:latin typeface="Arial"/>
                <a:ea typeface="Arial"/>
                <a:cs typeface="Arial"/>
              </a:defRPr>
            </a:lvl1pPr>
            <a:lvl2pPr>
              <a:defRPr sz="1650" b="0">
                <a:solidFill>
                  <a:srgbClr val="5D7273"/>
                </a:solidFill>
                <a:latin typeface="Arial"/>
                <a:ea typeface="Arial"/>
                <a:cs typeface="Arial"/>
              </a:defRPr>
            </a:lvl2pPr>
            <a:lvl3pPr>
              <a:defRPr sz="1650" b="0">
                <a:solidFill>
                  <a:srgbClr val="5D7273"/>
                </a:solidFill>
                <a:latin typeface="Arial"/>
                <a:ea typeface="Arial"/>
                <a:cs typeface="Arial"/>
              </a:defRPr>
            </a:lvl3pPr>
            <a:lvl4pPr>
              <a:defRPr sz="1650" b="0">
                <a:solidFill>
                  <a:srgbClr val="5D7273"/>
                </a:solidFill>
                <a:latin typeface="Arial"/>
                <a:ea typeface="Arial"/>
                <a:cs typeface="Arial"/>
              </a:defRPr>
            </a:lvl4pPr>
            <a:lvl5pPr>
              <a:defRPr sz="1650" b="0">
                <a:solidFill>
                  <a:srgbClr val="5D7273"/>
                </a:solidFill>
                <a:latin typeface="Arial"/>
                <a:ea typeface="Arial"/>
                <a:cs typeface="Arial"/>
              </a:defRPr>
            </a:lvl5pPr>
            <a:lvl6pPr>
              <a:defRPr sz="1650" b="0">
                <a:solidFill>
                  <a:srgbClr val="5D7273"/>
                </a:solidFill>
                <a:latin typeface="Arial"/>
                <a:ea typeface="Arial"/>
                <a:cs typeface="Arial"/>
              </a:defRPr>
            </a:lvl6pPr>
            <a:lvl7pPr>
              <a:defRPr sz="1650" b="0">
                <a:solidFill>
                  <a:srgbClr val="5D7273"/>
                </a:solidFill>
                <a:latin typeface="Arial"/>
                <a:ea typeface="Arial"/>
                <a:cs typeface="Arial"/>
              </a:defRPr>
            </a:lvl7pPr>
            <a:lvl8pPr>
              <a:defRPr sz="1650" b="0">
                <a:solidFill>
                  <a:srgbClr val="5D7273"/>
                </a:solidFill>
                <a:latin typeface="Arial"/>
                <a:ea typeface="Arial"/>
                <a:cs typeface="Arial"/>
              </a:defRPr>
            </a:lvl8pPr>
            <a:lvl9pPr>
              <a:defRPr sz="1650" b="0">
                <a:solidFill>
                  <a:srgbClr val="5D7273"/>
                </a:solidFill>
                <a:latin typeface="Arial"/>
                <a:ea typeface="Arial"/>
                <a:cs typeface="Arial"/>
              </a:defRPr>
            </a:lvl9pPr>
          </a:lstStyle>
          <a:p xmlns:a="http://schemas.openxmlformats.org/drawingml/2006/main">
            <a:pPr>
              <a:defRPr sz="1650" b="0">
                <a:solidFill>
                  <a:srgbClr val="5D7273"/>
                </a:solidFill>
                <a:latin typeface="Arial"/>
                <a:ea typeface="Arial"/>
                <a:cs typeface="Arial"/>
              </a:defRPr>
            </a:pPr>
            <a:r>
              <a:rPr sz="1650" b="0">
                <a:solidFill>
                  <a:srgbClr val="5D7273"/>
                </a:solidFill>
                <a:latin typeface="Arial"/>
                <a:ea typeface="Arial"/>
                <a:cs typeface="Arial"/>
              </a:rPr>
              <a:t>Training saja</a:t>
            </a:r>
          </a:p>
        </p:txBody>
      </p:sp>
      <p:sp>
        <p:nvSpPr>
          <p:cNvPr id="14" name="">
            <a:extLst xmlns:a="http://schemas.openxmlformats.org/drawingml/2006/main">
              <a:ext uri="{FF2B5EF4-FFF2-40B4-BE49-F238E27FC236}">
                <a16:creationId xmlns:a16="http://schemas.microsoft.com/office/drawing/2014/main" id="{AD2AE04E-90F1-4D54-A736-549FA4749AF6}"/>
              </a:ext>
            </a:extLst>
          </p:cNvPr>
          <p:cNvSpPr>
            <a:spLocks xmlns:a="http://schemas.openxmlformats.org/drawingml/2006/main" noGrp="1"/>
          </p:cNvSpPr>
          <p:nvPr/>
        </p:nvSpPr>
        <p:spPr>
          <a:xfrm xmlns:a="http://schemas.openxmlformats.org/drawingml/2006/main">
            <a:off x="7219950" y="2009775"/>
            <a:ext cx="16192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19050" rIns="19050" bIns="19050" anchor="ctr">
            <a:normAutofit fontScale="100000"/>
          </a:bodyPr>
          <a:lstStyle xmlns:a="http://schemas.openxmlformats.org/drawingml/2006/main">
            <a:defPPr>
              <a:defRPr sz="2925" b="1">
                <a:solidFill>
                  <a:srgbClr val="C38E37"/>
                </a:solidFill>
                <a:latin typeface="Arial"/>
                <a:ea typeface="Arial"/>
                <a:cs typeface="Arial"/>
              </a:defRPr>
            </a:defPPr>
            <a:lvl1pPr>
              <a:defRPr sz="2925" b="1">
                <a:solidFill>
                  <a:srgbClr val="C38E37"/>
                </a:solidFill>
                <a:latin typeface="Arial"/>
                <a:ea typeface="Arial"/>
                <a:cs typeface="Arial"/>
              </a:defRPr>
            </a:lvl1pPr>
            <a:lvl2pPr>
              <a:defRPr sz="2925" b="1">
                <a:solidFill>
                  <a:srgbClr val="C38E37"/>
                </a:solidFill>
                <a:latin typeface="Arial"/>
                <a:ea typeface="Arial"/>
                <a:cs typeface="Arial"/>
              </a:defRPr>
            </a:lvl2pPr>
            <a:lvl3pPr>
              <a:defRPr sz="2925" b="1">
                <a:solidFill>
                  <a:srgbClr val="C38E37"/>
                </a:solidFill>
                <a:latin typeface="Arial"/>
                <a:ea typeface="Arial"/>
                <a:cs typeface="Arial"/>
              </a:defRPr>
            </a:lvl3pPr>
            <a:lvl4pPr>
              <a:defRPr sz="2925" b="1">
                <a:solidFill>
                  <a:srgbClr val="C38E37"/>
                </a:solidFill>
                <a:latin typeface="Arial"/>
                <a:ea typeface="Arial"/>
                <a:cs typeface="Arial"/>
              </a:defRPr>
            </a:lvl4pPr>
            <a:lvl5pPr>
              <a:defRPr sz="2925" b="1">
                <a:solidFill>
                  <a:srgbClr val="C38E37"/>
                </a:solidFill>
                <a:latin typeface="Arial"/>
                <a:ea typeface="Arial"/>
                <a:cs typeface="Arial"/>
              </a:defRPr>
            </a:lvl5pPr>
            <a:lvl6pPr>
              <a:defRPr sz="2925" b="1">
                <a:solidFill>
                  <a:srgbClr val="C38E37"/>
                </a:solidFill>
                <a:latin typeface="Arial"/>
                <a:ea typeface="Arial"/>
                <a:cs typeface="Arial"/>
              </a:defRPr>
            </a:lvl6pPr>
            <a:lvl7pPr>
              <a:defRPr sz="2925" b="1">
                <a:solidFill>
                  <a:srgbClr val="C38E37"/>
                </a:solidFill>
                <a:latin typeface="Arial"/>
                <a:ea typeface="Arial"/>
                <a:cs typeface="Arial"/>
              </a:defRPr>
            </a:lvl7pPr>
            <a:lvl8pPr>
              <a:defRPr sz="2925" b="1">
                <a:solidFill>
                  <a:srgbClr val="C38E37"/>
                </a:solidFill>
                <a:latin typeface="Arial"/>
                <a:ea typeface="Arial"/>
                <a:cs typeface="Arial"/>
              </a:defRPr>
            </a:lvl8pPr>
            <a:lvl9pPr>
              <a:defRPr sz="2925" b="1">
                <a:solidFill>
                  <a:srgbClr val="C38E37"/>
                </a:solidFill>
                <a:latin typeface="Arial"/>
                <a:ea typeface="Arial"/>
                <a:cs typeface="Arial"/>
              </a:defRPr>
            </a:lvl9pPr>
          </a:lstStyle>
          <a:p xmlns:a="http://schemas.openxmlformats.org/drawingml/2006/main">
            <a:pPr>
              <a:defRPr sz="2925" b="1">
                <a:solidFill>
                  <a:srgbClr val="C38E37"/>
                </a:solidFill>
                <a:latin typeface="Arial"/>
                <a:ea typeface="Arial"/>
                <a:cs typeface="Arial"/>
              </a:defRPr>
            </a:pPr>
            <a:r>
              <a:rPr sz="2925" b="1">
                <a:solidFill>
                  <a:srgbClr val="C38E37"/>
                </a:solidFill>
                <a:latin typeface="Arial"/>
                <a:ea typeface="Arial"/>
                <a:cs typeface="Arial"/>
              </a:rPr>
              <a:t>04</a:t>
            </a:r>
          </a:p>
        </p:txBody>
      </p:sp>
      <p:sp>
        <p:nvSpPr>
          <p:cNvPr id="15" name="">
            <a:extLst xmlns:a="http://schemas.openxmlformats.org/drawingml/2006/main">
              <a:ext uri="{FF2B5EF4-FFF2-40B4-BE49-F238E27FC236}">
                <a16:creationId xmlns:a16="http://schemas.microsoft.com/office/drawing/2014/main" id="{151C9F5B-9A7A-4BC4-B19E-AFD0D499CA89}"/>
              </a:ext>
            </a:extLst>
          </p:cNvPr>
          <p:cNvSpPr>
            <a:spLocks xmlns:a="http://schemas.openxmlformats.org/drawingml/2006/main" noGrp="1"/>
          </p:cNvSpPr>
          <p:nvPr/>
        </p:nvSpPr>
        <p:spPr>
          <a:xfrm xmlns:a="http://schemas.openxmlformats.org/drawingml/2006/main">
            <a:off x="7219950" y="2657475"/>
            <a:ext cx="1905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19050" rIns="19050" bIns="19050" anchor="ctr">
            <a:normAutofit fontScale="100000"/>
          </a:bodyPr>
          <a:lstStyle xmlns:a="http://schemas.openxmlformats.org/drawingml/2006/main">
            <a:defPPr>
              <a:defRPr sz="2100" b="1">
                <a:solidFill>
                  <a:srgbClr val="087E72"/>
                </a:solidFill>
                <a:latin typeface="Arial"/>
                <a:ea typeface="Arial"/>
                <a:cs typeface="Arial"/>
              </a:defRPr>
            </a:defPPr>
            <a:lvl1pPr>
              <a:defRPr sz="2100" b="1">
                <a:solidFill>
                  <a:srgbClr val="087E72"/>
                </a:solidFill>
                <a:latin typeface="Arial"/>
                <a:ea typeface="Arial"/>
                <a:cs typeface="Arial"/>
              </a:defRPr>
            </a:lvl1pPr>
            <a:lvl2pPr>
              <a:defRPr sz="2100" b="1">
                <a:solidFill>
                  <a:srgbClr val="087E72"/>
                </a:solidFill>
                <a:latin typeface="Arial"/>
                <a:ea typeface="Arial"/>
                <a:cs typeface="Arial"/>
              </a:defRPr>
            </a:lvl2pPr>
            <a:lvl3pPr>
              <a:defRPr sz="2100" b="1">
                <a:solidFill>
                  <a:srgbClr val="087E72"/>
                </a:solidFill>
                <a:latin typeface="Arial"/>
                <a:ea typeface="Arial"/>
                <a:cs typeface="Arial"/>
              </a:defRPr>
            </a:lvl3pPr>
            <a:lvl4pPr>
              <a:defRPr sz="2100" b="1">
                <a:solidFill>
                  <a:srgbClr val="087E72"/>
                </a:solidFill>
                <a:latin typeface="Arial"/>
                <a:ea typeface="Arial"/>
                <a:cs typeface="Arial"/>
              </a:defRPr>
            </a:lvl4pPr>
            <a:lvl5pPr>
              <a:defRPr sz="2100" b="1">
                <a:solidFill>
                  <a:srgbClr val="087E72"/>
                </a:solidFill>
                <a:latin typeface="Arial"/>
                <a:ea typeface="Arial"/>
                <a:cs typeface="Arial"/>
              </a:defRPr>
            </a:lvl5pPr>
            <a:lvl6pPr>
              <a:defRPr sz="2100" b="1">
                <a:solidFill>
                  <a:srgbClr val="087E72"/>
                </a:solidFill>
                <a:latin typeface="Arial"/>
                <a:ea typeface="Arial"/>
                <a:cs typeface="Arial"/>
              </a:defRPr>
            </a:lvl6pPr>
            <a:lvl7pPr>
              <a:defRPr sz="2100" b="1">
                <a:solidFill>
                  <a:srgbClr val="087E72"/>
                </a:solidFill>
                <a:latin typeface="Arial"/>
                <a:ea typeface="Arial"/>
                <a:cs typeface="Arial"/>
              </a:defRPr>
            </a:lvl7pPr>
            <a:lvl8pPr>
              <a:defRPr sz="2100" b="1">
                <a:solidFill>
                  <a:srgbClr val="087E72"/>
                </a:solidFill>
                <a:latin typeface="Arial"/>
                <a:ea typeface="Arial"/>
                <a:cs typeface="Arial"/>
              </a:defRPr>
            </a:lvl8pPr>
            <a:lvl9pPr>
              <a:defRPr sz="2100" b="1">
                <a:solidFill>
                  <a:srgbClr val="087E72"/>
                </a:solidFill>
                <a:latin typeface="Arial"/>
                <a:ea typeface="Arial"/>
                <a:cs typeface="Arial"/>
              </a:defRPr>
            </a:lvl9pPr>
          </a:lstStyle>
          <a:p xmlns:a="http://schemas.openxmlformats.org/drawingml/2006/main">
            <a:pPr>
              <a:defRPr sz="2100" b="1">
                <a:solidFill>
                  <a:srgbClr val="087E72"/>
                </a:solidFill>
                <a:latin typeface="Arial"/>
                <a:ea typeface="Arial"/>
                <a:cs typeface="Arial"/>
              </a:defRPr>
            </a:pPr>
            <a:r>
              <a:rPr sz="2100" b="1">
                <a:solidFill>
                  <a:srgbClr val="087E72"/>
                </a:solidFill>
                <a:latin typeface="Arial"/>
                <a:ea typeface="Arial"/>
                <a:cs typeface="Arial"/>
              </a:rPr>
              <a:t>Uji</a:t>
            </a:r>
          </a:p>
        </p:txBody>
      </p:sp>
      <p:sp>
        <p:nvSpPr>
          <p:cNvPr id="16" name="">
            <a:extLst xmlns:a="http://schemas.openxmlformats.org/drawingml/2006/main">
              <a:ext uri="{FF2B5EF4-FFF2-40B4-BE49-F238E27FC236}">
                <a16:creationId xmlns:a16="http://schemas.microsoft.com/office/drawing/2014/main" id="{D4E3BF40-4EF9-4C4A-9D23-DFFD6D79D7B0}"/>
              </a:ext>
            </a:extLst>
          </p:cNvPr>
          <p:cNvSpPr>
            <a:spLocks xmlns:a="http://schemas.openxmlformats.org/drawingml/2006/main" noGrp="1"/>
          </p:cNvSpPr>
          <p:nvPr/>
        </p:nvSpPr>
        <p:spPr>
          <a:xfrm xmlns:a="http://schemas.openxmlformats.org/drawingml/2006/main">
            <a:off x="7219950" y="3143250"/>
            <a:ext cx="1952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19050" rIns="19050" bIns="19050" anchor="ctr">
            <a:normAutofit fontScale="100000"/>
          </a:bodyPr>
          <a:lstStyle xmlns:a="http://schemas.openxmlformats.org/drawingml/2006/main">
            <a:defPPr>
              <a:defRPr sz="1650" b="0">
                <a:solidFill>
                  <a:srgbClr val="5D7273"/>
                </a:solidFill>
                <a:latin typeface="Arial"/>
                <a:ea typeface="Arial"/>
                <a:cs typeface="Arial"/>
              </a:defRPr>
            </a:defPPr>
            <a:lvl1pPr>
              <a:defRPr sz="1650" b="0">
                <a:solidFill>
                  <a:srgbClr val="5D7273"/>
                </a:solidFill>
                <a:latin typeface="Arial"/>
                <a:ea typeface="Arial"/>
                <a:cs typeface="Arial"/>
              </a:defRPr>
            </a:lvl1pPr>
            <a:lvl2pPr>
              <a:defRPr sz="1650" b="0">
                <a:solidFill>
                  <a:srgbClr val="5D7273"/>
                </a:solidFill>
                <a:latin typeface="Arial"/>
                <a:ea typeface="Arial"/>
                <a:cs typeface="Arial"/>
              </a:defRPr>
            </a:lvl2pPr>
            <a:lvl3pPr>
              <a:defRPr sz="1650" b="0">
                <a:solidFill>
                  <a:srgbClr val="5D7273"/>
                </a:solidFill>
                <a:latin typeface="Arial"/>
                <a:ea typeface="Arial"/>
                <a:cs typeface="Arial"/>
              </a:defRPr>
            </a:lvl3pPr>
            <a:lvl4pPr>
              <a:defRPr sz="1650" b="0">
                <a:solidFill>
                  <a:srgbClr val="5D7273"/>
                </a:solidFill>
                <a:latin typeface="Arial"/>
                <a:ea typeface="Arial"/>
                <a:cs typeface="Arial"/>
              </a:defRPr>
            </a:lvl4pPr>
            <a:lvl5pPr>
              <a:defRPr sz="1650" b="0">
                <a:solidFill>
                  <a:srgbClr val="5D7273"/>
                </a:solidFill>
                <a:latin typeface="Arial"/>
                <a:ea typeface="Arial"/>
                <a:cs typeface="Arial"/>
              </a:defRPr>
            </a:lvl5pPr>
            <a:lvl6pPr>
              <a:defRPr sz="1650" b="0">
                <a:solidFill>
                  <a:srgbClr val="5D7273"/>
                </a:solidFill>
                <a:latin typeface="Arial"/>
                <a:ea typeface="Arial"/>
                <a:cs typeface="Arial"/>
              </a:defRPr>
            </a:lvl6pPr>
            <a:lvl7pPr>
              <a:defRPr sz="1650" b="0">
                <a:solidFill>
                  <a:srgbClr val="5D7273"/>
                </a:solidFill>
                <a:latin typeface="Arial"/>
                <a:ea typeface="Arial"/>
                <a:cs typeface="Arial"/>
              </a:defRPr>
            </a:lvl7pPr>
            <a:lvl8pPr>
              <a:defRPr sz="1650" b="0">
                <a:solidFill>
                  <a:srgbClr val="5D7273"/>
                </a:solidFill>
                <a:latin typeface="Arial"/>
                <a:ea typeface="Arial"/>
                <a:cs typeface="Arial"/>
              </a:defRPr>
            </a:lvl8pPr>
            <a:lvl9pPr>
              <a:defRPr sz="1650" b="0">
                <a:solidFill>
                  <a:srgbClr val="5D7273"/>
                </a:solidFill>
                <a:latin typeface="Arial"/>
                <a:ea typeface="Arial"/>
                <a:cs typeface="Arial"/>
              </a:defRPr>
            </a:lvl9pPr>
          </a:lstStyle>
          <a:p xmlns:a="http://schemas.openxmlformats.org/drawingml/2006/main">
            <a:pPr>
              <a:defRPr sz="1650" b="0">
                <a:solidFill>
                  <a:srgbClr val="5D7273"/>
                </a:solidFill>
                <a:latin typeface="Arial"/>
                <a:ea typeface="Arial"/>
                <a:cs typeface="Arial"/>
              </a:defRPr>
            </a:pPr>
            <a:r>
              <a:rPr sz="1650" b="0">
                <a:solidFill>
                  <a:srgbClr val="5D7273"/>
                </a:solidFill>
                <a:latin typeface="Arial"/>
                <a:ea typeface="Arial"/>
                <a:cs typeface="Arial"/>
              </a:rPr>
              <a:t>Baseline setara</a:t>
            </a:r>
          </a:p>
        </p:txBody>
      </p:sp>
      <p:sp>
        <p:nvSpPr>
          <p:cNvPr id="17" name="">
            <a:extLst xmlns:a="http://schemas.openxmlformats.org/drawingml/2006/main">
              <a:ext uri="{FF2B5EF4-FFF2-40B4-BE49-F238E27FC236}">
                <a16:creationId xmlns:a16="http://schemas.microsoft.com/office/drawing/2014/main" id="{BC497032-FAA2-466E-92BD-5150C906BDE7}"/>
              </a:ext>
            </a:extLst>
          </p:cNvPr>
          <p:cNvSpPr>
            <a:spLocks xmlns:a="http://schemas.openxmlformats.org/drawingml/2006/main" noGrp="1"/>
          </p:cNvSpPr>
          <p:nvPr/>
        </p:nvSpPr>
        <p:spPr>
          <a:xfrm xmlns:a="http://schemas.openxmlformats.org/drawingml/2006/main">
            <a:off x="9372600" y="2009775"/>
            <a:ext cx="16192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19050" rIns="19050" bIns="19050" anchor="ctr">
            <a:normAutofit fontScale="100000"/>
          </a:bodyPr>
          <a:lstStyle xmlns:a="http://schemas.openxmlformats.org/drawingml/2006/main">
            <a:defPPr>
              <a:defRPr sz="2925" b="1">
                <a:solidFill>
                  <a:srgbClr val="C38E37"/>
                </a:solidFill>
                <a:latin typeface="Arial"/>
                <a:ea typeface="Arial"/>
                <a:cs typeface="Arial"/>
              </a:defRPr>
            </a:defPPr>
            <a:lvl1pPr>
              <a:defRPr sz="2925" b="1">
                <a:solidFill>
                  <a:srgbClr val="C38E37"/>
                </a:solidFill>
                <a:latin typeface="Arial"/>
                <a:ea typeface="Arial"/>
                <a:cs typeface="Arial"/>
              </a:defRPr>
            </a:lvl1pPr>
            <a:lvl2pPr>
              <a:defRPr sz="2925" b="1">
                <a:solidFill>
                  <a:srgbClr val="C38E37"/>
                </a:solidFill>
                <a:latin typeface="Arial"/>
                <a:ea typeface="Arial"/>
                <a:cs typeface="Arial"/>
              </a:defRPr>
            </a:lvl2pPr>
            <a:lvl3pPr>
              <a:defRPr sz="2925" b="1">
                <a:solidFill>
                  <a:srgbClr val="C38E37"/>
                </a:solidFill>
                <a:latin typeface="Arial"/>
                <a:ea typeface="Arial"/>
                <a:cs typeface="Arial"/>
              </a:defRPr>
            </a:lvl3pPr>
            <a:lvl4pPr>
              <a:defRPr sz="2925" b="1">
                <a:solidFill>
                  <a:srgbClr val="C38E37"/>
                </a:solidFill>
                <a:latin typeface="Arial"/>
                <a:ea typeface="Arial"/>
                <a:cs typeface="Arial"/>
              </a:defRPr>
            </a:lvl4pPr>
            <a:lvl5pPr>
              <a:defRPr sz="2925" b="1">
                <a:solidFill>
                  <a:srgbClr val="C38E37"/>
                </a:solidFill>
                <a:latin typeface="Arial"/>
                <a:ea typeface="Arial"/>
                <a:cs typeface="Arial"/>
              </a:defRPr>
            </a:lvl5pPr>
            <a:lvl6pPr>
              <a:defRPr sz="2925" b="1">
                <a:solidFill>
                  <a:srgbClr val="C38E37"/>
                </a:solidFill>
                <a:latin typeface="Arial"/>
                <a:ea typeface="Arial"/>
                <a:cs typeface="Arial"/>
              </a:defRPr>
            </a:lvl6pPr>
            <a:lvl7pPr>
              <a:defRPr sz="2925" b="1">
                <a:solidFill>
                  <a:srgbClr val="C38E37"/>
                </a:solidFill>
                <a:latin typeface="Arial"/>
                <a:ea typeface="Arial"/>
                <a:cs typeface="Arial"/>
              </a:defRPr>
            </a:lvl7pPr>
            <a:lvl8pPr>
              <a:defRPr sz="2925" b="1">
                <a:solidFill>
                  <a:srgbClr val="C38E37"/>
                </a:solidFill>
                <a:latin typeface="Arial"/>
                <a:ea typeface="Arial"/>
                <a:cs typeface="Arial"/>
              </a:defRPr>
            </a:lvl8pPr>
            <a:lvl9pPr>
              <a:defRPr sz="2925" b="1">
                <a:solidFill>
                  <a:srgbClr val="C38E37"/>
                </a:solidFill>
                <a:latin typeface="Arial"/>
                <a:ea typeface="Arial"/>
                <a:cs typeface="Arial"/>
              </a:defRPr>
            </a:lvl9pPr>
          </a:lstStyle>
          <a:p xmlns:a="http://schemas.openxmlformats.org/drawingml/2006/main">
            <a:pPr>
              <a:defRPr sz="2925" b="1">
                <a:solidFill>
                  <a:srgbClr val="C38E37"/>
                </a:solidFill>
                <a:latin typeface="Arial"/>
                <a:ea typeface="Arial"/>
                <a:cs typeface="Arial"/>
              </a:defRPr>
            </a:pPr>
            <a:r>
              <a:rPr sz="2925" b="1">
                <a:solidFill>
                  <a:srgbClr val="C38E37"/>
                </a:solidFill>
                <a:latin typeface="Arial"/>
                <a:ea typeface="Arial"/>
                <a:cs typeface="Arial"/>
              </a:rPr>
              <a:t>05</a:t>
            </a:r>
          </a:p>
        </p:txBody>
      </p:sp>
      <p:sp>
        <p:nvSpPr>
          <p:cNvPr id="18" name="">
            <a:extLst xmlns:a="http://schemas.openxmlformats.org/drawingml/2006/main">
              <a:ext uri="{FF2B5EF4-FFF2-40B4-BE49-F238E27FC236}">
                <a16:creationId xmlns:a16="http://schemas.microsoft.com/office/drawing/2014/main" id="{B0F91B05-4C57-4A03-A950-993A0CE4BF22}"/>
              </a:ext>
            </a:extLst>
          </p:cNvPr>
          <p:cNvSpPr>
            <a:spLocks xmlns:a="http://schemas.openxmlformats.org/drawingml/2006/main" noGrp="1"/>
          </p:cNvSpPr>
          <p:nvPr/>
        </p:nvSpPr>
        <p:spPr>
          <a:xfrm xmlns:a="http://schemas.openxmlformats.org/drawingml/2006/main">
            <a:off x="9372600" y="2657475"/>
            <a:ext cx="1905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19050" rIns="19050" bIns="19050" anchor="ctr">
            <a:normAutofit fontScale="100000"/>
          </a:bodyPr>
          <a:lstStyle xmlns:a="http://schemas.openxmlformats.org/drawingml/2006/main">
            <a:defPPr>
              <a:defRPr sz="2100" b="1">
                <a:solidFill>
                  <a:srgbClr val="087E72"/>
                </a:solidFill>
                <a:latin typeface="Arial"/>
                <a:ea typeface="Arial"/>
                <a:cs typeface="Arial"/>
              </a:defRPr>
            </a:defPPr>
            <a:lvl1pPr>
              <a:defRPr sz="2100" b="1">
                <a:solidFill>
                  <a:srgbClr val="087E72"/>
                </a:solidFill>
                <a:latin typeface="Arial"/>
                <a:ea typeface="Arial"/>
                <a:cs typeface="Arial"/>
              </a:defRPr>
            </a:lvl1pPr>
            <a:lvl2pPr>
              <a:defRPr sz="2100" b="1">
                <a:solidFill>
                  <a:srgbClr val="087E72"/>
                </a:solidFill>
                <a:latin typeface="Arial"/>
                <a:ea typeface="Arial"/>
                <a:cs typeface="Arial"/>
              </a:defRPr>
            </a:lvl2pPr>
            <a:lvl3pPr>
              <a:defRPr sz="2100" b="1">
                <a:solidFill>
                  <a:srgbClr val="087E72"/>
                </a:solidFill>
                <a:latin typeface="Arial"/>
                <a:ea typeface="Arial"/>
                <a:cs typeface="Arial"/>
              </a:defRPr>
            </a:lvl3pPr>
            <a:lvl4pPr>
              <a:defRPr sz="2100" b="1">
                <a:solidFill>
                  <a:srgbClr val="087E72"/>
                </a:solidFill>
                <a:latin typeface="Arial"/>
                <a:ea typeface="Arial"/>
                <a:cs typeface="Arial"/>
              </a:defRPr>
            </a:lvl4pPr>
            <a:lvl5pPr>
              <a:defRPr sz="2100" b="1">
                <a:solidFill>
                  <a:srgbClr val="087E72"/>
                </a:solidFill>
                <a:latin typeface="Arial"/>
                <a:ea typeface="Arial"/>
                <a:cs typeface="Arial"/>
              </a:defRPr>
            </a:lvl5pPr>
            <a:lvl6pPr>
              <a:defRPr sz="2100" b="1">
                <a:solidFill>
                  <a:srgbClr val="087E72"/>
                </a:solidFill>
                <a:latin typeface="Arial"/>
                <a:ea typeface="Arial"/>
                <a:cs typeface="Arial"/>
              </a:defRPr>
            </a:lvl6pPr>
            <a:lvl7pPr>
              <a:defRPr sz="2100" b="1">
                <a:solidFill>
                  <a:srgbClr val="087E72"/>
                </a:solidFill>
                <a:latin typeface="Arial"/>
                <a:ea typeface="Arial"/>
                <a:cs typeface="Arial"/>
              </a:defRPr>
            </a:lvl7pPr>
            <a:lvl8pPr>
              <a:defRPr sz="2100" b="1">
                <a:solidFill>
                  <a:srgbClr val="087E72"/>
                </a:solidFill>
                <a:latin typeface="Arial"/>
                <a:ea typeface="Arial"/>
                <a:cs typeface="Arial"/>
              </a:defRPr>
            </a:lvl8pPr>
            <a:lvl9pPr>
              <a:defRPr sz="2100" b="1">
                <a:solidFill>
                  <a:srgbClr val="087E72"/>
                </a:solidFill>
                <a:latin typeface="Arial"/>
                <a:ea typeface="Arial"/>
                <a:cs typeface="Arial"/>
              </a:defRPr>
            </a:lvl9pPr>
          </a:lstStyle>
          <a:p xmlns:a="http://schemas.openxmlformats.org/drawingml/2006/main">
            <a:pPr>
              <a:defRPr sz="2100" b="1">
                <a:solidFill>
                  <a:srgbClr val="087E72"/>
                </a:solidFill>
                <a:latin typeface="Arial"/>
                <a:ea typeface="Arial"/>
                <a:cs typeface="Arial"/>
              </a:defRPr>
            </a:pPr>
            <a:r>
              <a:rPr sz="2100" b="1">
                <a:solidFill>
                  <a:srgbClr val="087E72"/>
                </a:solidFill>
                <a:latin typeface="Arial"/>
                <a:ea typeface="Arial"/>
                <a:cs typeface="Arial"/>
              </a:rPr>
              <a:t>Tinjau</a:t>
            </a:r>
          </a:p>
        </p:txBody>
      </p:sp>
      <p:sp>
        <p:nvSpPr>
          <p:cNvPr id="19" name="">
            <a:extLst xmlns:a="http://schemas.openxmlformats.org/drawingml/2006/main">
              <a:ext uri="{FF2B5EF4-FFF2-40B4-BE49-F238E27FC236}">
                <a16:creationId xmlns:a16="http://schemas.microsoft.com/office/drawing/2014/main" id="{EAB821D9-6F34-472A-95E8-A7A6A21D8F87}"/>
              </a:ext>
            </a:extLst>
          </p:cNvPr>
          <p:cNvSpPr>
            <a:spLocks xmlns:a="http://schemas.openxmlformats.org/drawingml/2006/main" noGrp="1"/>
          </p:cNvSpPr>
          <p:nvPr/>
        </p:nvSpPr>
        <p:spPr>
          <a:xfrm xmlns:a="http://schemas.openxmlformats.org/drawingml/2006/main">
            <a:off x="9372600" y="3143250"/>
            <a:ext cx="1952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19050" rIns="19050" bIns="19050" anchor="ctr">
            <a:normAutofit fontScale="100000"/>
          </a:bodyPr>
          <a:lstStyle xmlns:a="http://schemas.openxmlformats.org/drawingml/2006/main">
            <a:defPPr>
              <a:defRPr sz="1650" b="0">
                <a:solidFill>
                  <a:srgbClr val="5D7273"/>
                </a:solidFill>
                <a:latin typeface="Arial"/>
                <a:ea typeface="Arial"/>
                <a:cs typeface="Arial"/>
              </a:defRPr>
            </a:defPPr>
            <a:lvl1pPr>
              <a:defRPr sz="1650" b="0">
                <a:solidFill>
                  <a:srgbClr val="5D7273"/>
                </a:solidFill>
                <a:latin typeface="Arial"/>
                <a:ea typeface="Arial"/>
                <a:cs typeface="Arial"/>
              </a:defRPr>
            </a:lvl1pPr>
            <a:lvl2pPr>
              <a:defRPr sz="1650" b="0">
                <a:solidFill>
                  <a:srgbClr val="5D7273"/>
                </a:solidFill>
                <a:latin typeface="Arial"/>
                <a:ea typeface="Arial"/>
                <a:cs typeface="Arial"/>
              </a:defRPr>
            </a:lvl2pPr>
            <a:lvl3pPr>
              <a:defRPr sz="1650" b="0">
                <a:solidFill>
                  <a:srgbClr val="5D7273"/>
                </a:solidFill>
                <a:latin typeface="Arial"/>
                <a:ea typeface="Arial"/>
                <a:cs typeface="Arial"/>
              </a:defRPr>
            </a:lvl3pPr>
            <a:lvl4pPr>
              <a:defRPr sz="1650" b="0">
                <a:solidFill>
                  <a:srgbClr val="5D7273"/>
                </a:solidFill>
                <a:latin typeface="Arial"/>
                <a:ea typeface="Arial"/>
                <a:cs typeface="Arial"/>
              </a:defRPr>
            </a:lvl4pPr>
            <a:lvl5pPr>
              <a:defRPr sz="1650" b="0">
                <a:solidFill>
                  <a:srgbClr val="5D7273"/>
                </a:solidFill>
                <a:latin typeface="Arial"/>
                <a:ea typeface="Arial"/>
                <a:cs typeface="Arial"/>
              </a:defRPr>
            </a:lvl5pPr>
            <a:lvl6pPr>
              <a:defRPr sz="1650" b="0">
                <a:solidFill>
                  <a:srgbClr val="5D7273"/>
                </a:solidFill>
                <a:latin typeface="Arial"/>
                <a:ea typeface="Arial"/>
                <a:cs typeface="Arial"/>
              </a:defRPr>
            </a:lvl6pPr>
            <a:lvl7pPr>
              <a:defRPr sz="1650" b="0">
                <a:solidFill>
                  <a:srgbClr val="5D7273"/>
                </a:solidFill>
                <a:latin typeface="Arial"/>
                <a:ea typeface="Arial"/>
                <a:cs typeface="Arial"/>
              </a:defRPr>
            </a:lvl7pPr>
            <a:lvl8pPr>
              <a:defRPr sz="1650" b="0">
                <a:solidFill>
                  <a:srgbClr val="5D7273"/>
                </a:solidFill>
                <a:latin typeface="Arial"/>
                <a:ea typeface="Arial"/>
                <a:cs typeface="Arial"/>
              </a:defRPr>
            </a:lvl8pPr>
            <a:lvl9pPr>
              <a:defRPr sz="1650" b="0">
                <a:solidFill>
                  <a:srgbClr val="5D7273"/>
                </a:solidFill>
                <a:latin typeface="Arial"/>
                <a:ea typeface="Arial"/>
                <a:cs typeface="Arial"/>
              </a:defRPr>
            </a:lvl9pPr>
          </a:lstStyle>
          <a:p xmlns:a="http://schemas.openxmlformats.org/drawingml/2006/main">
            <a:pPr>
              <a:defRPr sz="1650" b="0">
                <a:solidFill>
                  <a:srgbClr val="5D7273"/>
                </a:solidFill>
                <a:latin typeface="Arial"/>
                <a:ea typeface="Arial"/>
                <a:cs typeface="Arial"/>
              </a:defRPr>
            </a:pPr>
            <a:r>
              <a:rPr sz="1650" b="0">
                <a:solidFill>
                  <a:srgbClr val="5D7273"/>
                </a:solidFill>
                <a:latin typeface="Arial"/>
                <a:ea typeface="Arial"/>
                <a:cs typeface="Arial"/>
              </a:rPr>
              <a:t>PCA / CSV / S1</a:t>
            </a:r>
          </a:p>
        </p:txBody>
      </p:sp>
      <p:sp>
        <p:nvSpPr>
          <p:cNvPr id="20" name="">
            <a:extLst xmlns:a="http://schemas.openxmlformats.org/drawingml/2006/main">
              <a:ext uri="{FF2B5EF4-FFF2-40B4-BE49-F238E27FC236}">
                <a16:creationId xmlns:a16="http://schemas.microsoft.com/office/drawing/2014/main" id="{D97B1154-98EF-4FC6-A84B-B20E52890C47}"/>
              </a:ext>
            </a:extLst>
          </p:cNvPr>
          <p:cNvSpPr>
            <a:spLocks xmlns:a="http://schemas.openxmlformats.org/drawingml/2006/main" noGrp="1"/>
          </p:cNvSpPr>
          <p:nvPr/>
        </p:nvSpPr>
        <p:spPr>
          <a:xfrm xmlns:a="http://schemas.openxmlformats.org/drawingml/2006/main">
            <a:off x="762000" y="4019550"/>
            <a:ext cx="10382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19050" rIns="19050" bIns="19050" anchor="ctr">
            <a:normAutofit fontScale="100000"/>
          </a:bodyPr>
          <a:lstStyle xmlns:a="http://schemas.openxmlformats.org/drawingml/2006/main">
            <a:defPPr>
              <a:defRPr sz="2550" b="1">
                <a:solidFill>
                  <a:srgbClr val="16333A"/>
                </a:solidFill>
                <a:latin typeface="Arial"/>
                <a:ea typeface="Arial"/>
                <a:cs typeface="Arial"/>
              </a:defRPr>
            </a:defPPr>
            <a:lvl1pPr>
              <a:defRPr sz="2550" b="1">
                <a:solidFill>
                  <a:srgbClr val="16333A"/>
                </a:solidFill>
                <a:latin typeface="Arial"/>
                <a:ea typeface="Arial"/>
                <a:cs typeface="Arial"/>
              </a:defRPr>
            </a:lvl1pPr>
            <a:lvl2pPr>
              <a:defRPr sz="2550" b="1">
                <a:solidFill>
                  <a:srgbClr val="16333A"/>
                </a:solidFill>
                <a:latin typeface="Arial"/>
                <a:ea typeface="Arial"/>
                <a:cs typeface="Arial"/>
              </a:defRPr>
            </a:lvl2pPr>
            <a:lvl3pPr>
              <a:defRPr sz="2550" b="1">
                <a:solidFill>
                  <a:srgbClr val="16333A"/>
                </a:solidFill>
                <a:latin typeface="Arial"/>
                <a:ea typeface="Arial"/>
                <a:cs typeface="Arial"/>
              </a:defRPr>
            </a:lvl3pPr>
            <a:lvl4pPr>
              <a:defRPr sz="2550" b="1">
                <a:solidFill>
                  <a:srgbClr val="16333A"/>
                </a:solidFill>
                <a:latin typeface="Arial"/>
                <a:ea typeface="Arial"/>
                <a:cs typeface="Arial"/>
              </a:defRPr>
            </a:lvl4pPr>
            <a:lvl5pPr>
              <a:defRPr sz="2550" b="1">
                <a:solidFill>
                  <a:srgbClr val="16333A"/>
                </a:solidFill>
                <a:latin typeface="Arial"/>
                <a:ea typeface="Arial"/>
                <a:cs typeface="Arial"/>
              </a:defRPr>
            </a:lvl5pPr>
            <a:lvl6pPr>
              <a:defRPr sz="2550" b="1">
                <a:solidFill>
                  <a:srgbClr val="16333A"/>
                </a:solidFill>
                <a:latin typeface="Arial"/>
                <a:ea typeface="Arial"/>
                <a:cs typeface="Arial"/>
              </a:defRPr>
            </a:lvl6pPr>
            <a:lvl7pPr>
              <a:defRPr sz="2550" b="1">
                <a:solidFill>
                  <a:srgbClr val="16333A"/>
                </a:solidFill>
                <a:latin typeface="Arial"/>
                <a:ea typeface="Arial"/>
                <a:cs typeface="Arial"/>
              </a:defRPr>
            </a:lvl7pPr>
            <a:lvl8pPr>
              <a:defRPr sz="2550" b="1">
                <a:solidFill>
                  <a:srgbClr val="16333A"/>
                </a:solidFill>
                <a:latin typeface="Arial"/>
                <a:ea typeface="Arial"/>
                <a:cs typeface="Arial"/>
              </a:defRPr>
            </a:lvl8pPr>
            <a:lvl9pPr>
              <a:defRPr sz="2550" b="1">
                <a:solidFill>
                  <a:srgbClr val="16333A"/>
                </a:solidFill>
                <a:latin typeface="Arial"/>
                <a:ea typeface="Arial"/>
                <a:cs typeface="Arial"/>
              </a:defRPr>
            </a:lvl9pPr>
          </a:lstStyle>
          <a:p xmlns:a="http://schemas.openxmlformats.org/drawingml/2006/main">
            <a:pPr>
              <a:defRPr sz="2550" b="1">
                <a:solidFill>
                  <a:srgbClr val="16333A"/>
                </a:solidFill>
                <a:latin typeface="Arial"/>
                <a:ea typeface="Arial"/>
                <a:cs typeface="Arial"/>
              </a:defRPr>
            </a:pPr>
            <a:r>
              <a:rPr sz="2550" b="1">
                <a:solidFill>
                  <a:srgbClr val="16333A"/>
                </a:solidFill>
                <a:latin typeface="Arial"/>
                <a:ea typeface="Arial"/>
                <a:cs typeface="Arial"/>
              </a:rPr>
              <a:t>1.542 Dryad · 20 Bali          107 Figshare · 16 Bali</a:t>
            </a:r>
          </a:p>
        </p:txBody>
      </p:sp>
      <p:sp>
        <p:nvSpPr>
          <p:cNvPr id="21" name="">
            <a:extLst xmlns:a="http://schemas.openxmlformats.org/drawingml/2006/main">
              <a:ext uri="{FF2B5EF4-FFF2-40B4-BE49-F238E27FC236}">
                <a16:creationId xmlns:a16="http://schemas.microsoft.com/office/drawing/2014/main" id="{09EFD7A1-4CB8-4923-B4BA-173F8FD44A45}"/>
              </a:ext>
            </a:extLst>
          </p:cNvPr>
          <p:cNvSpPr>
            <a:spLocks xmlns:a="http://schemas.openxmlformats.org/drawingml/2006/main" noGrp="1"/>
          </p:cNvSpPr>
          <p:nvPr/>
        </p:nvSpPr>
        <p:spPr>
          <a:xfrm xmlns:a="http://schemas.openxmlformats.org/drawingml/2006/main">
            <a:off x="762000" y="4724400"/>
            <a:ext cx="104775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19050" rIns="19050" bIns="19050" anchor="ctr">
            <a:normAutofit fontScale="100000"/>
          </a:bodyPr>
          <a:lstStyle xmlns:a="http://schemas.openxmlformats.org/drawingml/2006/main">
            <a:defPPr>
              <a:defRPr sz="1725" b="0">
                <a:solidFill>
                  <a:srgbClr val="5D7273"/>
                </a:solidFill>
                <a:latin typeface="Arial"/>
                <a:ea typeface="Arial"/>
                <a:cs typeface="Arial"/>
              </a:defRPr>
            </a:defPPr>
            <a:lvl1pPr>
              <a:defRPr sz="1725" b="0">
                <a:solidFill>
                  <a:srgbClr val="5D7273"/>
                </a:solidFill>
                <a:latin typeface="Arial"/>
                <a:ea typeface="Arial"/>
                <a:cs typeface="Arial"/>
              </a:defRPr>
            </a:lvl1pPr>
            <a:lvl2pPr>
              <a:defRPr sz="1725" b="0">
                <a:solidFill>
                  <a:srgbClr val="5D7273"/>
                </a:solidFill>
                <a:latin typeface="Arial"/>
                <a:ea typeface="Arial"/>
                <a:cs typeface="Arial"/>
              </a:defRPr>
            </a:lvl2pPr>
            <a:lvl3pPr>
              <a:defRPr sz="1725" b="0">
                <a:solidFill>
                  <a:srgbClr val="5D7273"/>
                </a:solidFill>
                <a:latin typeface="Arial"/>
                <a:ea typeface="Arial"/>
                <a:cs typeface="Arial"/>
              </a:defRPr>
            </a:lvl3pPr>
            <a:lvl4pPr>
              <a:defRPr sz="1725" b="0">
                <a:solidFill>
                  <a:srgbClr val="5D7273"/>
                </a:solidFill>
                <a:latin typeface="Arial"/>
                <a:ea typeface="Arial"/>
                <a:cs typeface="Arial"/>
              </a:defRPr>
            </a:lvl4pPr>
            <a:lvl5pPr>
              <a:defRPr sz="1725" b="0">
                <a:solidFill>
                  <a:srgbClr val="5D7273"/>
                </a:solidFill>
                <a:latin typeface="Arial"/>
                <a:ea typeface="Arial"/>
                <a:cs typeface="Arial"/>
              </a:defRPr>
            </a:lvl5pPr>
            <a:lvl6pPr>
              <a:defRPr sz="1725" b="0">
                <a:solidFill>
                  <a:srgbClr val="5D7273"/>
                </a:solidFill>
                <a:latin typeface="Arial"/>
                <a:ea typeface="Arial"/>
                <a:cs typeface="Arial"/>
              </a:defRPr>
            </a:lvl6pPr>
            <a:lvl7pPr>
              <a:defRPr sz="1725" b="0">
                <a:solidFill>
                  <a:srgbClr val="5D7273"/>
                </a:solidFill>
                <a:latin typeface="Arial"/>
                <a:ea typeface="Arial"/>
                <a:cs typeface="Arial"/>
              </a:defRPr>
            </a:lvl7pPr>
            <a:lvl8pPr>
              <a:defRPr sz="1725" b="0">
                <a:solidFill>
                  <a:srgbClr val="5D7273"/>
                </a:solidFill>
                <a:latin typeface="Arial"/>
                <a:ea typeface="Arial"/>
                <a:cs typeface="Arial"/>
              </a:defRPr>
            </a:lvl8pPr>
            <a:lvl9pPr>
              <a:defRPr sz="1725" b="0">
                <a:solidFill>
                  <a:srgbClr val="5D7273"/>
                </a:solidFill>
                <a:latin typeface="Arial"/>
                <a:ea typeface="Arial"/>
                <a:cs typeface="Arial"/>
              </a:defRPr>
            </a:lvl9pPr>
          </a:lstStyle>
          <a:p xmlns:a="http://schemas.openxmlformats.org/drawingml/2006/main">
            <a:pPr>
              <a:defRPr sz="1725" b="0">
                <a:solidFill>
                  <a:srgbClr val="5D7273"/>
                </a:solidFill>
                <a:latin typeface="Arial"/>
                <a:ea typeface="Arial"/>
                <a:cs typeface="Arial"/>
              </a:defRPr>
            </a:pPr>
            <a:r>
              <a:rPr sz="1725" b="0">
                <a:solidFill>
                  <a:srgbClr val="5D7273"/>
                </a:solidFill>
                <a:latin typeface="Arial"/>
                <a:ea typeface="Arial"/>
                <a:cs typeface="Arial"/>
              </a:rPr>
              <a:t>Dryad: 1 sampel &gt;10% missing dikeluarkan; 1 marker non-autosomal dikeluarkan.</a:t>
            </a:r>
          </a:p>
        </p:txBody>
      </p:sp>
      <p:sp>
        <p:nvSpPr>
          <p:cNvPr id="22" name="">
            <a:extLst xmlns:a="http://schemas.openxmlformats.org/drawingml/2006/main">
              <a:ext uri="{FF2B5EF4-FFF2-40B4-BE49-F238E27FC236}">
                <a16:creationId xmlns:a16="http://schemas.microsoft.com/office/drawing/2014/main" id="{709FC0DC-32B8-4B24-BEF0-37994968FFA5}"/>
              </a:ext>
            </a:extLst>
          </p:cNvPr>
          <p:cNvSpPr>
            <a:spLocks xmlns:a="http://schemas.openxmlformats.org/drawingml/2006/main" noGrp="1"/>
          </p:cNvSpPr>
          <p:nvPr/>
        </p:nvSpPr>
        <p:spPr>
          <a:xfrm xmlns:a="http://schemas.openxmlformats.org/drawingml/2006/main">
            <a:off x="762000" y="5410200"/>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19050" rIns="19050" bIns="19050" anchor="ctr">
            <a:normAutofit fontScale="100000"/>
          </a:bodyPr>
          <a:lstStyle xmlns:a="http://schemas.openxmlformats.org/drawingml/2006/main">
            <a:defPPr>
              <a:defRPr sz="1800" b="1">
                <a:solidFill>
                  <a:srgbClr val="087E72"/>
                </a:solidFill>
                <a:latin typeface="Arial"/>
                <a:ea typeface="Arial"/>
                <a:cs typeface="Arial"/>
              </a:defRPr>
            </a:defPPr>
            <a:lvl1pPr>
              <a:defRPr sz="1800" b="1">
                <a:solidFill>
                  <a:srgbClr val="087E72"/>
                </a:solidFill>
                <a:latin typeface="Arial"/>
                <a:ea typeface="Arial"/>
                <a:cs typeface="Arial"/>
              </a:defRPr>
            </a:lvl1pPr>
            <a:lvl2pPr>
              <a:defRPr sz="1800" b="1">
                <a:solidFill>
                  <a:srgbClr val="087E72"/>
                </a:solidFill>
                <a:latin typeface="Arial"/>
                <a:ea typeface="Arial"/>
                <a:cs typeface="Arial"/>
              </a:defRPr>
            </a:lvl2pPr>
            <a:lvl3pPr>
              <a:defRPr sz="1800" b="1">
                <a:solidFill>
                  <a:srgbClr val="087E72"/>
                </a:solidFill>
                <a:latin typeface="Arial"/>
                <a:ea typeface="Arial"/>
                <a:cs typeface="Arial"/>
              </a:defRPr>
            </a:lvl3pPr>
            <a:lvl4pPr>
              <a:defRPr sz="1800" b="1">
                <a:solidFill>
                  <a:srgbClr val="087E72"/>
                </a:solidFill>
                <a:latin typeface="Arial"/>
                <a:ea typeface="Arial"/>
                <a:cs typeface="Arial"/>
              </a:defRPr>
            </a:lvl4pPr>
            <a:lvl5pPr>
              <a:defRPr sz="1800" b="1">
                <a:solidFill>
                  <a:srgbClr val="087E72"/>
                </a:solidFill>
                <a:latin typeface="Arial"/>
                <a:ea typeface="Arial"/>
                <a:cs typeface="Arial"/>
              </a:defRPr>
            </a:lvl5pPr>
            <a:lvl6pPr>
              <a:defRPr sz="1800" b="1">
                <a:solidFill>
                  <a:srgbClr val="087E72"/>
                </a:solidFill>
                <a:latin typeface="Arial"/>
                <a:ea typeface="Arial"/>
                <a:cs typeface="Arial"/>
              </a:defRPr>
            </a:lvl6pPr>
            <a:lvl7pPr>
              <a:defRPr sz="1800" b="1">
                <a:solidFill>
                  <a:srgbClr val="087E72"/>
                </a:solidFill>
                <a:latin typeface="Arial"/>
                <a:ea typeface="Arial"/>
                <a:cs typeface="Arial"/>
              </a:defRPr>
            </a:lvl7pPr>
            <a:lvl8pPr>
              <a:defRPr sz="1800" b="1">
                <a:solidFill>
                  <a:srgbClr val="087E72"/>
                </a:solidFill>
                <a:latin typeface="Arial"/>
                <a:ea typeface="Arial"/>
                <a:cs typeface="Arial"/>
              </a:defRPr>
            </a:lvl8pPr>
            <a:lvl9pPr>
              <a:defRPr sz="1800" b="1">
                <a:solidFill>
                  <a:srgbClr val="087E72"/>
                </a:solidFill>
                <a:latin typeface="Arial"/>
                <a:ea typeface="Arial"/>
                <a:cs typeface="Arial"/>
              </a:defRPr>
            </a:lvl9pPr>
          </a:lstStyle>
          <a:p xmlns:a="http://schemas.openxmlformats.org/drawingml/2006/main">
            <a:pPr>
              <a:defRPr sz="1800" b="1">
                <a:solidFill>
                  <a:srgbClr val="087E72"/>
                </a:solidFill>
                <a:latin typeface="Arial"/>
                <a:ea typeface="Arial"/>
                <a:cs typeface="Arial"/>
              </a:defRPr>
            </a:pPr>
            <a:r>
              <a:rPr sz="1800" b="1">
                <a:solidFill>
                  <a:srgbClr val="087E72"/>
                </a:solidFill>
                <a:latin typeface="Arial"/>
                <a:ea typeface="Arial"/>
                <a:cs typeface="Arial"/>
              </a:rPr>
              <a:t>Kohort terpisah · SNP 8–200 · 20 fold · 30 random panel · jarak 250 kb untuk semua metode</a:t>
            </a:r>
          </a:p>
        </p:txBody>
      </p:sp>
    </p:spTree>
    <p:extLst>
      <p:ext uri="{BB962C8B-B14F-4D97-AF65-F5344CB8AC3E}">
        <p14:creationId xmlns:p14="http://schemas.microsoft.com/office/powerpoint/2010/main" val="1755703636"/>
      </p:ext>
    </p:extLst>
  </p:cSld>
</p:sld>
</file>

<file path=ppt/slides/slide5.xml><?xml version="1.0" encoding="utf-8"?>
<p:sld xmlns:p="http://schemas.openxmlformats.org/presentationml/2006/main">
  <p:cSld>
    <p:bg>
      <p:bgPr>
        <a:solidFill xmlns:a="http://schemas.openxmlformats.org/drawingml/2006/main">
          <a:srgbClr val="F4F7F3"/>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65547DF-DAC1-4F8B-9A4D-AC260A061944}"/>
              </a:ext>
            </a:extLst>
          </p:cNvPr>
          <p:cNvSpPr>
            <a:spLocks xmlns:a="http://schemas.openxmlformats.org/drawingml/2006/main" noGrp="1"/>
          </p:cNvSpPr>
          <p:nvPr/>
        </p:nvSpPr>
        <p:spPr>
          <a:xfrm xmlns:a="http://schemas.openxmlformats.org/drawingml/2006/main">
            <a:off x="685800" y="333375"/>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19050" rIns="19050" bIns="19050" anchor="ctr">
            <a:normAutofit fontScale="100000"/>
          </a:bodyPr>
          <a:lstStyle xmlns:a="http://schemas.openxmlformats.org/drawingml/2006/main">
            <a:defPPr>
              <a:defRPr sz="1200" b="1">
                <a:solidFill>
                  <a:srgbClr val="087E72"/>
                </a:solidFill>
                <a:latin typeface="Arial"/>
                <a:ea typeface="Arial"/>
                <a:cs typeface="Arial"/>
              </a:defRPr>
            </a:defPPr>
            <a:lvl1pPr>
              <a:defRPr sz="1200" b="1">
                <a:solidFill>
                  <a:srgbClr val="087E72"/>
                </a:solidFill>
                <a:latin typeface="Arial"/>
                <a:ea typeface="Arial"/>
                <a:cs typeface="Arial"/>
              </a:defRPr>
            </a:lvl1pPr>
            <a:lvl2pPr>
              <a:defRPr sz="1200" b="1">
                <a:solidFill>
                  <a:srgbClr val="087E72"/>
                </a:solidFill>
                <a:latin typeface="Arial"/>
                <a:ea typeface="Arial"/>
                <a:cs typeface="Arial"/>
              </a:defRPr>
            </a:lvl2pPr>
            <a:lvl3pPr>
              <a:defRPr sz="1200" b="1">
                <a:solidFill>
                  <a:srgbClr val="087E72"/>
                </a:solidFill>
                <a:latin typeface="Arial"/>
                <a:ea typeface="Arial"/>
                <a:cs typeface="Arial"/>
              </a:defRPr>
            </a:lvl3pPr>
            <a:lvl4pPr>
              <a:defRPr sz="1200" b="1">
                <a:solidFill>
                  <a:srgbClr val="087E72"/>
                </a:solidFill>
                <a:latin typeface="Arial"/>
                <a:ea typeface="Arial"/>
                <a:cs typeface="Arial"/>
              </a:defRPr>
            </a:lvl4pPr>
            <a:lvl5pPr>
              <a:defRPr sz="1200" b="1">
                <a:solidFill>
                  <a:srgbClr val="087E72"/>
                </a:solidFill>
                <a:latin typeface="Arial"/>
                <a:ea typeface="Arial"/>
                <a:cs typeface="Arial"/>
              </a:defRPr>
            </a:lvl5pPr>
            <a:lvl6pPr>
              <a:defRPr sz="1200" b="1">
                <a:solidFill>
                  <a:srgbClr val="087E72"/>
                </a:solidFill>
                <a:latin typeface="Arial"/>
                <a:ea typeface="Arial"/>
                <a:cs typeface="Arial"/>
              </a:defRPr>
            </a:lvl6pPr>
            <a:lvl7pPr>
              <a:defRPr sz="1200" b="1">
                <a:solidFill>
                  <a:srgbClr val="087E72"/>
                </a:solidFill>
                <a:latin typeface="Arial"/>
                <a:ea typeface="Arial"/>
                <a:cs typeface="Arial"/>
              </a:defRPr>
            </a:lvl7pPr>
            <a:lvl8pPr>
              <a:defRPr sz="1200" b="1">
                <a:solidFill>
                  <a:srgbClr val="087E72"/>
                </a:solidFill>
                <a:latin typeface="Arial"/>
                <a:ea typeface="Arial"/>
                <a:cs typeface="Arial"/>
              </a:defRPr>
            </a:lvl8pPr>
            <a:lvl9pPr>
              <a:defRPr sz="1200" b="1">
                <a:solidFill>
                  <a:srgbClr val="087E72"/>
                </a:solidFill>
                <a:latin typeface="Arial"/>
                <a:ea typeface="Arial"/>
                <a:cs typeface="Arial"/>
              </a:defRPr>
            </a:lvl9pPr>
          </a:lstStyle>
          <a:p xmlns:a="http://schemas.openxmlformats.org/drawingml/2006/main">
            <a:pPr>
              <a:defRPr sz="1200" b="1">
                <a:solidFill>
                  <a:srgbClr val="087E72"/>
                </a:solidFill>
                <a:latin typeface="Arial"/>
                <a:ea typeface="Arial"/>
                <a:cs typeface="Arial"/>
              </a:defRPr>
            </a:pPr>
            <a:r>
              <a:rPr sz="1200" b="1">
                <a:solidFill>
                  <a:srgbClr val="087E72"/>
                </a:solidFill>
                <a:latin typeface="Arial"/>
                <a:ea typeface="Arial"/>
                <a:cs typeface="Arial"/>
              </a:rPr>
              <a:t>SOLUTION &amp; DEMO · 75 DETIK</a:t>
            </a:r>
          </a:p>
        </p:txBody>
      </p:sp>
      <p:sp>
        <p:nvSpPr>
          <p:cNvPr id="2" name="">
            <a:extLst xmlns:a="http://schemas.openxmlformats.org/drawingml/2006/main">
              <a:ext uri="{FF2B5EF4-FFF2-40B4-BE49-F238E27FC236}">
                <a16:creationId xmlns:a16="http://schemas.microsoft.com/office/drawing/2014/main" id="{C338D6F9-5310-439C-AB15-132E7C3BAFD7}"/>
              </a:ext>
            </a:extLst>
          </p:cNvPr>
          <p:cNvSpPr>
            <a:spLocks xmlns:a="http://schemas.openxmlformats.org/drawingml/2006/main" noGrp="1"/>
          </p:cNvSpPr>
          <p:nvPr/>
        </p:nvSpPr>
        <p:spPr>
          <a:xfrm xmlns:a="http://schemas.openxmlformats.org/drawingml/2006/main">
            <a:off x="685800" y="733425"/>
            <a:ext cx="10668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19050" rIns="19050" bIns="19050" anchor="ctr">
            <a:normAutofit fontScale="100000"/>
          </a:bodyPr>
          <a:lstStyle xmlns:a="http://schemas.openxmlformats.org/drawingml/2006/main">
            <a:defPPr>
              <a:defRPr sz="3300" b="1">
                <a:solidFill>
                  <a:srgbClr val="16333A"/>
                </a:solidFill>
                <a:latin typeface="Arial"/>
                <a:ea typeface="Arial"/>
                <a:cs typeface="Arial"/>
              </a:defRPr>
            </a:defPPr>
            <a:lvl1pPr>
              <a:defRPr sz="3300" b="1">
                <a:solidFill>
                  <a:srgbClr val="16333A"/>
                </a:solidFill>
                <a:latin typeface="Arial"/>
                <a:ea typeface="Arial"/>
                <a:cs typeface="Arial"/>
              </a:defRPr>
            </a:lvl1pPr>
            <a:lvl2pPr>
              <a:defRPr sz="3300" b="1">
                <a:solidFill>
                  <a:srgbClr val="16333A"/>
                </a:solidFill>
                <a:latin typeface="Arial"/>
                <a:ea typeface="Arial"/>
                <a:cs typeface="Arial"/>
              </a:defRPr>
            </a:lvl2pPr>
            <a:lvl3pPr>
              <a:defRPr sz="3300" b="1">
                <a:solidFill>
                  <a:srgbClr val="16333A"/>
                </a:solidFill>
                <a:latin typeface="Arial"/>
                <a:ea typeface="Arial"/>
                <a:cs typeface="Arial"/>
              </a:defRPr>
            </a:lvl3pPr>
            <a:lvl4pPr>
              <a:defRPr sz="3300" b="1">
                <a:solidFill>
                  <a:srgbClr val="16333A"/>
                </a:solidFill>
                <a:latin typeface="Arial"/>
                <a:ea typeface="Arial"/>
                <a:cs typeface="Arial"/>
              </a:defRPr>
            </a:lvl4pPr>
            <a:lvl5pPr>
              <a:defRPr sz="3300" b="1">
                <a:solidFill>
                  <a:srgbClr val="16333A"/>
                </a:solidFill>
                <a:latin typeface="Arial"/>
                <a:ea typeface="Arial"/>
                <a:cs typeface="Arial"/>
              </a:defRPr>
            </a:lvl5pPr>
            <a:lvl6pPr>
              <a:defRPr sz="3300" b="1">
                <a:solidFill>
                  <a:srgbClr val="16333A"/>
                </a:solidFill>
                <a:latin typeface="Arial"/>
                <a:ea typeface="Arial"/>
                <a:cs typeface="Arial"/>
              </a:defRPr>
            </a:lvl6pPr>
            <a:lvl7pPr>
              <a:defRPr sz="3300" b="1">
                <a:solidFill>
                  <a:srgbClr val="16333A"/>
                </a:solidFill>
                <a:latin typeface="Arial"/>
                <a:ea typeface="Arial"/>
                <a:cs typeface="Arial"/>
              </a:defRPr>
            </a:lvl7pPr>
            <a:lvl8pPr>
              <a:defRPr sz="3300" b="1">
                <a:solidFill>
                  <a:srgbClr val="16333A"/>
                </a:solidFill>
                <a:latin typeface="Arial"/>
                <a:ea typeface="Arial"/>
                <a:cs typeface="Arial"/>
              </a:defRPr>
            </a:lvl8pPr>
            <a:lvl9pPr>
              <a:defRPr sz="3300" b="1">
                <a:solidFill>
                  <a:srgbClr val="16333A"/>
                </a:solidFill>
                <a:latin typeface="Arial"/>
                <a:ea typeface="Arial"/>
                <a:cs typeface="Arial"/>
              </a:defRPr>
            </a:lvl9pPr>
          </a:lstStyle>
          <a:p xmlns:a="http://schemas.openxmlformats.org/drawingml/2006/main">
            <a:pPr>
              <a:defRPr sz="3300" b="1">
                <a:solidFill>
                  <a:srgbClr val="16333A"/>
                </a:solidFill>
                <a:latin typeface="Arial"/>
                <a:ea typeface="Arial"/>
                <a:cs typeface="Arial"/>
              </a:defRPr>
            </a:pPr>
            <a:r>
              <a:rPr sz="3300" b="1">
                <a:solidFill>
                  <a:srgbClr val="16333A"/>
                </a:solidFill>
                <a:latin typeface="Arial"/>
                <a:ea typeface="Arial"/>
                <a:cs typeface="Arial"/>
              </a:rPr>
              <a:t>Demo live: panel, ancestry, dan bukti</a:t>
            </a:r>
          </a:p>
        </p:txBody>
      </p:sp>
      <p:sp>
        <p:nvSpPr>
          <p:cNvPr id="3" name="">
            <a:extLst xmlns:a="http://schemas.openxmlformats.org/drawingml/2006/main">
              <a:ext uri="{FF2B5EF4-FFF2-40B4-BE49-F238E27FC236}">
                <a16:creationId xmlns:a16="http://schemas.microsoft.com/office/drawing/2014/main" id="{B65520B4-923D-4C19-AC30-535A1569FA82}"/>
              </a:ext>
            </a:extLst>
          </p:cNvPr>
          <p:cNvSpPr>
            <a:spLocks xmlns:a="http://schemas.openxmlformats.org/drawingml/2006/main" noGrp="1"/>
          </p:cNvSpPr>
          <p:nvPr/>
        </p:nvSpPr>
        <p:spPr>
          <a:xfrm xmlns:a="http://schemas.openxmlformats.org/drawingml/2006/main">
            <a:off x="685800" y="6448425"/>
            <a:ext cx="9239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19050" rIns="19050" bIns="19050" anchor="ctr">
            <a:normAutofit fontScale="100000"/>
          </a:bodyPr>
          <a:lstStyle xmlns:a="http://schemas.openxmlformats.org/drawingml/2006/main">
            <a:defPPr>
              <a:defRPr sz="975" b="0">
                <a:solidFill>
                  <a:srgbClr val="5D7273"/>
                </a:solidFill>
                <a:latin typeface="Arial"/>
                <a:ea typeface="Arial"/>
                <a:cs typeface="Arial"/>
              </a:defRPr>
            </a:defPPr>
            <a:lvl1pPr>
              <a:defRPr sz="975" b="0">
                <a:solidFill>
                  <a:srgbClr val="5D7273"/>
                </a:solidFill>
                <a:latin typeface="Arial"/>
                <a:ea typeface="Arial"/>
                <a:cs typeface="Arial"/>
              </a:defRPr>
            </a:lvl1pPr>
            <a:lvl2pPr>
              <a:defRPr sz="975" b="0">
                <a:solidFill>
                  <a:srgbClr val="5D7273"/>
                </a:solidFill>
                <a:latin typeface="Arial"/>
                <a:ea typeface="Arial"/>
                <a:cs typeface="Arial"/>
              </a:defRPr>
            </a:lvl2pPr>
            <a:lvl3pPr>
              <a:defRPr sz="975" b="0">
                <a:solidFill>
                  <a:srgbClr val="5D7273"/>
                </a:solidFill>
                <a:latin typeface="Arial"/>
                <a:ea typeface="Arial"/>
                <a:cs typeface="Arial"/>
              </a:defRPr>
            </a:lvl3pPr>
            <a:lvl4pPr>
              <a:defRPr sz="975" b="0">
                <a:solidFill>
                  <a:srgbClr val="5D7273"/>
                </a:solidFill>
                <a:latin typeface="Arial"/>
                <a:ea typeface="Arial"/>
                <a:cs typeface="Arial"/>
              </a:defRPr>
            </a:lvl4pPr>
            <a:lvl5pPr>
              <a:defRPr sz="975" b="0">
                <a:solidFill>
                  <a:srgbClr val="5D7273"/>
                </a:solidFill>
                <a:latin typeface="Arial"/>
                <a:ea typeface="Arial"/>
                <a:cs typeface="Arial"/>
              </a:defRPr>
            </a:lvl5pPr>
            <a:lvl6pPr>
              <a:defRPr sz="975" b="0">
                <a:solidFill>
                  <a:srgbClr val="5D7273"/>
                </a:solidFill>
                <a:latin typeface="Arial"/>
                <a:ea typeface="Arial"/>
                <a:cs typeface="Arial"/>
              </a:defRPr>
            </a:lvl6pPr>
            <a:lvl7pPr>
              <a:defRPr sz="975" b="0">
                <a:solidFill>
                  <a:srgbClr val="5D7273"/>
                </a:solidFill>
                <a:latin typeface="Arial"/>
                <a:ea typeface="Arial"/>
                <a:cs typeface="Arial"/>
              </a:defRPr>
            </a:lvl7pPr>
            <a:lvl8pPr>
              <a:defRPr sz="975" b="0">
                <a:solidFill>
                  <a:srgbClr val="5D7273"/>
                </a:solidFill>
                <a:latin typeface="Arial"/>
                <a:ea typeface="Arial"/>
                <a:cs typeface="Arial"/>
              </a:defRPr>
            </a:lvl8pPr>
            <a:lvl9pPr>
              <a:defRPr sz="975" b="0">
                <a:solidFill>
                  <a:srgbClr val="5D7273"/>
                </a:solidFill>
                <a:latin typeface="Arial"/>
                <a:ea typeface="Arial"/>
                <a:cs typeface="Arial"/>
              </a:defRPr>
            </a:lvl9pPr>
          </a:lstStyle>
          <a:p xmlns:a="http://schemas.openxmlformats.org/drawingml/2006/main">
            <a:pPr>
              <a:defRPr sz="975" b="0">
                <a:solidFill>
                  <a:srgbClr val="5D7273"/>
                </a:solidFill>
                <a:latin typeface="Arial"/>
                <a:ea typeface="Arial"/>
                <a:cs typeface="Arial"/>
              </a:defRPr>
            </a:pPr>
            <a:r>
              <a:rPr sz="975" b="0">
                <a:solidFill>
                  <a:srgbClr val="5D7273"/>
                </a:solidFill>
                <a:latin typeface="Arial"/>
                <a:ea typeface="Arial"/>
                <a:cs typeface="Arial"/>
              </a:rPr>
              <a:t>EXASTRA · GENOHACK 2026 · RISET KOMPUTASIONAL</a:t>
            </a:r>
          </a:p>
        </p:txBody>
      </p:sp>
      <p:sp>
        <p:nvSpPr>
          <p:cNvPr id="4" name="">
            <a:extLst xmlns:a="http://schemas.openxmlformats.org/drawingml/2006/main">
              <a:ext uri="{FF2B5EF4-FFF2-40B4-BE49-F238E27FC236}">
                <a16:creationId xmlns:a16="http://schemas.microsoft.com/office/drawing/2014/main" id="{B596B1D1-E3C4-4355-A8FD-499A83AB6122}"/>
              </a:ext>
            </a:extLst>
          </p:cNvPr>
          <p:cNvSpPr>
            <a:spLocks xmlns:a="http://schemas.openxmlformats.org/drawingml/2006/main" noGrp="1"/>
          </p:cNvSpPr>
          <p:nvPr/>
        </p:nvSpPr>
        <p:spPr>
          <a:xfrm xmlns:a="http://schemas.openxmlformats.org/drawingml/2006/main">
            <a:off x="11125200" y="6448425"/>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19050" rIns="19050" bIns="19050" anchor="ctr">
            <a:normAutofit fontScale="100000"/>
          </a:bodyPr>
          <a:lstStyle xmlns:a="http://schemas.openxmlformats.org/drawingml/2006/main">
            <a:defPPr>
              <a:defRPr sz="1050" b="1">
                <a:solidFill>
                  <a:srgbClr val="5D7273"/>
                </a:solidFill>
                <a:latin typeface="Arial"/>
                <a:ea typeface="Arial"/>
                <a:cs typeface="Arial"/>
              </a:defRPr>
            </a:defPPr>
            <a:lvl1pPr>
              <a:defRPr sz="1050" b="1">
                <a:solidFill>
                  <a:srgbClr val="5D7273"/>
                </a:solidFill>
                <a:latin typeface="Arial"/>
                <a:ea typeface="Arial"/>
                <a:cs typeface="Arial"/>
              </a:defRPr>
            </a:lvl1pPr>
            <a:lvl2pPr>
              <a:defRPr sz="1050" b="1">
                <a:solidFill>
                  <a:srgbClr val="5D7273"/>
                </a:solidFill>
                <a:latin typeface="Arial"/>
                <a:ea typeface="Arial"/>
                <a:cs typeface="Arial"/>
              </a:defRPr>
            </a:lvl2pPr>
            <a:lvl3pPr>
              <a:defRPr sz="1050" b="1">
                <a:solidFill>
                  <a:srgbClr val="5D7273"/>
                </a:solidFill>
                <a:latin typeface="Arial"/>
                <a:ea typeface="Arial"/>
                <a:cs typeface="Arial"/>
              </a:defRPr>
            </a:lvl3pPr>
            <a:lvl4pPr>
              <a:defRPr sz="1050" b="1">
                <a:solidFill>
                  <a:srgbClr val="5D7273"/>
                </a:solidFill>
                <a:latin typeface="Arial"/>
                <a:ea typeface="Arial"/>
                <a:cs typeface="Arial"/>
              </a:defRPr>
            </a:lvl4pPr>
            <a:lvl5pPr>
              <a:defRPr sz="1050" b="1">
                <a:solidFill>
                  <a:srgbClr val="5D7273"/>
                </a:solidFill>
                <a:latin typeface="Arial"/>
                <a:ea typeface="Arial"/>
                <a:cs typeface="Arial"/>
              </a:defRPr>
            </a:lvl5pPr>
            <a:lvl6pPr>
              <a:defRPr sz="1050" b="1">
                <a:solidFill>
                  <a:srgbClr val="5D7273"/>
                </a:solidFill>
                <a:latin typeface="Arial"/>
                <a:ea typeface="Arial"/>
                <a:cs typeface="Arial"/>
              </a:defRPr>
            </a:lvl6pPr>
            <a:lvl7pPr>
              <a:defRPr sz="1050" b="1">
                <a:solidFill>
                  <a:srgbClr val="5D7273"/>
                </a:solidFill>
                <a:latin typeface="Arial"/>
                <a:ea typeface="Arial"/>
                <a:cs typeface="Arial"/>
              </a:defRPr>
            </a:lvl7pPr>
            <a:lvl8pPr>
              <a:defRPr sz="1050" b="1">
                <a:solidFill>
                  <a:srgbClr val="5D7273"/>
                </a:solidFill>
                <a:latin typeface="Arial"/>
                <a:ea typeface="Arial"/>
                <a:cs typeface="Arial"/>
              </a:defRPr>
            </a:lvl8pPr>
            <a:lvl9pPr>
              <a:defRPr sz="1050" b="1">
                <a:solidFill>
                  <a:srgbClr val="5D7273"/>
                </a:solidFill>
                <a:latin typeface="Arial"/>
                <a:ea typeface="Arial"/>
                <a:cs typeface="Arial"/>
              </a:defRPr>
            </a:lvl9pPr>
          </a:lstStyle>
          <a:p xmlns:a="http://schemas.openxmlformats.org/drawingml/2006/main">
            <a:pPr>
              <a:defRPr sz="1050" b="1">
                <a:solidFill>
                  <a:srgbClr val="5D7273"/>
                </a:solidFill>
                <a:latin typeface="Arial"/>
                <a:ea typeface="Arial"/>
                <a:cs typeface="Arial"/>
              </a:defRPr>
            </a:pPr>
            <a:r>
              <a:rPr sz="1050" b="1">
                <a:solidFill>
                  <a:srgbClr val="5D7273"/>
                </a:solidFill>
                <a:latin typeface="Arial"/>
                <a:ea typeface="Arial"/>
                <a:cs typeface="Arial"/>
              </a:rPr>
              <a:t>05</a:t>
            </a:r>
          </a:p>
        </p:txBody>
      </p:sp>
      <p:pic>
        <p:nvPicPr>
          <p:cNvPr id="5" name="">
            <a:extLst xmlns:a="http://schemas.openxmlformats.org/drawingml/2006/main">
              <a:ext uri="{FF2B5EF4-FFF2-40B4-BE49-F238E27FC236}">
                <a16:creationId xmlns:a16="http://schemas.microsoft.com/office/drawing/2014/main" id="{E686779F-EC45-4F8D-A771-C35EEDB1C8F7}"/>
              </a:ext>
            </a:extLst>
          </p:cNvPr>
          <p:cNvPicPr>
            <a:picLocks xmlns:a="http://schemas.openxmlformats.org/drawingml/2006/main" noChangeAspect="1"/>
          </p:cNvPicPr>
          <p:nvPr/>
        </p:nvPicPr>
        <p:blipFill>
          <a:blip xmlns:r="http://schemas.openxmlformats.org/officeDocument/2006/relationships" xmlns:a="http://schemas.openxmlformats.org/drawingml/2006/main" r:embed="R9a9837fbf3464e52"/>
          <a:stretch xmlns:a="http://schemas.openxmlformats.org/drawingml/2006/main"/>
        </p:blipFill>
        <p:spPr>
          <a:xfrm xmlns:a="http://schemas.openxmlformats.org/drawingml/2006/main">
            <a:off x="1058919" y="1743075"/>
            <a:ext cx="6930913" cy="433387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40467B9F-A520-4AAC-B6FC-95BF6A0F1377}"/>
              </a:ext>
            </a:extLst>
          </p:cNvPr>
          <p:cNvSpPr>
            <a:spLocks xmlns:a="http://schemas.openxmlformats.org/drawingml/2006/main" noGrp="1"/>
          </p:cNvSpPr>
          <p:nvPr/>
        </p:nvSpPr>
        <p:spPr>
          <a:xfrm xmlns:a="http://schemas.openxmlformats.org/drawingml/2006/main">
            <a:off x="8724900" y="2057400"/>
            <a:ext cx="2857500" cy="2324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19050" rIns="19050" bIns="19050" anchor="ctr">
            <a:normAutofit fontScale="100000"/>
          </a:bodyPr>
          <a:lstStyle xmlns:a="http://schemas.openxmlformats.org/drawingml/2006/main">
            <a:defPPr>
              <a:defRPr sz="1950" b="1">
                <a:solidFill>
                  <a:srgbClr val="16333A"/>
                </a:solidFill>
                <a:latin typeface="Arial"/>
                <a:ea typeface="Arial"/>
                <a:cs typeface="Arial"/>
              </a:defRPr>
            </a:defPPr>
            <a:lvl1pPr>
              <a:defRPr sz="1950" b="1">
                <a:solidFill>
                  <a:srgbClr val="16333A"/>
                </a:solidFill>
                <a:latin typeface="Arial"/>
                <a:ea typeface="Arial"/>
                <a:cs typeface="Arial"/>
              </a:defRPr>
            </a:lvl1pPr>
            <a:lvl2pPr>
              <a:defRPr sz="1950" b="1">
                <a:solidFill>
                  <a:srgbClr val="16333A"/>
                </a:solidFill>
                <a:latin typeface="Arial"/>
                <a:ea typeface="Arial"/>
                <a:cs typeface="Arial"/>
              </a:defRPr>
            </a:lvl2pPr>
            <a:lvl3pPr>
              <a:defRPr sz="1950" b="1">
                <a:solidFill>
                  <a:srgbClr val="16333A"/>
                </a:solidFill>
                <a:latin typeface="Arial"/>
                <a:ea typeface="Arial"/>
                <a:cs typeface="Arial"/>
              </a:defRPr>
            </a:lvl3pPr>
            <a:lvl4pPr>
              <a:defRPr sz="1950" b="1">
                <a:solidFill>
                  <a:srgbClr val="16333A"/>
                </a:solidFill>
                <a:latin typeface="Arial"/>
                <a:ea typeface="Arial"/>
                <a:cs typeface="Arial"/>
              </a:defRPr>
            </a:lvl4pPr>
            <a:lvl5pPr>
              <a:defRPr sz="1950" b="1">
                <a:solidFill>
                  <a:srgbClr val="16333A"/>
                </a:solidFill>
                <a:latin typeface="Arial"/>
                <a:ea typeface="Arial"/>
                <a:cs typeface="Arial"/>
              </a:defRPr>
            </a:lvl5pPr>
            <a:lvl6pPr>
              <a:defRPr sz="1950" b="1">
                <a:solidFill>
                  <a:srgbClr val="16333A"/>
                </a:solidFill>
                <a:latin typeface="Arial"/>
                <a:ea typeface="Arial"/>
                <a:cs typeface="Arial"/>
              </a:defRPr>
            </a:lvl6pPr>
            <a:lvl7pPr>
              <a:defRPr sz="1950" b="1">
                <a:solidFill>
                  <a:srgbClr val="16333A"/>
                </a:solidFill>
                <a:latin typeface="Arial"/>
                <a:ea typeface="Arial"/>
                <a:cs typeface="Arial"/>
              </a:defRPr>
            </a:lvl7pPr>
            <a:lvl8pPr>
              <a:defRPr sz="1950" b="1">
                <a:solidFill>
                  <a:srgbClr val="16333A"/>
                </a:solidFill>
                <a:latin typeface="Arial"/>
                <a:ea typeface="Arial"/>
                <a:cs typeface="Arial"/>
              </a:defRPr>
            </a:lvl8pPr>
            <a:lvl9pPr>
              <a:defRPr sz="1950" b="1">
                <a:solidFill>
                  <a:srgbClr val="16333A"/>
                </a:solidFill>
                <a:latin typeface="Arial"/>
                <a:ea typeface="Arial"/>
                <a:cs typeface="Arial"/>
              </a:defRPr>
            </a:lvl9pPr>
          </a:lstStyle>
          <a:p xmlns:a="http://schemas.openxmlformats.org/drawingml/2006/main">
            <a:pPr>
              <a:defRPr sz="1950" b="1">
                <a:solidFill>
                  <a:srgbClr val="16333A"/>
                </a:solidFill>
                <a:latin typeface="Arial"/>
                <a:ea typeface="Arial"/>
                <a:cs typeface="Arial"/>
              </a:defRPr>
            </a:pPr>
            <a:r>
              <a:rPr sz="1950" b="1">
                <a:solidFill>
                  <a:srgbClr val="16333A"/>
                </a:solidFill>
                <a:latin typeface="Arial"/>
                <a:ea typeface="Arial"/>
                <a:cs typeface="Arial"/>
              </a:rPr>
              <a:t>01  Pilih kohort</a:t>
            </a:r>
          </a:p>
          <a:p xmlns:a="http://schemas.openxmlformats.org/drawingml/2006/main">
            <a:pPr>
              <a:defRPr sz="1950" b="1">
                <a:solidFill>
                  <a:srgbClr val="16333A"/>
                </a:solidFill>
                <a:latin typeface="Arial"/>
                <a:ea typeface="Arial"/>
                <a:cs typeface="Arial"/>
              </a:defRPr>
            </a:pPr>
            <a:r>
              <a:rPr sz="1950" b="1">
                <a:solidFill>
                  <a:srgbClr val="16333A"/>
                </a:solidFill>
                <a:latin typeface="Arial"/>
                <a:ea typeface="Arial"/>
                <a:cs typeface="Arial"/>
              </a:rPr>
              <a:t>02  Bandingkan donor</a:t>
            </a:r>
          </a:p>
          <a:p xmlns:a="http://schemas.openxmlformats.org/drawingml/2006/main">
            <a:pPr>
              <a:defRPr sz="1950" b="1">
                <a:solidFill>
                  <a:srgbClr val="16333A"/>
                </a:solidFill>
                <a:latin typeface="Arial"/>
                <a:ea typeface="Arial"/>
                <a:cs typeface="Arial"/>
              </a:defRPr>
            </a:pPr>
            <a:r>
              <a:rPr sz="1950" b="1">
                <a:solidFill>
                  <a:srgbClr val="16333A"/>
                </a:solidFill>
                <a:latin typeface="Arial"/>
                <a:ea typeface="Arial"/>
                <a:cs typeface="Arial"/>
              </a:rPr>
              <a:t>03  Tinjau PCA</a:t>
            </a:r>
          </a:p>
          <a:p xmlns:a="http://schemas.openxmlformats.org/drawingml/2006/main">
            <a:pPr>
              <a:defRPr sz="1950" b="1">
                <a:solidFill>
                  <a:srgbClr val="16333A"/>
                </a:solidFill>
                <a:latin typeface="Arial"/>
                <a:ea typeface="Arial"/>
                <a:cs typeface="Arial"/>
              </a:defRPr>
            </a:pPr>
            <a:r>
              <a:rPr sz="1950" b="1">
                <a:solidFill>
                  <a:srgbClr val="16333A"/>
                </a:solidFill>
                <a:latin typeface="Arial"/>
                <a:ea typeface="Arial"/>
                <a:cs typeface="Arial"/>
              </a:rPr>
              <a:t>04  Unduh marker</a:t>
            </a:r>
          </a:p>
        </p:txBody>
      </p:sp>
      <p:sp>
        <p:nvSpPr>
          <p:cNvPr id="7" name="">
            <a:extLst xmlns:a="http://schemas.openxmlformats.org/drawingml/2006/main">
              <a:ext uri="{FF2B5EF4-FFF2-40B4-BE49-F238E27FC236}">
                <a16:creationId xmlns:a16="http://schemas.microsoft.com/office/drawing/2014/main" id="{2B898833-D070-4B31-8A4F-E1D381C1808B}"/>
              </a:ext>
            </a:extLst>
          </p:cNvPr>
          <p:cNvSpPr>
            <a:spLocks xmlns:a="http://schemas.openxmlformats.org/drawingml/2006/main" noGrp="1"/>
          </p:cNvSpPr>
          <p:nvPr/>
        </p:nvSpPr>
        <p:spPr>
          <a:xfrm xmlns:a="http://schemas.openxmlformats.org/drawingml/2006/main">
            <a:off x="8724900" y="4752975"/>
            <a:ext cx="2714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19050" rIns="19050" bIns="19050" anchor="ctr">
            <a:normAutofit fontScale="100000"/>
          </a:bodyPr>
          <a:lstStyle xmlns:a="http://schemas.openxmlformats.org/drawingml/2006/main">
            <a:defPPr>
              <a:defRPr sz="1650" b="0">
                <a:solidFill>
                  <a:srgbClr val="5D7273"/>
                </a:solidFill>
                <a:latin typeface="Arial"/>
                <a:ea typeface="Arial"/>
                <a:cs typeface="Arial"/>
              </a:defRPr>
            </a:defPPr>
            <a:lvl1pPr>
              <a:defRPr sz="1650" b="0">
                <a:solidFill>
                  <a:srgbClr val="5D7273"/>
                </a:solidFill>
                <a:latin typeface="Arial"/>
                <a:ea typeface="Arial"/>
                <a:cs typeface="Arial"/>
              </a:defRPr>
            </a:lvl1pPr>
            <a:lvl2pPr>
              <a:defRPr sz="1650" b="0">
                <a:solidFill>
                  <a:srgbClr val="5D7273"/>
                </a:solidFill>
                <a:latin typeface="Arial"/>
                <a:ea typeface="Arial"/>
                <a:cs typeface="Arial"/>
              </a:defRPr>
            </a:lvl2pPr>
            <a:lvl3pPr>
              <a:defRPr sz="1650" b="0">
                <a:solidFill>
                  <a:srgbClr val="5D7273"/>
                </a:solidFill>
                <a:latin typeface="Arial"/>
                <a:ea typeface="Arial"/>
                <a:cs typeface="Arial"/>
              </a:defRPr>
            </a:lvl3pPr>
            <a:lvl4pPr>
              <a:defRPr sz="1650" b="0">
                <a:solidFill>
                  <a:srgbClr val="5D7273"/>
                </a:solidFill>
                <a:latin typeface="Arial"/>
                <a:ea typeface="Arial"/>
                <a:cs typeface="Arial"/>
              </a:defRPr>
            </a:lvl4pPr>
            <a:lvl5pPr>
              <a:defRPr sz="1650" b="0">
                <a:solidFill>
                  <a:srgbClr val="5D7273"/>
                </a:solidFill>
                <a:latin typeface="Arial"/>
                <a:ea typeface="Arial"/>
                <a:cs typeface="Arial"/>
              </a:defRPr>
            </a:lvl5pPr>
            <a:lvl6pPr>
              <a:defRPr sz="1650" b="0">
                <a:solidFill>
                  <a:srgbClr val="5D7273"/>
                </a:solidFill>
                <a:latin typeface="Arial"/>
                <a:ea typeface="Arial"/>
                <a:cs typeface="Arial"/>
              </a:defRPr>
            </a:lvl6pPr>
            <a:lvl7pPr>
              <a:defRPr sz="1650" b="0">
                <a:solidFill>
                  <a:srgbClr val="5D7273"/>
                </a:solidFill>
                <a:latin typeface="Arial"/>
                <a:ea typeface="Arial"/>
                <a:cs typeface="Arial"/>
              </a:defRPr>
            </a:lvl7pPr>
            <a:lvl8pPr>
              <a:defRPr sz="1650" b="0">
                <a:solidFill>
                  <a:srgbClr val="5D7273"/>
                </a:solidFill>
                <a:latin typeface="Arial"/>
                <a:ea typeface="Arial"/>
                <a:cs typeface="Arial"/>
              </a:defRPr>
            </a:lvl8pPr>
            <a:lvl9pPr>
              <a:defRPr sz="1650" b="0">
                <a:solidFill>
                  <a:srgbClr val="5D7273"/>
                </a:solidFill>
                <a:latin typeface="Arial"/>
                <a:ea typeface="Arial"/>
                <a:cs typeface="Arial"/>
              </a:defRPr>
            </a:lvl9pPr>
          </a:lstStyle>
          <a:p xmlns:a="http://schemas.openxmlformats.org/drawingml/2006/main">
            <a:pPr>
              <a:defRPr sz="1650" b="0">
                <a:solidFill>
                  <a:srgbClr val="5D7273"/>
                </a:solidFill>
                <a:latin typeface="Arial"/>
                <a:ea typeface="Arial"/>
                <a:cs typeface="Arial"/>
              </a:defRPr>
            </a:pPr>
            <a:r>
              <a:rPr sz="1650" b="0">
                <a:solidFill>
                  <a:srgbClr val="5D7273"/>
                </a:solidFill>
                <a:latin typeface="Arial"/>
                <a:ea typeface="Arial"/>
                <a:cs typeface="Arial"/>
              </a:rPr>
              <a:t>Cadangan lokal:</a:t>
            </a:r>
          </a:p>
          <a:p xmlns:a="http://schemas.openxmlformats.org/drawingml/2006/main">
            <a:pPr>
              <a:defRPr sz="1650" b="0">
                <a:solidFill>
                  <a:srgbClr val="5D7273"/>
                </a:solidFill>
                <a:latin typeface="Arial"/>
                <a:ea typeface="Arial"/>
                <a:cs typeface="Arial"/>
              </a:defRPr>
            </a:pPr>
            <a:r>
              <a:rPr sz="1650" b="0">
                <a:solidFill>
                  <a:srgbClr val="5D7273"/>
                </a:solidFill>
                <a:latin typeface="Arial"/>
                <a:ea typeface="Arial"/>
                <a:cs typeface="Arial"/>
              </a:rPr>
              <a:t>video 2 menit</a:t>
            </a:r>
          </a:p>
          <a:p xmlns:a="http://schemas.openxmlformats.org/drawingml/2006/main">
            <a:pPr>
              <a:defRPr sz="1650" b="0">
                <a:solidFill>
                  <a:srgbClr val="5D7273"/>
                </a:solidFill>
                <a:latin typeface="Arial"/>
                <a:ea typeface="Arial"/>
                <a:cs typeface="Arial"/>
              </a:defRPr>
            </a:pPr>
            <a:r>
              <a:rPr sz="1650" b="0">
                <a:solidFill>
                  <a:srgbClr val="5D7273"/>
                </a:solidFill>
                <a:latin typeface="Arial"/>
                <a:ea typeface="Arial"/>
                <a:cs typeface="Arial"/>
              </a:rPr>
              <a:t>dan ZIP offline</a:t>
            </a:r>
          </a:p>
        </p:txBody>
      </p:sp>
      <p:sp>
        <p:nvSpPr>
          <p:cNvPr id="8" name="">
            <a:extLst xmlns:a="http://schemas.openxmlformats.org/drawingml/2006/main">
              <a:ext uri="{FF2B5EF4-FFF2-40B4-BE49-F238E27FC236}">
                <a16:creationId xmlns:a16="http://schemas.microsoft.com/office/drawing/2014/main" id="{047F4C70-C328-475B-9A84-19D08CD1195F}"/>
              </a:ext>
            </a:extLst>
          </p:cNvPr>
          <p:cNvSpPr>
            <a:spLocks xmlns:a="http://schemas.openxmlformats.org/drawingml/2006/main" noGrp="1"/>
          </p:cNvSpPr>
          <p:nvPr/>
        </p:nvSpPr>
        <p:spPr>
          <a:xfrm xmlns:a="http://schemas.openxmlformats.org/drawingml/2006/main">
            <a:off x="762000" y="60769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19050" rIns="19050" bIns="19050" anchor="ctr">
            <a:normAutofit fontScale="100000"/>
          </a:bodyPr>
          <a:lstStyle xmlns:a="http://schemas.openxmlformats.org/drawingml/2006/main">
            <a:defPPr>
              <a:defRPr sz="1200" b="1">
                <a:solidFill>
                  <a:srgbClr val="087E72"/>
                </a:solidFill>
                <a:latin typeface="Arial"/>
                <a:ea typeface="Arial"/>
                <a:cs typeface="Arial"/>
              </a:defRPr>
            </a:defPPr>
            <a:lvl1pPr>
              <a:defRPr sz="1200" b="1">
                <a:solidFill>
                  <a:srgbClr val="087E72"/>
                </a:solidFill>
                <a:latin typeface="Arial"/>
                <a:ea typeface="Arial"/>
                <a:cs typeface="Arial"/>
              </a:defRPr>
            </a:lvl1pPr>
            <a:lvl2pPr>
              <a:defRPr sz="1200" b="1">
                <a:solidFill>
                  <a:srgbClr val="087E72"/>
                </a:solidFill>
                <a:latin typeface="Arial"/>
                <a:ea typeface="Arial"/>
                <a:cs typeface="Arial"/>
              </a:defRPr>
            </a:lvl2pPr>
            <a:lvl3pPr>
              <a:defRPr sz="1200" b="1">
                <a:solidFill>
                  <a:srgbClr val="087E72"/>
                </a:solidFill>
                <a:latin typeface="Arial"/>
                <a:ea typeface="Arial"/>
                <a:cs typeface="Arial"/>
              </a:defRPr>
            </a:lvl3pPr>
            <a:lvl4pPr>
              <a:defRPr sz="1200" b="1">
                <a:solidFill>
                  <a:srgbClr val="087E72"/>
                </a:solidFill>
                <a:latin typeface="Arial"/>
                <a:ea typeface="Arial"/>
                <a:cs typeface="Arial"/>
              </a:defRPr>
            </a:lvl4pPr>
            <a:lvl5pPr>
              <a:defRPr sz="1200" b="1">
                <a:solidFill>
                  <a:srgbClr val="087E72"/>
                </a:solidFill>
                <a:latin typeface="Arial"/>
                <a:ea typeface="Arial"/>
                <a:cs typeface="Arial"/>
              </a:defRPr>
            </a:lvl5pPr>
            <a:lvl6pPr>
              <a:defRPr sz="1200" b="1">
                <a:solidFill>
                  <a:srgbClr val="087E72"/>
                </a:solidFill>
                <a:latin typeface="Arial"/>
                <a:ea typeface="Arial"/>
                <a:cs typeface="Arial"/>
              </a:defRPr>
            </a:lvl6pPr>
            <a:lvl7pPr>
              <a:defRPr sz="1200" b="1">
                <a:solidFill>
                  <a:srgbClr val="087E72"/>
                </a:solidFill>
                <a:latin typeface="Arial"/>
                <a:ea typeface="Arial"/>
                <a:cs typeface="Arial"/>
              </a:defRPr>
            </a:lvl7pPr>
            <a:lvl8pPr>
              <a:defRPr sz="1200" b="1">
                <a:solidFill>
                  <a:srgbClr val="087E72"/>
                </a:solidFill>
                <a:latin typeface="Arial"/>
                <a:ea typeface="Arial"/>
                <a:cs typeface="Arial"/>
              </a:defRPr>
            </a:lvl8pPr>
            <a:lvl9pPr>
              <a:defRPr sz="1200" b="1">
                <a:solidFill>
                  <a:srgbClr val="087E72"/>
                </a:solidFill>
                <a:latin typeface="Arial"/>
                <a:ea typeface="Arial"/>
                <a:cs typeface="Arial"/>
              </a:defRPr>
            </a:lvl9pPr>
          </a:lstStyle>
          <a:p xmlns:a="http://schemas.openxmlformats.org/drawingml/2006/main">
            <a:pPr>
              <a:defRPr sz="1200" b="1">
                <a:solidFill>
                  <a:srgbClr val="087E72"/>
                </a:solidFill>
                <a:latin typeface="Arial"/>
                <a:ea typeface="Arial"/>
                <a:cs typeface="Arial"/>
              </a:defRPr>
            </a:pPr>
            <a:r>
              <a:rPr sz="1200" b="1">
                <a:solidFill>
                  <a:srgbClr val="087E72"/>
                </a:solidFill>
                <a:latin typeface="Arial"/>
                <a:ea typeface="Arial"/>
                <a:cs typeface="Arial"/>
              </a:rPr>
              <a:t>https://bantengpanel-genohack.toastygecko1026.chatgpt.site</a:t>
            </a:r>
          </a:p>
        </p:txBody>
      </p:sp>
    </p:spTree>
    <p:extLst>
      <p:ext uri="{BB962C8B-B14F-4D97-AF65-F5344CB8AC3E}">
        <p14:creationId xmlns:p14="http://schemas.microsoft.com/office/powerpoint/2010/main" val="1500824960"/>
      </p:ext>
    </p:extLst>
  </p:cSld>
</p:sld>
</file>

<file path=ppt/slides/slide6.xml><?xml version="1.0" encoding="utf-8"?>
<p:sld xmlns:p="http://schemas.openxmlformats.org/presentationml/2006/main">
  <p:cSld>
    <p:bg>
      <p:bgPr>
        <a:solidFill xmlns:a="http://schemas.openxmlformats.org/drawingml/2006/main">
          <a:srgbClr val="F4F7F3"/>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EA9BB79-8884-4337-B81C-67944FCC0320}"/>
              </a:ext>
            </a:extLst>
          </p:cNvPr>
          <p:cNvSpPr>
            <a:spLocks xmlns:a="http://schemas.openxmlformats.org/drawingml/2006/main" noGrp="1"/>
          </p:cNvSpPr>
          <p:nvPr/>
        </p:nvSpPr>
        <p:spPr>
          <a:xfrm xmlns:a="http://schemas.openxmlformats.org/drawingml/2006/main">
            <a:off x="685800" y="333375"/>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19050" rIns="19050" bIns="19050" anchor="ctr">
            <a:normAutofit fontScale="100000"/>
          </a:bodyPr>
          <a:lstStyle xmlns:a="http://schemas.openxmlformats.org/drawingml/2006/main">
            <a:defPPr>
              <a:defRPr sz="1200" b="1">
                <a:solidFill>
                  <a:srgbClr val="087E72"/>
                </a:solidFill>
                <a:latin typeface="Arial"/>
                <a:ea typeface="Arial"/>
                <a:cs typeface="Arial"/>
              </a:defRPr>
            </a:defPPr>
            <a:lvl1pPr>
              <a:defRPr sz="1200" b="1">
                <a:solidFill>
                  <a:srgbClr val="087E72"/>
                </a:solidFill>
                <a:latin typeface="Arial"/>
                <a:ea typeface="Arial"/>
                <a:cs typeface="Arial"/>
              </a:defRPr>
            </a:lvl1pPr>
            <a:lvl2pPr>
              <a:defRPr sz="1200" b="1">
                <a:solidFill>
                  <a:srgbClr val="087E72"/>
                </a:solidFill>
                <a:latin typeface="Arial"/>
                <a:ea typeface="Arial"/>
                <a:cs typeface="Arial"/>
              </a:defRPr>
            </a:lvl2pPr>
            <a:lvl3pPr>
              <a:defRPr sz="1200" b="1">
                <a:solidFill>
                  <a:srgbClr val="087E72"/>
                </a:solidFill>
                <a:latin typeface="Arial"/>
                <a:ea typeface="Arial"/>
                <a:cs typeface="Arial"/>
              </a:defRPr>
            </a:lvl3pPr>
            <a:lvl4pPr>
              <a:defRPr sz="1200" b="1">
                <a:solidFill>
                  <a:srgbClr val="087E72"/>
                </a:solidFill>
                <a:latin typeface="Arial"/>
                <a:ea typeface="Arial"/>
                <a:cs typeface="Arial"/>
              </a:defRPr>
            </a:lvl4pPr>
            <a:lvl5pPr>
              <a:defRPr sz="1200" b="1">
                <a:solidFill>
                  <a:srgbClr val="087E72"/>
                </a:solidFill>
                <a:latin typeface="Arial"/>
                <a:ea typeface="Arial"/>
                <a:cs typeface="Arial"/>
              </a:defRPr>
            </a:lvl5pPr>
            <a:lvl6pPr>
              <a:defRPr sz="1200" b="1">
                <a:solidFill>
                  <a:srgbClr val="087E72"/>
                </a:solidFill>
                <a:latin typeface="Arial"/>
                <a:ea typeface="Arial"/>
                <a:cs typeface="Arial"/>
              </a:defRPr>
            </a:lvl6pPr>
            <a:lvl7pPr>
              <a:defRPr sz="1200" b="1">
                <a:solidFill>
                  <a:srgbClr val="087E72"/>
                </a:solidFill>
                <a:latin typeface="Arial"/>
                <a:ea typeface="Arial"/>
                <a:cs typeface="Arial"/>
              </a:defRPr>
            </a:lvl7pPr>
            <a:lvl8pPr>
              <a:defRPr sz="1200" b="1">
                <a:solidFill>
                  <a:srgbClr val="087E72"/>
                </a:solidFill>
                <a:latin typeface="Arial"/>
                <a:ea typeface="Arial"/>
                <a:cs typeface="Arial"/>
              </a:defRPr>
            </a:lvl8pPr>
            <a:lvl9pPr>
              <a:defRPr sz="1200" b="1">
                <a:solidFill>
                  <a:srgbClr val="087E72"/>
                </a:solidFill>
                <a:latin typeface="Arial"/>
                <a:ea typeface="Arial"/>
                <a:cs typeface="Arial"/>
              </a:defRPr>
            </a:lvl9pPr>
          </a:lstStyle>
          <a:p xmlns:a="http://schemas.openxmlformats.org/drawingml/2006/main">
            <a:pPr>
              <a:defRPr sz="1200" b="1">
                <a:solidFill>
                  <a:srgbClr val="087E72"/>
                </a:solidFill>
                <a:latin typeface="Arial"/>
                <a:ea typeface="Arial"/>
                <a:cs typeface="Arial"/>
              </a:defRPr>
            </a:pPr>
            <a:r>
              <a:rPr sz="1200" b="1">
                <a:solidFill>
                  <a:srgbClr val="087E72"/>
                </a:solidFill>
                <a:latin typeface="Arial"/>
                <a:ea typeface="Arial"/>
                <a:cs typeface="Arial"/>
              </a:rPr>
              <a:t>BUKTI · EKSPLORATIF</a:t>
            </a:r>
          </a:p>
        </p:txBody>
      </p:sp>
      <p:sp>
        <p:nvSpPr>
          <p:cNvPr id="2" name="">
            <a:extLst xmlns:a="http://schemas.openxmlformats.org/drawingml/2006/main">
              <a:ext uri="{FF2B5EF4-FFF2-40B4-BE49-F238E27FC236}">
                <a16:creationId xmlns:a16="http://schemas.microsoft.com/office/drawing/2014/main" id="{321D8E7B-239C-466F-8291-29FA88C37D30}"/>
              </a:ext>
            </a:extLst>
          </p:cNvPr>
          <p:cNvSpPr>
            <a:spLocks xmlns:a="http://schemas.openxmlformats.org/drawingml/2006/main" noGrp="1"/>
          </p:cNvSpPr>
          <p:nvPr/>
        </p:nvSpPr>
        <p:spPr>
          <a:xfrm xmlns:a="http://schemas.openxmlformats.org/drawingml/2006/main">
            <a:off x="685800" y="733425"/>
            <a:ext cx="10668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19050" rIns="19050" bIns="19050" anchor="ctr">
            <a:normAutofit fontScale="100000"/>
          </a:bodyPr>
          <a:lstStyle xmlns:a="http://schemas.openxmlformats.org/drawingml/2006/main">
            <a:defPPr>
              <a:defRPr sz="3300" b="1">
                <a:solidFill>
                  <a:srgbClr val="16333A"/>
                </a:solidFill>
                <a:latin typeface="Arial"/>
                <a:ea typeface="Arial"/>
                <a:cs typeface="Arial"/>
              </a:defRPr>
            </a:defPPr>
            <a:lvl1pPr>
              <a:defRPr sz="3300" b="1">
                <a:solidFill>
                  <a:srgbClr val="16333A"/>
                </a:solidFill>
                <a:latin typeface="Arial"/>
                <a:ea typeface="Arial"/>
                <a:cs typeface="Arial"/>
              </a:defRPr>
            </a:lvl1pPr>
            <a:lvl2pPr>
              <a:defRPr sz="3300" b="1">
                <a:solidFill>
                  <a:srgbClr val="16333A"/>
                </a:solidFill>
                <a:latin typeface="Arial"/>
                <a:ea typeface="Arial"/>
                <a:cs typeface="Arial"/>
              </a:defRPr>
            </a:lvl2pPr>
            <a:lvl3pPr>
              <a:defRPr sz="3300" b="1">
                <a:solidFill>
                  <a:srgbClr val="16333A"/>
                </a:solidFill>
                <a:latin typeface="Arial"/>
                <a:ea typeface="Arial"/>
                <a:cs typeface="Arial"/>
              </a:defRPr>
            </a:lvl3pPr>
            <a:lvl4pPr>
              <a:defRPr sz="3300" b="1">
                <a:solidFill>
                  <a:srgbClr val="16333A"/>
                </a:solidFill>
                <a:latin typeface="Arial"/>
                <a:ea typeface="Arial"/>
                <a:cs typeface="Arial"/>
              </a:defRPr>
            </a:lvl4pPr>
            <a:lvl5pPr>
              <a:defRPr sz="3300" b="1">
                <a:solidFill>
                  <a:srgbClr val="16333A"/>
                </a:solidFill>
                <a:latin typeface="Arial"/>
                <a:ea typeface="Arial"/>
                <a:cs typeface="Arial"/>
              </a:defRPr>
            </a:lvl5pPr>
            <a:lvl6pPr>
              <a:defRPr sz="3300" b="1">
                <a:solidFill>
                  <a:srgbClr val="16333A"/>
                </a:solidFill>
                <a:latin typeface="Arial"/>
                <a:ea typeface="Arial"/>
                <a:cs typeface="Arial"/>
              </a:defRPr>
            </a:lvl6pPr>
            <a:lvl7pPr>
              <a:defRPr sz="3300" b="1">
                <a:solidFill>
                  <a:srgbClr val="16333A"/>
                </a:solidFill>
                <a:latin typeface="Arial"/>
                <a:ea typeface="Arial"/>
                <a:cs typeface="Arial"/>
              </a:defRPr>
            </a:lvl7pPr>
            <a:lvl8pPr>
              <a:defRPr sz="3300" b="1">
                <a:solidFill>
                  <a:srgbClr val="16333A"/>
                </a:solidFill>
                <a:latin typeface="Arial"/>
                <a:ea typeface="Arial"/>
                <a:cs typeface="Arial"/>
              </a:defRPr>
            </a:lvl8pPr>
            <a:lvl9pPr>
              <a:defRPr sz="3300" b="1">
                <a:solidFill>
                  <a:srgbClr val="16333A"/>
                </a:solidFill>
                <a:latin typeface="Arial"/>
                <a:ea typeface="Arial"/>
                <a:cs typeface="Arial"/>
              </a:defRPr>
            </a:lvl9pPr>
          </a:lstStyle>
          <a:p xmlns:a="http://schemas.openxmlformats.org/drawingml/2006/main">
            <a:pPr>
              <a:defRPr sz="3300" b="1">
                <a:solidFill>
                  <a:srgbClr val="16333A"/>
                </a:solidFill>
                <a:latin typeface="Arial"/>
                <a:ea typeface="Arial"/>
                <a:cs typeface="Arial"/>
              </a:defRPr>
            </a:pPr>
            <a:r>
              <a:rPr sz="3300" b="1">
                <a:solidFill>
                  <a:srgbClr val="16333A"/>
                </a:solidFill>
                <a:latin typeface="Arial"/>
                <a:ea typeface="Arial"/>
                <a:cs typeface="Arial"/>
              </a:rPr>
              <a:t>Panel informatif pada simulasi S1</a:t>
            </a:r>
          </a:p>
        </p:txBody>
      </p:sp>
      <p:sp>
        <p:nvSpPr>
          <p:cNvPr id="3" name="">
            <a:extLst xmlns:a="http://schemas.openxmlformats.org/drawingml/2006/main">
              <a:ext uri="{FF2B5EF4-FFF2-40B4-BE49-F238E27FC236}">
                <a16:creationId xmlns:a16="http://schemas.microsoft.com/office/drawing/2014/main" id="{E7CA727A-341F-4283-A6E5-6FCF65924631}"/>
              </a:ext>
            </a:extLst>
          </p:cNvPr>
          <p:cNvSpPr>
            <a:spLocks xmlns:a="http://schemas.openxmlformats.org/drawingml/2006/main" noGrp="1"/>
          </p:cNvSpPr>
          <p:nvPr/>
        </p:nvSpPr>
        <p:spPr>
          <a:xfrm xmlns:a="http://schemas.openxmlformats.org/drawingml/2006/main">
            <a:off x="685800" y="6448425"/>
            <a:ext cx="9239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19050" rIns="19050" bIns="19050" anchor="ctr">
            <a:normAutofit fontScale="100000"/>
          </a:bodyPr>
          <a:lstStyle xmlns:a="http://schemas.openxmlformats.org/drawingml/2006/main">
            <a:defPPr>
              <a:defRPr sz="975" b="0">
                <a:solidFill>
                  <a:srgbClr val="5D7273"/>
                </a:solidFill>
                <a:latin typeface="Arial"/>
                <a:ea typeface="Arial"/>
                <a:cs typeface="Arial"/>
              </a:defRPr>
            </a:defPPr>
            <a:lvl1pPr>
              <a:defRPr sz="975" b="0">
                <a:solidFill>
                  <a:srgbClr val="5D7273"/>
                </a:solidFill>
                <a:latin typeface="Arial"/>
                <a:ea typeface="Arial"/>
                <a:cs typeface="Arial"/>
              </a:defRPr>
            </a:lvl1pPr>
            <a:lvl2pPr>
              <a:defRPr sz="975" b="0">
                <a:solidFill>
                  <a:srgbClr val="5D7273"/>
                </a:solidFill>
                <a:latin typeface="Arial"/>
                <a:ea typeface="Arial"/>
                <a:cs typeface="Arial"/>
              </a:defRPr>
            </a:lvl2pPr>
            <a:lvl3pPr>
              <a:defRPr sz="975" b="0">
                <a:solidFill>
                  <a:srgbClr val="5D7273"/>
                </a:solidFill>
                <a:latin typeface="Arial"/>
                <a:ea typeface="Arial"/>
                <a:cs typeface="Arial"/>
              </a:defRPr>
            </a:lvl3pPr>
            <a:lvl4pPr>
              <a:defRPr sz="975" b="0">
                <a:solidFill>
                  <a:srgbClr val="5D7273"/>
                </a:solidFill>
                <a:latin typeface="Arial"/>
                <a:ea typeface="Arial"/>
                <a:cs typeface="Arial"/>
              </a:defRPr>
            </a:lvl4pPr>
            <a:lvl5pPr>
              <a:defRPr sz="975" b="0">
                <a:solidFill>
                  <a:srgbClr val="5D7273"/>
                </a:solidFill>
                <a:latin typeface="Arial"/>
                <a:ea typeface="Arial"/>
                <a:cs typeface="Arial"/>
              </a:defRPr>
            </a:lvl5pPr>
            <a:lvl6pPr>
              <a:defRPr sz="975" b="0">
                <a:solidFill>
                  <a:srgbClr val="5D7273"/>
                </a:solidFill>
                <a:latin typeface="Arial"/>
                <a:ea typeface="Arial"/>
                <a:cs typeface="Arial"/>
              </a:defRPr>
            </a:lvl6pPr>
            <a:lvl7pPr>
              <a:defRPr sz="975" b="0">
                <a:solidFill>
                  <a:srgbClr val="5D7273"/>
                </a:solidFill>
                <a:latin typeface="Arial"/>
                <a:ea typeface="Arial"/>
                <a:cs typeface="Arial"/>
              </a:defRPr>
            </a:lvl7pPr>
            <a:lvl8pPr>
              <a:defRPr sz="975" b="0">
                <a:solidFill>
                  <a:srgbClr val="5D7273"/>
                </a:solidFill>
                <a:latin typeface="Arial"/>
                <a:ea typeface="Arial"/>
                <a:cs typeface="Arial"/>
              </a:defRPr>
            </a:lvl8pPr>
            <a:lvl9pPr>
              <a:defRPr sz="975" b="0">
                <a:solidFill>
                  <a:srgbClr val="5D7273"/>
                </a:solidFill>
                <a:latin typeface="Arial"/>
                <a:ea typeface="Arial"/>
                <a:cs typeface="Arial"/>
              </a:defRPr>
            </a:lvl9pPr>
          </a:lstStyle>
          <a:p xmlns:a="http://schemas.openxmlformats.org/drawingml/2006/main">
            <a:pPr>
              <a:defRPr sz="975" b="0">
                <a:solidFill>
                  <a:srgbClr val="5D7273"/>
                </a:solidFill>
                <a:latin typeface="Arial"/>
                <a:ea typeface="Arial"/>
                <a:cs typeface="Arial"/>
              </a:defRPr>
            </a:pPr>
            <a:r>
              <a:rPr sz="975" b="0">
                <a:solidFill>
                  <a:srgbClr val="5D7273"/>
                </a:solidFill>
                <a:latin typeface="Arial"/>
                <a:ea typeface="Arial"/>
                <a:cs typeface="Arial"/>
              </a:rPr>
              <a:t>EXASTRA · GENOHACK 2026 · RISET KOMPUTASIONAL</a:t>
            </a:r>
          </a:p>
        </p:txBody>
      </p:sp>
      <p:sp>
        <p:nvSpPr>
          <p:cNvPr id="4" name="">
            <a:extLst xmlns:a="http://schemas.openxmlformats.org/drawingml/2006/main">
              <a:ext uri="{FF2B5EF4-FFF2-40B4-BE49-F238E27FC236}">
                <a16:creationId xmlns:a16="http://schemas.microsoft.com/office/drawing/2014/main" id="{5BD5F89B-2B3E-422B-AA8A-8B8190C5DB11}"/>
              </a:ext>
            </a:extLst>
          </p:cNvPr>
          <p:cNvSpPr>
            <a:spLocks xmlns:a="http://schemas.openxmlformats.org/drawingml/2006/main" noGrp="1"/>
          </p:cNvSpPr>
          <p:nvPr/>
        </p:nvSpPr>
        <p:spPr>
          <a:xfrm xmlns:a="http://schemas.openxmlformats.org/drawingml/2006/main">
            <a:off x="11125200" y="6448425"/>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19050" rIns="19050" bIns="19050" anchor="ctr">
            <a:normAutofit fontScale="100000"/>
          </a:bodyPr>
          <a:lstStyle xmlns:a="http://schemas.openxmlformats.org/drawingml/2006/main">
            <a:defPPr>
              <a:defRPr sz="1050" b="1">
                <a:solidFill>
                  <a:srgbClr val="5D7273"/>
                </a:solidFill>
                <a:latin typeface="Arial"/>
                <a:ea typeface="Arial"/>
                <a:cs typeface="Arial"/>
              </a:defRPr>
            </a:defPPr>
            <a:lvl1pPr>
              <a:defRPr sz="1050" b="1">
                <a:solidFill>
                  <a:srgbClr val="5D7273"/>
                </a:solidFill>
                <a:latin typeface="Arial"/>
                <a:ea typeface="Arial"/>
                <a:cs typeface="Arial"/>
              </a:defRPr>
            </a:lvl1pPr>
            <a:lvl2pPr>
              <a:defRPr sz="1050" b="1">
                <a:solidFill>
                  <a:srgbClr val="5D7273"/>
                </a:solidFill>
                <a:latin typeface="Arial"/>
                <a:ea typeface="Arial"/>
                <a:cs typeface="Arial"/>
              </a:defRPr>
            </a:lvl2pPr>
            <a:lvl3pPr>
              <a:defRPr sz="1050" b="1">
                <a:solidFill>
                  <a:srgbClr val="5D7273"/>
                </a:solidFill>
                <a:latin typeface="Arial"/>
                <a:ea typeface="Arial"/>
                <a:cs typeface="Arial"/>
              </a:defRPr>
            </a:lvl3pPr>
            <a:lvl4pPr>
              <a:defRPr sz="1050" b="1">
                <a:solidFill>
                  <a:srgbClr val="5D7273"/>
                </a:solidFill>
                <a:latin typeface="Arial"/>
                <a:ea typeface="Arial"/>
                <a:cs typeface="Arial"/>
              </a:defRPr>
            </a:lvl4pPr>
            <a:lvl5pPr>
              <a:defRPr sz="1050" b="1">
                <a:solidFill>
                  <a:srgbClr val="5D7273"/>
                </a:solidFill>
                <a:latin typeface="Arial"/>
                <a:ea typeface="Arial"/>
                <a:cs typeface="Arial"/>
              </a:defRPr>
            </a:lvl5pPr>
            <a:lvl6pPr>
              <a:defRPr sz="1050" b="1">
                <a:solidFill>
                  <a:srgbClr val="5D7273"/>
                </a:solidFill>
                <a:latin typeface="Arial"/>
                <a:ea typeface="Arial"/>
                <a:cs typeface="Arial"/>
              </a:defRPr>
            </a:lvl6pPr>
            <a:lvl7pPr>
              <a:defRPr sz="1050" b="1">
                <a:solidFill>
                  <a:srgbClr val="5D7273"/>
                </a:solidFill>
                <a:latin typeface="Arial"/>
                <a:ea typeface="Arial"/>
                <a:cs typeface="Arial"/>
              </a:defRPr>
            </a:lvl7pPr>
            <a:lvl8pPr>
              <a:defRPr sz="1050" b="1">
                <a:solidFill>
                  <a:srgbClr val="5D7273"/>
                </a:solidFill>
                <a:latin typeface="Arial"/>
                <a:ea typeface="Arial"/>
                <a:cs typeface="Arial"/>
              </a:defRPr>
            </a:lvl8pPr>
            <a:lvl9pPr>
              <a:defRPr sz="1050" b="1">
                <a:solidFill>
                  <a:srgbClr val="5D7273"/>
                </a:solidFill>
                <a:latin typeface="Arial"/>
                <a:ea typeface="Arial"/>
                <a:cs typeface="Arial"/>
              </a:defRPr>
            </a:lvl9pPr>
          </a:lstStyle>
          <a:p xmlns:a="http://schemas.openxmlformats.org/drawingml/2006/main">
            <a:pPr>
              <a:defRPr sz="1050" b="1">
                <a:solidFill>
                  <a:srgbClr val="5D7273"/>
                </a:solidFill>
                <a:latin typeface="Arial"/>
                <a:ea typeface="Arial"/>
                <a:cs typeface="Arial"/>
              </a:defRPr>
            </a:pPr>
            <a:r>
              <a:rPr sz="1050" b="1">
                <a:solidFill>
                  <a:srgbClr val="5D7273"/>
                </a:solidFill>
                <a:latin typeface="Arial"/>
                <a:ea typeface="Arial"/>
                <a:cs typeface="Arial"/>
              </a:rPr>
              <a:t>06</a:t>
            </a:r>
          </a:p>
        </p:txBody>
      </p:sp>
      <p:graphicFrame>
        <p:nvGraphicFramePr>
          <p:cNvPr id="5" name="Chart">
            <a:extLst xmlns:a="http://schemas.openxmlformats.org/drawingml/2006/main">
              <a:ext uri="{FF2B5EF4-FFF2-40B4-BE49-F238E27FC236}">
                <a16:creationId xmlns:a16="http://schemas.microsoft.com/office/drawing/2014/main" id="{56234934-626B-421C-AC58-9EB894615826}"/>
              </a:ext>
            </a:extLst>
          </p:cNvPr>
          <p:cNvGraphicFramePr/>
          <p:nvPr/>
        </p:nvGraphicFramePr>
        <p:xfrm>
          <a:off xmlns:a="http://schemas.openxmlformats.org/drawingml/2006/main" x="685800" y="1781175"/>
          <a:ext xmlns:a="http://schemas.openxmlformats.org/drawingml/2006/main" cx="6810375" cy="3286125"/>
        </p:xfrm>
        <a:graphic xmlns:a="http://schemas.openxmlformats.org/drawingml/2006/main">
          <a:graphicData uri="http://schemas.openxmlformats.org/drawingml/2006/chart">
            <c:chart xmlns:r="http://schemas.openxmlformats.org/officeDocument/2006/relationships" xmlns:c="http://schemas.openxmlformats.org/drawingml/2006/chart" r:id="R23fc3a36b6fa49ae"/>
          </a:graphicData>
        </a:graphic>
      </p:graphicFrame>
      <p:pic>
        <p:nvPicPr>
          <p:cNvPr id="6" name="">
            <a:extLst xmlns:a="http://schemas.openxmlformats.org/drawingml/2006/main">
              <a:ext uri="{FF2B5EF4-FFF2-40B4-BE49-F238E27FC236}">
                <a16:creationId xmlns:a16="http://schemas.microsoft.com/office/drawing/2014/main" id="{66CD25CF-ACFA-4DDC-B46D-295F2319275C}"/>
              </a:ext>
            </a:extLst>
          </p:cNvPr>
          <p:cNvPicPr>
            <a:picLocks xmlns:a="http://schemas.openxmlformats.org/drawingml/2006/main" noChangeAspect="1"/>
          </p:cNvPicPr>
          <p:nvPr/>
        </p:nvPicPr>
        <p:blipFill>
          <a:blip xmlns:r="http://schemas.openxmlformats.org/officeDocument/2006/relationships" xmlns:a="http://schemas.openxmlformats.org/drawingml/2006/main" r:embed="R7c30fc94504e4524"/>
          <a:stretch xmlns:a="http://schemas.openxmlformats.org/drawingml/2006/main"/>
        </p:blipFill>
        <p:spPr>
          <a:xfrm xmlns:a="http://schemas.openxmlformats.org/drawingml/2006/main">
            <a:off x="7850649" y="1847850"/>
            <a:ext cx="3596352" cy="24765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98020DD1-E8AB-42BD-900F-CB1DC74DC4B5}"/>
              </a:ext>
            </a:extLst>
          </p:cNvPr>
          <p:cNvSpPr>
            <a:spLocks xmlns:a="http://schemas.openxmlformats.org/drawingml/2006/main" noGrp="1"/>
          </p:cNvSpPr>
          <p:nvPr/>
        </p:nvSpPr>
        <p:spPr>
          <a:xfrm xmlns:a="http://schemas.openxmlformats.org/drawingml/2006/main">
            <a:off x="7953375" y="4381500"/>
            <a:ext cx="34290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19050" rIns="19050" bIns="19050" anchor="ctr">
            <a:normAutofit fontScale="100000"/>
          </a:bodyPr>
          <a:lstStyle xmlns:a="http://schemas.openxmlformats.org/drawingml/2006/main">
            <a:defPPr>
              <a:defRPr sz="1500" b="0">
                <a:solidFill>
                  <a:srgbClr val="5D7273"/>
                </a:solidFill>
                <a:latin typeface="Arial"/>
                <a:ea typeface="Arial"/>
                <a:cs typeface="Arial"/>
              </a:defRPr>
            </a:defPPr>
            <a:lvl1pPr>
              <a:defRPr sz="1500" b="0">
                <a:solidFill>
                  <a:srgbClr val="5D7273"/>
                </a:solidFill>
                <a:latin typeface="Arial"/>
                <a:ea typeface="Arial"/>
                <a:cs typeface="Arial"/>
              </a:defRPr>
            </a:lvl1pPr>
            <a:lvl2pPr>
              <a:defRPr sz="1500" b="0">
                <a:solidFill>
                  <a:srgbClr val="5D7273"/>
                </a:solidFill>
                <a:latin typeface="Arial"/>
                <a:ea typeface="Arial"/>
                <a:cs typeface="Arial"/>
              </a:defRPr>
            </a:lvl2pPr>
            <a:lvl3pPr>
              <a:defRPr sz="1500" b="0">
                <a:solidFill>
                  <a:srgbClr val="5D7273"/>
                </a:solidFill>
                <a:latin typeface="Arial"/>
                <a:ea typeface="Arial"/>
                <a:cs typeface="Arial"/>
              </a:defRPr>
            </a:lvl3pPr>
            <a:lvl4pPr>
              <a:defRPr sz="1500" b="0">
                <a:solidFill>
                  <a:srgbClr val="5D7273"/>
                </a:solidFill>
                <a:latin typeface="Arial"/>
                <a:ea typeface="Arial"/>
                <a:cs typeface="Arial"/>
              </a:defRPr>
            </a:lvl4pPr>
            <a:lvl5pPr>
              <a:defRPr sz="1500" b="0">
                <a:solidFill>
                  <a:srgbClr val="5D7273"/>
                </a:solidFill>
                <a:latin typeface="Arial"/>
                <a:ea typeface="Arial"/>
                <a:cs typeface="Arial"/>
              </a:defRPr>
            </a:lvl5pPr>
            <a:lvl6pPr>
              <a:defRPr sz="1500" b="0">
                <a:solidFill>
                  <a:srgbClr val="5D7273"/>
                </a:solidFill>
                <a:latin typeface="Arial"/>
                <a:ea typeface="Arial"/>
                <a:cs typeface="Arial"/>
              </a:defRPr>
            </a:lvl6pPr>
            <a:lvl7pPr>
              <a:defRPr sz="1500" b="0">
                <a:solidFill>
                  <a:srgbClr val="5D7273"/>
                </a:solidFill>
                <a:latin typeface="Arial"/>
                <a:ea typeface="Arial"/>
                <a:cs typeface="Arial"/>
              </a:defRPr>
            </a:lvl7pPr>
            <a:lvl8pPr>
              <a:defRPr sz="1500" b="0">
                <a:solidFill>
                  <a:srgbClr val="5D7273"/>
                </a:solidFill>
                <a:latin typeface="Arial"/>
                <a:ea typeface="Arial"/>
                <a:cs typeface="Arial"/>
              </a:defRPr>
            </a:lvl8pPr>
            <a:lvl9pPr>
              <a:defRPr sz="1500" b="0">
                <a:solidFill>
                  <a:srgbClr val="5D7273"/>
                </a:solidFill>
                <a:latin typeface="Arial"/>
                <a:ea typeface="Arial"/>
                <a:cs typeface="Arial"/>
              </a:defRPr>
            </a:lvl9pPr>
          </a:lstStyle>
          <a:p xmlns:a="http://schemas.openxmlformats.org/drawingml/2006/main">
            <a:pPr>
              <a:defRPr sz="1500" b="0">
                <a:solidFill>
                  <a:srgbClr val="5D7273"/>
                </a:solidFill>
                <a:latin typeface="Arial"/>
                <a:ea typeface="Arial"/>
                <a:cs typeface="Arial"/>
              </a:defRPr>
            </a:pPr>
            <a:r>
              <a:rPr sz="1500" b="0">
                <a:solidFill>
                  <a:srgbClr val="5D7273"/>
                </a:solidFill>
                <a:latin typeface="Arial"/>
                <a:ea typeface="Arial"/>
                <a:cs typeface="Arial"/>
              </a:rPr>
              <a:t>2 hewan Bali perlu konfirmasi</a:t>
            </a:r>
          </a:p>
          <a:p xmlns:a="http://schemas.openxmlformats.org/drawingml/2006/main">
            <a:pPr>
              <a:defRPr sz="1500" b="0">
                <a:solidFill>
                  <a:srgbClr val="5D7273"/>
                </a:solidFill>
                <a:latin typeface="Arial"/>
                <a:ea typeface="Arial"/>
                <a:cs typeface="Arial"/>
              </a:defRPr>
            </a:pPr>
            <a:r>
              <a:rPr sz="1500" b="0">
                <a:solidFill>
                  <a:srgbClr val="5D7273"/>
                </a:solidFill>
                <a:latin typeface="Arial"/>
                <a:ea typeface="Arial"/>
                <a:cs typeface="Arial"/>
              </a:rPr>
              <a:t>PCA dan skor bukan bukti introgresi</a:t>
            </a:r>
          </a:p>
        </p:txBody>
      </p:sp>
      <p:sp>
        <p:nvSpPr>
          <p:cNvPr id="8" name="">
            <a:extLst xmlns:a="http://schemas.openxmlformats.org/drawingml/2006/main">
              <a:ext uri="{FF2B5EF4-FFF2-40B4-BE49-F238E27FC236}">
                <a16:creationId xmlns:a16="http://schemas.microsoft.com/office/drawing/2014/main" id="{900C559D-0B1F-4ADA-9DB0-B2D7C1F58684}"/>
              </a:ext>
            </a:extLst>
          </p:cNvPr>
          <p:cNvSpPr>
            <a:spLocks xmlns:a="http://schemas.openxmlformats.org/drawingml/2006/main" noGrp="1"/>
          </p:cNvSpPr>
          <p:nvPr/>
        </p:nvSpPr>
        <p:spPr>
          <a:xfrm xmlns:a="http://schemas.openxmlformats.org/drawingml/2006/main">
            <a:off x="762000" y="5257800"/>
            <a:ext cx="1057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19050" rIns="19050" bIns="19050" anchor="ctr">
            <a:normAutofit fontScale="100000"/>
          </a:bodyPr>
          <a:lstStyle xmlns:a="http://schemas.openxmlformats.org/drawingml/2006/main">
            <a:defPPr>
              <a:defRPr sz="1875" b="1">
                <a:solidFill>
                  <a:srgbClr val="087E72"/>
                </a:solidFill>
                <a:latin typeface="Arial"/>
                <a:ea typeface="Arial"/>
                <a:cs typeface="Arial"/>
              </a:defRPr>
            </a:defPPr>
            <a:lvl1pPr>
              <a:defRPr sz="1875" b="1">
                <a:solidFill>
                  <a:srgbClr val="087E72"/>
                </a:solidFill>
                <a:latin typeface="Arial"/>
                <a:ea typeface="Arial"/>
                <a:cs typeface="Arial"/>
              </a:defRPr>
            </a:lvl1pPr>
            <a:lvl2pPr>
              <a:defRPr sz="1875" b="1">
                <a:solidFill>
                  <a:srgbClr val="087E72"/>
                </a:solidFill>
                <a:latin typeface="Arial"/>
                <a:ea typeface="Arial"/>
                <a:cs typeface="Arial"/>
              </a:defRPr>
            </a:lvl2pPr>
            <a:lvl3pPr>
              <a:defRPr sz="1875" b="1">
                <a:solidFill>
                  <a:srgbClr val="087E72"/>
                </a:solidFill>
                <a:latin typeface="Arial"/>
                <a:ea typeface="Arial"/>
                <a:cs typeface="Arial"/>
              </a:defRPr>
            </a:lvl3pPr>
            <a:lvl4pPr>
              <a:defRPr sz="1875" b="1">
                <a:solidFill>
                  <a:srgbClr val="087E72"/>
                </a:solidFill>
                <a:latin typeface="Arial"/>
                <a:ea typeface="Arial"/>
                <a:cs typeface="Arial"/>
              </a:defRPr>
            </a:lvl4pPr>
            <a:lvl5pPr>
              <a:defRPr sz="1875" b="1">
                <a:solidFill>
                  <a:srgbClr val="087E72"/>
                </a:solidFill>
                <a:latin typeface="Arial"/>
                <a:ea typeface="Arial"/>
                <a:cs typeface="Arial"/>
              </a:defRPr>
            </a:lvl5pPr>
            <a:lvl6pPr>
              <a:defRPr sz="1875" b="1">
                <a:solidFill>
                  <a:srgbClr val="087E72"/>
                </a:solidFill>
                <a:latin typeface="Arial"/>
                <a:ea typeface="Arial"/>
                <a:cs typeface="Arial"/>
              </a:defRPr>
            </a:lvl6pPr>
            <a:lvl7pPr>
              <a:defRPr sz="1875" b="1">
                <a:solidFill>
                  <a:srgbClr val="087E72"/>
                </a:solidFill>
                <a:latin typeface="Arial"/>
                <a:ea typeface="Arial"/>
                <a:cs typeface="Arial"/>
              </a:defRPr>
            </a:lvl7pPr>
            <a:lvl8pPr>
              <a:defRPr sz="1875" b="1">
                <a:solidFill>
                  <a:srgbClr val="087E72"/>
                </a:solidFill>
                <a:latin typeface="Arial"/>
                <a:ea typeface="Arial"/>
                <a:cs typeface="Arial"/>
              </a:defRPr>
            </a:lvl8pPr>
            <a:lvl9pPr>
              <a:defRPr sz="1875" b="1">
                <a:solidFill>
                  <a:srgbClr val="087E72"/>
                </a:solidFill>
                <a:latin typeface="Arial"/>
                <a:ea typeface="Arial"/>
                <a:cs typeface="Arial"/>
              </a:defRPr>
            </a:lvl9pPr>
          </a:lstStyle>
          <a:p xmlns:a="http://schemas.openxmlformats.org/drawingml/2006/main">
            <a:pPr>
              <a:defRPr sz="1875" b="1">
                <a:solidFill>
                  <a:srgbClr val="087E72"/>
                </a:solidFill>
                <a:latin typeface="Arial"/>
                <a:ea typeface="Arial"/>
                <a:cs typeface="Arial"/>
              </a:defRPr>
            </a:pPr>
            <a:r>
              <a:rPr sz="1875" b="1">
                <a:solidFill>
                  <a:srgbClr val="087E72"/>
                </a:solidFill>
                <a:latin typeface="Arial"/>
                <a:ea typeface="Arial"/>
                <a:cs typeface="Arial"/>
              </a:rPr>
              <a:t>48 SNP: MAE 0.068 vs 0.092 (Global-MAF)</a:t>
            </a:r>
          </a:p>
        </p:txBody>
      </p:sp>
      <p:sp>
        <p:nvSpPr>
          <p:cNvPr id="9" name="">
            <a:extLst xmlns:a="http://schemas.openxmlformats.org/drawingml/2006/main">
              <a:ext uri="{FF2B5EF4-FFF2-40B4-BE49-F238E27FC236}">
                <a16:creationId xmlns:a16="http://schemas.microsoft.com/office/drawing/2014/main" id="{98103813-B239-4AE6-A8E7-2228F91D6AAF}"/>
              </a:ext>
            </a:extLst>
          </p:cNvPr>
          <p:cNvSpPr>
            <a:spLocks xmlns:a="http://schemas.openxmlformats.org/drawingml/2006/main" noGrp="1"/>
          </p:cNvSpPr>
          <p:nvPr/>
        </p:nvSpPr>
        <p:spPr>
          <a:xfrm xmlns:a="http://schemas.openxmlformats.org/drawingml/2006/main">
            <a:off x="762000" y="5657850"/>
            <a:ext cx="1057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19050" rIns="19050" bIns="19050" anchor="ctr">
            <a:normAutofit fontScale="100000"/>
          </a:bodyPr>
          <a:lstStyle xmlns:a="http://schemas.openxmlformats.org/drawingml/2006/main">
            <a:defPPr>
              <a:defRPr sz="1425" b="0">
                <a:solidFill>
                  <a:srgbClr val="5D7273"/>
                </a:solidFill>
                <a:latin typeface="Arial"/>
                <a:ea typeface="Arial"/>
                <a:cs typeface="Arial"/>
              </a:defRPr>
            </a:defPPr>
            <a:lvl1pPr>
              <a:defRPr sz="1425" b="0">
                <a:solidFill>
                  <a:srgbClr val="5D7273"/>
                </a:solidFill>
                <a:latin typeface="Arial"/>
                <a:ea typeface="Arial"/>
                <a:cs typeface="Arial"/>
              </a:defRPr>
            </a:lvl1pPr>
            <a:lvl2pPr>
              <a:defRPr sz="1425" b="0">
                <a:solidFill>
                  <a:srgbClr val="5D7273"/>
                </a:solidFill>
                <a:latin typeface="Arial"/>
                <a:ea typeface="Arial"/>
                <a:cs typeface="Arial"/>
              </a:defRPr>
            </a:lvl2pPr>
            <a:lvl3pPr>
              <a:defRPr sz="1425" b="0">
                <a:solidFill>
                  <a:srgbClr val="5D7273"/>
                </a:solidFill>
                <a:latin typeface="Arial"/>
                <a:ea typeface="Arial"/>
                <a:cs typeface="Arial"/>
              </a:defRPr>
            </a:lvl3pPr>
            <a:lvl4pPr>
              <a:defRPr sz="1425" b="0">
                <a:solidFill>
                  <a:srgbClr val="5D7273"/>
                </a:solidFill>
                <a:latin typeface="Arial"/>
                <a:ea typeface="Arial"/>
                <a:cs typeface="Arial"/>
              </a:defRPr>
            </a:lvl4pPr>
            <a:lvl5pPr>
              <a:defRPr sz="1425" b="0">
                <a:solidFill>
                  <a:srgbClr val="5D7273"/>
                </a:solidFill>
                <a:latin typeface="Arial"/>
                <a:ea typeface="Arial"/>
                <a:cs typeface="Arial"/>
              </a:defRPr>
            </a:lvl5pPr>
            <a:lvl6pPr>
              <a:defRPr sz="1425" b="0">
                <a:solidFill>
                  <a:srgbClr val="5D7273"/>
                </a:solidFill>
                <a:latin typeface="Arial"/>
                <a:ea typeface="Arial"/>
                <a:cs typeface="Arial"/>
              </a:defRPr>
            </a:lvl6pPr>
            <a:lvl7pPr>
              <a:defRPr sz="1425" b="0">
                <a:solidFill>
                  <a:srgbClr val="5D7273"/>
                </a:solidFill>
                <a:latin typeface="Arial"/>
                <a:ea typeface="Arial"/>
                <a:cs typeface="Arial"/>
              </a:defRPr>
            </a:lvl7pPr>
            <a:lvl8pPr>
              <a:defRPr sz="1425" b="0">
                <a:solidFill>
                  <a:srgbClr val="5D7273"/>
                </a:solidFill>
                <a:latin typeface="Arial"/>
                <a:ea typeface="Arial"/>
                <a:cs typeface="Arial"/>
              </a:defRPr>
            </a:lvl8pPr>
            <a:lvl9pPr>
              <a:defRPr sz="1425" b="0">
                <a:solidFill>
                  <a:srgbClr val="5D7273"/>
                </a:solidFill>
                <a:latin typeface="Arial"/>
                <a:ea typeface="Arial"/>
                <a:cs typeface="Arial"/>
              </a:defRPr>
            </a:lvl9pPr>
          </a:lstStyle>
          <a:p xmlns:a="http://schemas.openxmlformats.org/drawingml/2006/main">
            <a:pPr>
              <a:defRPr sz="1425" b="0">
                <a:solidFill>
                  <a:srgbClr val="5D7273"/>
                </a:solidFill>
                <a:latin typeface="Arial"/>
                <a:ea typeface="Arial"/>
                <a:cs typeface="Arial"/>
              </a:defRPr>
            </a:pPr>
            <a:r>
              <a:rPr sz="1425" b="0">
                <a:solidFill>
                  <a:srgbClr val="5D7273"/>
                </a:solidFill>
                <a:latin typeface="Arial"/>
                <a:ea typeface="Arial"/>
                <a:cs typeface="Arial"/>
              </a:rPr>
              <a:t>Sanity check Dryad 8 SNP: BA 0.945 vs 0.944. Keunggulan biner umum belum terbukti.</a:t>
            </a:r>
          </a:p>
        </p:txBody>
      </p:sp>
      <p:sp>
        <p:nvSpPr>
          <p:cNvPr id="10" name="">
            <a:extLst xmlns:a="http://schemas.openxmlformats.org/drawingml/2006/main">
              <a:ext uri="{FF2B5EF4-FFF2-40B4-BE49-F238E27FC236}">
                <a16:creationId xmlns:a16="http://schemas.microsoft.com/office/drawing/2014/main" id="{C48110F4-8617-4F73-BF09-7F6ACC1FE66B}"/>
              </a:ext>
            </a:extLst>
          </p:cNvPr>
          <p:cNvSpPr>
            <a:spLocks xmlns:a="http://schemas.openxmlformats.org/drawingml/2006/main" noGrp="1"/>
          </p:cNvSpPr>
          <p:nvPr/>
        </p:nvSpPr>
        <p:spPr>
          <a:xfrm xmlns:a="http://schemas.openxmlformats.org/drawingml/2006/main">
            <a:off x="762000" y="6105525"/>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19050" rIns="19050" bIns="19050" anchor="ctr">
            <a:normAutofit fontScale="100000"/>
          </a:bodyPr>
          <a:lstStyle xmlns:a="http://schemas.openxmlformats.org/drawingml/2006/main">
            <a:defPPr>
              <a:defRPr sz="1125" b="1">
                <a:solidFill>
                  <a:srgbClr val="C38E37"/>
                </a:solidFill>
                <a:latin typeface="Arial"/>
                <a:ea typeface="Arial"/>
                <a:cs typeface="Arial"/>
              </a:defRPr>
            </a:defPPr>
            <a:lvl1pPr>
              <a:defRPr sz="1125" b="1">
                <a:solidFill>
                  <a:srgbClr val="C38E37"/>
                </a:solidFill>
                <a:latin typeface="Arial"/>
                <a:ea typeface="Arial"/>
                <a:cs typeface="Arial"/>
              </a:defRPr>
            </a:lvl1pPr>
            <a:lvl2pPr>
              <a:defRPr sz="1125" b="1">
                <a:solidFill>
                  <a:srgbClr val="C38E37"/>
                </a:solidFill>
                <a:latin typeface="Arial"/>
                <a:ea typeface="Arial"/>
                <a:cs typeface="Arial"/>
              </a:defRPr>
            </a:lvl2pPr>
            <a:lvl3pPr>
              <a:defRPr sz="1125" b="1">
                <a:solidFill>
                  <a:srgbClr val="C38E37"/>
                </a:solidFill>
                <a:latin typeface="Arial"/>
                <a:ea typeface="Arial"/>
                <a:cs typeface="Arial"/>
              </a:defRPr>
            </a:lvl3pPr>
            <a:lvl4pPr>
              <a:defRPr sz="1125" b="1">
                <a:solidFill>
                  <a:srgbClr val="C38E37"/>
                </a:solidFill>
                <a:latin typeface="Arial"/>
                <a:ea typeface="Arial"/>
                <a:cs typeface="Arial"/>
              </a:defRPr>
            </a:lvl4pPr>
            <a:lvl5pPr>
              <a:defRPr sz="1125" b="1">
                <a:solidFill>
                  <a:srgbClr val="C38E37"/>
                </a:solidFill>
                <a:latin typeface="Arial"/>
                <a:ea typeface="Arial"/>
                <a:cs typeface="Arial"/>
              </a:defRPr>
            </a:lvl5pPr>
            <a:lvl6pPr>
              <a:defRPr sz="1125" b="1">
                <a:solidFill>
                  <a:srgbClr val="C38E37"/>
                </a:solidFill>
                <a:latin typeface="Arial"/>
                <a:ea typeface="Arial"/>
                <a:cs typeface="Arial"/>
              </a:defRPr>
            </a:lvl6pPr>
            <a:lvl7pPr>
              <a:defRPr sz="1125" b="1">
                <a:solidFill>
                  <a:srgbClr val="C38E37"/>
                </a:solidFill>
                <a:latin typeface="Arial"/>
                <a:ea typeface="Arial"/>
                <a:cs typeface="Arial"/>
              </a:defRPr>
            </a:lvl7pPr>
            <a:lvl8pPr>
              <a:defRPr sz="1125" b="1">
                <a:solidFill>
                  <a:srgbClr val="C38E37"/>
                </a:solidFill>
                <a:latin typeface="Arial"/>
                <a:ea typeface="Arial"/>
                <a:cs typeface="Arial"/>
              </a:defRPr>
            </a:lvl8pPr>
            <a:lvl9pPr>
              <a:defRPr sz="1125" b="1">
                <a:solidFill>
                  <a:srgbClr val="C38E37"/>
                </a:solidFill>
                <a:latin typeface="Arial"/>
                <a:ea typeface="Arial"/>
                <a:cs typeface="Arial"/>
              </a:defRPr>
            </a:lvl9pPr>
          </a:lstStyle>
          <a:p xmlns:a="http://schemas.openxmlformats.org/drawingml/2006/main">
            <a:pPr>
              <a:defRPr sz="1125" b="1">
                <a:solidFill>
                  <a:srgbClr val="C38E37"/>
                </a:solidFill>
                <a:latin typeface="Arial"/>
                <a:ea typeface="Arial"/>
                <a:cs typeface="Arial"/>
              </a:defRPr>
            </a:pPr>
            <a:r>
              <a:rPr sz="1125" b="1">
                <a:solidFill>
                  <a:srgbClr val="C38E37"/>
                </a:solidFill>
                <a:latin typeface="Arial"/>
                <a:ea typeface="Arial"/>
                <a:cs typeface="Arial"/>
              </a:rPr>
              <a:t>Simulasi tanpa linkage; q relatif/pedigree; kontrol sedikit, fold tumpang tindih. Bukan validasi ternak nyata.</a:t>
            </a:r>
          </a:p>
        </p:txBody>
      </p:sp>
    </p:spTree>
    <p:extLst>
      <p:ext uri="{BB962C8B-B14F-4D97-AF65-F5344CB8AC3E}">
        <p14:creationId xmlns:p14="http://schemas.microsoft.com/office/powerpoint/2010/main" val="1571966168"/>
      </p:ext>
    </p:extLst>
  </p:cSld>
</p:sld>
</file>

<file path=ppt/slides/slide7.xml><?xml version="1.0" encoding="utf-8"?>
<p:sld xmlns:p="http://schemas.openxmlformats.org/presentationml/2006/main">
  <p:cSld>
    <p:bg>
      <p:bgPr>
        <a:solidFill xmlns:a="http://schemas.openxmlformats.org/drawingml/2006/main">
          <a:srgbClr val="F4F7F3"/>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C7B1868E-0638-48C2-8055-D3FD0074BC87}"/>
              </a:ext>
            </a:extLst>
          </p:cNvPr>
          <p:cNvSpPr>
            <a:spLocks xmlns:a="http://schemas.openxmlformats.org/drawingml/2006/main" noGrp="1"/>
          </p:cNvSpPr>
          <p:nvPr/>
        </p:nvSpPr>
        <p:spPr>
          <a:xfrm xmlns:a="http://schemas.openxmlformats.org/drawingml/2006/main">
            <a:off x="685800" y="333375"/>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19050" rIns="19050" bIns="19050" anchor="ctr">
            <a:normAutofit fontScale="100000"/>
          </a:bodyPr>
          <a:lstStyle xmlns:a="http://schemas.openxmlformats.org/drawingml/2006/main">
            <a:defPPr>
              <a:defRPr sz="1200" b="1">
                <a:solidFill>
                  <a:srgbClr val="087E72"/>
                </a:solidFill>
                <a:latin typeface="Arial"/>
                <a:ea typeface="Arial"/>
                <a:cs typeface="Arial"/>
              </a:defRPr>
            </a:defPPr>
            <a:lvl1pPr>
              <a:defRPr sz="1200" b="1">
                <a:solidFill>
                  <a:srgbClr val="087E72"/>
                </a:solidFill>
                <a:latin typeface="Arial"/>
                <a:ea typeface="Arial"/>
                <a:cs typeface="Arial"/>
              </a:defRPr>
            </a:lvl1pPr>
            <a:lvl2pPr>
              <a:defRPr sz="1200" b="1">
                <a:solidFill>
                  <a:srgbClr val="087E72"/>
                </a:solidFill>
                <a:latin typeface="Arial"/>
                <a:ea typeface="Arial"/>
                <a:cs typeface="Arial"/>
              </a:defRPr>
            </a:lvl2pPr>
            <a:lvl3pPr>
              <a:defRPr sz="1200" b="1">
                <a:solidFill>
                  <a:srgbClr val="087E72"/>
                </a:solidFill>
                <a:latin typeface="Arial"/>
                <a:ea typeface="Arial"/>
                <a:cs typeface="Arial"/>
              </a:defRPr>
            </a:lvl3pPr>
            <a:lvl4pPr>
              <a:defRPr sz="1200" b="1">
                <a:solidFill>
                  <a:srgbClr val="087E72"/>
                </a:solidFill>
                <a:latin typeface="Arial"/>
                <a:ea typeface="Arial"/>
                <a:cs typeface="Arial"/>
              </a:defRPr>
            </a:lvl4pPr>
            <a:lvl5pPr>
              <a:defRPr sz="1200" b="1">
                <a:solidFill>
                  <a:srgbClr val="087E72"/>
                </a:solidFill>
                <a:latin typeface="Arial"/>
                <a:ea typeface="Arial"/>
                <a:cs typeface="Arial"/>
              </a:defRPr>
            </a:lvl5pPr>
            <a:lvl6pPr>
              <a:defRPr sz="1200" b="1">
                <a:solidFill>
                  <a:srgbClr val="087E72"/>
                </a:solidFill>
                <a:latin typeface="Arial"/>
                <a:ea typeface="Arial"/>
                <a:cs typeface="Arial"/>
              </a:defRPr>
            </a:lvl6pPr>
            <a:lvl7pPr>
              <a:defRPr sz="1200" b="1">
                <a:solidFill>
                  <a:srgbClr val="087E72"/>
                </a:solidFill>
                <a:latin typeface="Arial"/>
                <a:ea typeface="Arial"/>
                <a:cs typeface="Arial"/>
              </a:defRPr>
            </a:lvl7pPr>
            <a:lvl8pPr>
              <a:defRPr sz="1200" b="1">
                <a:solidFill>
                  <a:srgbClr val="087E72"/>
                </a:solidFill>
                <a:latin typeface="Arial"/>
                <a:ea typeface="Arial"/>
                <a:cs typeface="Arial"/>
              </a:defRPr>
            </a:lvl8pPr>
            <a:lvl9pPr>
              <a:defRPr sz="1200" b="1">
                <a:solidFill>
                  <a:srgbClr val="087E72"/>
                </a:solidFill>
                <a:latin typeface="Arial"/>
                <a:ea typeface="Arial"/>
                <a:cs typeface="Arial"/>
              </a:defRPr>
            </a:lvl9pPr>
          </a:lstStyle>
          <a:p xmlns:a="http://schemas.openxmlformats.org/drawingml/2006/main">
            <a:pPr>
              <a:defRPr sz="1200" b="1">
                <a:solidFill>
                  <a:srgbClr val="087E72"/>
                </a:solidFill>
                <a:latin typeface="Arial"/>
                <a:ea typeface="Arial"/>
                <a:cs typeface="Arial"/>
              </a:defRPr>
            </a:pPr>
            <a:r>
              <a:rPr sz="1200" b="1">
                <a:solidFill>
                  <a:srgbClr val="087E72"/>
                </a:solidFill>
                <a:latin typeface="Arial"/>
                <a:ea typeface="Arial"/>
                <a:cs typeface="Arial"/>
              </a:rPr>
              <a:t>TAM / ROI / FINANSIAL · SEMUA INPUT ASUMSI</a:t>
            </a:r>
          </a:p>
        </p:txBody>
      </p:sp>
      <p:sp>
        <p:nvSpPr>
          <p:cNvPr id="2" name="">
            <a:extLst xmlns:a="http://schemas.openxmlformats.org/drawingml/2006/main">
              <a:ext uri="{FF2B5EF4-FFF2-40B4-BE49-F238E27FC236}">
                <a16:creationId xmlns:a16="http://schemas.microsoft.com/office/drawing/2014/main" id="{9BD0FECA-EF02-4A1C-824C-78DF51D7637E}"/>
              </a:ext>
            </a:extLst>
          </p:cNvPr>
          <p:cNvSpPr>
            <a:spLocks xmlns:a="http://schemas.openxmlformats.org/drawingml/2006/main" noGrp="1"/>
          </p:cNvSpPr>
          <p:nvPr/>
        </p:nvSpPr>
        <p:spPr>
          <a:xfrm xmlns:a="http://schemas.openxmlformats.org/drawingml/2006/main">
            <a:off x="685800" y="733425"/>
            <a:ext cx="10668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19050" rIns="19050" bIns="19050" anchor="ctr">
            <a:normAutofit fontScale="100000"/>
          </a:bodyPr>
          <a:lstStyle xmlns:a="http://schemas.openxmlformats.org/drawingml/2006/main">
            <a:defPPr>
              <a:defRPr sz="3300" b="1">
                <a:solidFill>
                  <a:srgbClr val="16333A"/>
                </a:solidFill>
                <a:latin typeface="Arial"/>
                <a:ea typeface="Arial"/>
                <a:cs typeface="Arial"/>
              </a:defRPr>
            </a:defPPr>
            <a:lvl1pPr>
              <a:defRPr sz="3300" b="1">
                <a:solidFill>
                  <a:srgbClr val="16333A"/>
                </a:solidFill>
                <a:latin typeface="Arial"/>
                <a:ea typeface="Arial"/>
                <a:cs typeface="Arial"/>
              </a:defRPr>
            </a:lvl1pPr>
            <a:lvl2pPr>
              <a:defRPr sz="3300" b="1">
                <a:solidFill>
                  <a:srgbClr val="16333A"/>
                </a:solidFill>
                <a:latin typeface="Arial"/>
                <a:ea typeface="Arial"/>
                <a:cs typeface="Arial"/>
              </a:defRPr>
            </a:lvl2pPr>
            <a:lvl3pPr>
              <a:defRPr sz="3300" b="1">
                <a:solidFill>
                  <a:srgbClr val="16333A"/>
                </a:solidFill>
                <a:latin typeface="Arial"/>
                <a:ea typeface="Arial"/>
                <a:cs typeface="Arial"/>
              </a:defRPr>
            </a:lvl3pPr>
            <a:lvl4pPr>
              <a:defRPr sz="3300" b="1">
                <a:solidFill>
                  <a:srgbClr val="16333A"/>
                </a:solidFill>
                <a:latin typeface="Arial"/>
                <a:ea typeface="Arial"/>
                <a:cs typeface="Arial"/>
              </a:defRPr>
            </a:lvl4pPr>
            <a:lvl5pPr>
              <a:defRPr sz="3300" b="1">
                <a:solidFill>
                  <a:srgbClr val="16333A"/>
                </a:solidFill>
                <a:latin typeface="Arial"/>
                <a:ea typeface="Arial"/>
                <a:cs typeface="Arial"/>
              </a:defRPr>
            </a:lvl5pPr>
            <a:lvl6pPr>
              <a:defRPr sz="3300" b="1">
                <a:solidFill>
                  <a:srgbClr val="16333A"/>
                </a:solidFill>
                <a:latin typeface="Arial"/>
                <a:ea typeface="Arial"/>
                <a:cs typeface="Arial"/>
              </a:defRPr>
            </a:lvl6pPr>
            <a:lvl7pPr>
              <a:defRPr sz="3300" b="1">
                <a:solidFill>
                  <a:srgbClr val="16333A"/>
                </a:solidFill>
                <a:latin typeface="Arial"/>
                <a:ea typeface="Arial"/>
                <a:cs typeface="Arial"/>
              </a:defRPr>
            </a:lvl7pPr>
            <a:lvl8pPr>
              <a:defRPr sz="3300" b="1">
                <a:solidFill>
                  <a:srgbClr val="16333A"/>
                </a:solidFill>
                <a:latin typeface="Arial"/>
                <a:ea typeface="Arial"/>
                <a:cs typeface="Arial"/>
              </a:defRPr>
            </a:lvl8pPr>
            <a:lvl9pPr>
              <a:defRPr sz="3300" b="1">
                <a:solidFill>
                  <a:srgbClr val="16333A"/>
                </a:solidFill>
                <a:latin typeface="Arial"/>
                <a:ea typeface="Arial"/>
                <a:cs typeface="Arial"/>
              </a:defRPr>
            </a:lvl9pPr>
          </a:lstStyle>
          <a:p xmlns:a="http://schemas.openxmlformats.org/drawingml/2006/main">
            <a:pPr>
              <a:defRPr sz="3300" b="1">
                <a:solidFill>
                  <a:srgbClr val="16333A"/>
                </a:solidFill>
                <a:latin typeface="Arial"/>
                <a:ea typeface="Arial"/>
                <a:cs typeface="Arial"/>
              </a:defRPr>
            </a:pPr>
            <a:r>
              <a:rPr sz="3300" b="1">
                <a:solidFill>
                  <a:srgbClr val="16333A"/>
                </a:solidFill>
                <a:latin typeface="Arial"/>
                <a:ea typeface="Arial"/>
                <a:cs typeface="Arial"/>
              </a:rPr>
              <a:t>Skenario pasar dan ekonomi proyek</a:t>
            </a:r>
          </a:p>
        </p:txBody>
      </p:sp>
      <p:sp>
        <p:nvSpPr>
          <p:cNvPr id="3" name="">
            <a:extLst xmlns:a="http://schemas.openxmlformats.org/drawingml/2006/main">
              <a:ext uri="{FF2B5EF4-FFF2-40B4-BE49-F238E27FC236}">
                <a16:creationId xmlns:a16="http://schemas.microsoft.com/office/drawing/2014/main" id="{D2112D42-800C-4900-832F-10362EEDC877}"/>
              </a:ext>
            </a:extLst>
          </p:cNvPr>
          <p:cNvSpPr>
            <a:spLocks xmlns:a="http://schemas.openxmlformats.org/drawingml/2006/main" noGrp="1"/>
          </p:cNvSpPr>
          <p:nvPr/>
        </p:nvSpPr>
        <p:spPr>
          <a:xfrm xmlns:a="http://schemas.openxmlformats.org/drawingml/2006/main">
            <a:off x="685800" y="6448425"/>
            <a:ext cx="9239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19050" rIns="19050" bIns="19050" anchor="ctr">
            <a:normAutofit fontScale="100000"/>
          </a:bodyPr>
          <a:lstStyle xmlns:a="http://schemas.openxmlformats.org/drawingml/2006/main">
            <a:defPPr>
              <a:defRPr sz="975" b="0">
                <a:solidFill>
                  <a:srgbClr val="5D7273"/>
                </a:solidFill>
                <a:latin typeface="Arial"/>
                <a:ea typeface="Arial"/>
                <a:cs typeface="Arial"/>
              </a:defRPr>
            </a:defPPr>
            <a:lvl1pPr>
              <a:defRPr sz="975" b="0">
                <a:solidFill>
                  <a:srgbClr val="5D7273"/>
                </a:solidFill>
                <a:latin typeface="Arial"/>
                <a:ea typeface="Arial"/>
                <a:cs typeface="Arial"/>
              </a:defRPr>
            </a:lvl1pPr>
            <a:lvl2pPr>
              <a:defRPr sz="975" b="0">
                <a:solidFill>
                  <a:srgbClr val="5D7273"/>
                </a:solidFill>
                <a:latin typeface="Arial"/>
                <a:ea typeface="Arial"/>
                <a:cs typeface="Arial"/>
              </a:defRPr>
            </a:lvl2pPr>
            <a:lvl3pPr>
              <a:defRPr sz="975" b="0">
                <a:solidFill>
                  <a:srgbClr val="5D7273"/>
                </a:solidFill>
                <a:latin typeface="Arial"/>
                <a:ea typeface="Arial"/>
                <a:cs typeface="Arial"/>
              </a:defRPr>
            </a:lvl3pPr>
            <a:lvl4pPr>
              <a:defRPr sz="975" b="0">
                <a:solidFill>
                  <a:srgbClr val="5D7273"/>
                </a:solidFill>
                <a:latin typeface="Arial"/>
                <a:ea typeface="Arial"/>
                <a:cs typeface="Arial"/>
              </a:defRPr>
            </a:lvl4pPr>
            <a:lvl5pPr>
              <a:defRPr sz="975" b="0">
                <a:solidFill>
                  <a:srgbClr val="5D7273"/>
                </a:solidFill>
                <a:latin typeface="Arial"/>
                <a:ea typeface="Arial"/>
                <a:cs typeface="Arial"/>
              </a:defRPr>
            </a:lvl5pPr>
            <a:lvl6pPr>
              <a:defRPr sz="975" b="0">
                <a:solidFill>
                  <a:srgbClr val="5D7273"/>
                </a:solidFill>
                <a:latin typeface="Arial"/>
                <a:ea typeface="Arial"/>
                <a:cs typeface="Arial"/>
              </a:defRPr>
            </a:lvl6pPr>
            <a:lvl7pPr>
              <a:defRPr sz="975" b="0">
                <a:solidFill>
                  <a:srgbClr val="5D7273"/>
                </a:solidFill>
                <a:latin typeface="Arial"/>
                <a:ea typeface="Arial"/>
                <a:cs typeface="Arial"/>
              </a:defRPr>
            </a:lvl7pPr>
            <a:lvl8pPr>
              <a:defRPr sz="975" b="0">
                <a:solidFill>
                  <a:srgbClr val="5D7273"/>
                </a:solidFill>
                <a:latin typeface="Arial"/>
                <a:ea typeface="Arial"/>
                <a:cs typeface="Arial"/>
              </a:defRPr>
            </a:lvl8pPr>
            <a:lvl9pPr>
              <a:defRPr sz="975" b="0">
                <a:solidFill>
                  <a:srgbClr val="5D7273"/>
                </a:solidFill>
                <a:latin typeface="Arial"/>
                <a:ea typeface="Arial"/>
                <a:cs typeface="Arial"/>
              </a:defRPr>
            </a:lvl9pPr>
          </a:lstStyle>
          <a:p xmlns:a="http://schemas.openxmlformats.org/drawingml/2006/main">
            <a:pPr>
              <a:defRPr sz="975" b="0">
                <a:solidFill>
                  <a:srgbClr val="5D7273"/>
                </a:solidFill>
                <a:latin typeface="Arial"/>
                <a:ea typeface="Arial"/>
                <a:cs typeface="Arial"/>
              </a:defRPr>
            </a:pPr>
            <a:r>
              <a:rPr sz="975" b="0">
                <a:solidFill>
                  <a:srgbClr val="5D7273"/>
                </a:solidFill>
                <a:latin typeface="Arial"/>
                <a:ea typeface="Arial"/>
                <a:cs typeface="Arial"/>
              </a:rPr>
              <a:t>EXASTRA · GENOHACK 2026 · RISET KOMPUTASIONAL</a:t>
            </a:r>
          </a:p>
        </p:txBody>
      </p:sp>
      <p:sp>
        <p:nvSpPr>
          <p:cNvPr id="4" name="">
            <a:extLst xmlns:a="http://schemas.openxmlformats.org/drawingml/2006/main">
              <a:ext uri="{FF2B5EF4-FFF2-40B4-BE49-F238E27FC236}">
                <a16:creationId xmlns:a16="http://schemas.microsoft.com/office/drawing/2014/main" id="{D1F73906-F509-40CA-9440-9305C1CEE42A}"/>
              </a:ext>
            </a:extLst>
          </p:cNvPr>
          <p:cNvSpPr>
            <a:spLocks xmlns:a="http://schemas.openxmlformats.org/drawingml/2006/main" noGrp="1"/>
          </p:cNvSpPr>
          <p:nvPr/>
        </p:nvSpPr>
        <p:spPr>
          <a:xfrm xmlns:a="http://schemas.openxmlformats.org/drawingml/2006/main">
            <a:off x="11125200" y="6448425"/>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19050" rIns="19050" bIns="19050" anchor="ctr">
            <a:normAutofit fontScale="100000"/>
          </a:bodyPr>
          <a:lstStyle xmlns:a="http://schemas.openxmlformats.org/drawingml/2006/main">
            <a:defPPr>
              <a:defRPr sz="1050" b="1">
                <a:solidFill>
                  <a:srgbClr val="5D7273"/>
                </a:solidFill>
                <a:latin typeface="Arial"/>
                <a:ea typeface="Arial"/>
                <a:cs typeface="Arial"/>
              </a:defRPr>
            </a:defPPr>
            <a:lvl1pPr>
              <a:defRPr sz="1050" b="1">
                <a:solidFill>
                  <a:srgbClr val="5D7273"/>
                </a:solidFill>
                <a:latin typeface="Arial"/>
                <a:ea typeface="Arial"/>
                <a:cs typeface="Arial"/>
              </a:defRPr>
            </a:lvl1pPr>
            <a:lvl2pPr>
              <a:defRPr sz="1050" b="1">
                <a:solidFill>
                  <a:srgbClr val="5D7273"/>
                </a:solidFill>
                <a:latin typeface="Arial"/>
                <a:ea typeface="Arial"/>
                <a:cs typeface="Arial"/>
              </a:defRPr>
            </a:lvl2pPr>
            <a:lvl3pPr>
              <a:defRPr sz="1050" b="1">
                <a:solidFill>
                  <a:srgbClr val="5D7273"/>
                </a:solidFill>
                <a:latin typeface="Arial"/>
                <a:ea typeface="Arial"/>
                <a:cs typeface="Arial"/>
              </a:defRPr>
            </a:lvl3pPr>
            <a:lvl4pPr>
              <a:defRPr sz="1050" b="1">
                <a:solidFill>
                  <a:srgbClr val="5D7273"/>
                </a:solidFill>
                <a:latin typeface="Arial"/>
                <a:ea typeface="Arial"/>
                <a:cs typeface="Arial"/>
              </a:defRPr>
            </a:lvl4pPr>
            <a:lvl5pPr>
              <a:defRPr sz="1050" b="1">
                <a:solidFill>
                  <a:srgbClr val="5D7273"/>
                </a:solidFill>
                <a:latin typeface="Arial"/>
                <a:ea typeface="Arial"/>
                <a:cs typeface="Arial"/>
              </a:defRPr>
            </a:lvl5pPr>
            <a:lvl6pPr>
              <a:defRPr sz="1050" b="1">
                <a:solidFill>
                  <a:srgbClr val="5D7273"/>
                </a:solidFill>
                <a:latin typeface="Arial"/>
                <a:ea typeface="Arial"/>
                <a:cs typeface="Arial"/>
              </a:defRPr>
            </a:lvl6pPr>
            <a:lvl7pPr>
              <a:defRPr sz="1050" b="1">
                <a:solidFill>
                  <a:srgbClr val="5D7273"/>
                </a:solidFill>
                <a:latin typeface="Arial"/>
                <a:ea typeface="Arial"/>
                <a:cs typeface="Arial"/>
              </a:defRPr>
            </a:lvl7pPr>
            <a:lvl8pPr>
              <a:defRPr sz="1050" b="1">
                <a:solidFill>
                  <a:srgbClr val="5D7273"/>
                </a:solidFill>
                <a:latin typeface="Arial"/>
                <a:ea typeface="Arial"/>
                <a:cs typeface="Arial"/>
              </a:defRPr>
            </a:lvl8pPr>
            <a:lvl9pPr>
              <a:defRPr sz="1050" b="1">
                <a:solidFill>
                  <a:srgbClr val="5D7273"/>
                </a:solidFill>
                <a:latin typeface="Arial"/>
                <a:ea typeface="Arial"/>
                <a:cs typeface="Arial"/>
              </a:defRPr>
            </a:lvl9pPr>
          </a:lstStyle>
          <a:p xmlns:a="http://schemas.openxmlformats.org/drawingml/2006/main">
            <a:pPr>
              <a:defRPr sz="1050" b="1">
                <a:solidFill>
                  <a:srgbClr val="5D7273"/>
                </a:solidFill>
                <a:latin typeface="Arial"/>
                <a:ea typeface="Arial"/>
                <a:cs typeface="Arial"/>
              </a:defRPr>
            </a:pPr>
            <a:r>
              <a:rPr sz="1050" b="1">
                <a:solidFill>
                  <a:srgbClr val="5D7273"/>
                </a:solidFill>
                <a:latin typeface="Arial"/>
                <a:ea typeface="Arial"/>
                <a:cs typeface="Arial"/>
              </a:rPr>
              <a:t>07</a:t>
            </a:r>
          </a:p>
        </p:txBody>
      </p:sp>
      <p:sp>
        <p:nvSpPr>
          <p:cNvPr id="5" name="">
            <a:extLst xmlns:a="http://schemas.openxmlformats.org/drawingml/2006/main">
              <a:ext uri="{FF2B5EF4-FFF2-40B4-BE49-F238E27FC236}">
                <a16:creationId xmlns:a16="http://schemas.microsoft.com/office/drawing/2014/main" id="{BAA5656C-9FDE-439A-BEEA-FC68FAD36427}"/>
              </a:ext>
            </a:extLst>
          </p:cNvPr>
          <p:cNvSpPr>
            <a:spLocks xmlns:a="http://schemas.openxmlformats.org/drawingml/2006/main" noGrp="1"/>
          </p:cNvSpPr>
          <p:nvPr/>
        </p:nvSpPr>
        <p:spPr>
          <a:xfrm xmlns:a="http://schemas.openxmlformats.org/drawingml/2006/main">
            <a:off x="762000" y="1990725"/>
            <a:ext cx="1057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19050" rIns="19050" bIns="19050" anchor="ctr">
            <a:normAutofit fontScale="100000"/>
          </a:bodyPr>
          <a:lstStyle xmlns:a="http://schemas.openxmlformats.org/drawingml/2006/main">
            <a:defPPr>
              <a:defRPr sz="2700" b="1">
                <a:solidFill>
                  <a:srgbClr val="16333A"/>
                </a:solidFill>
                <a:latin typeface="Arial"/>
                <a:ea typeface="Arial"/>
                <a:cs typeface="Arial"/>
              </a:defRPr>
            </a:defPPr>
            <a:lvl1pPr>
              <a:defRPr sz="2700" b="1">
                <a:solidFill>
                  <a:srgbClr val="16333A"/>
                </a:solidFill>
                <a:latin typeface="Arial"/>
                <a:ea typeface="Arial"/>
                <a:cs typeface="Arial"/>
              </a:defRPr>
            </a:lvl1pPr>
            <a:lvl2pPr>
              <a:defRPr sz="2700" b="1">
                <a:solidFill>
                  <a:srgbClr val="16333A"/>
                </a:solidFill>
                <a:latin typeface="Arial"/>
                <a:ea typeface="Arial"/>
                <a:cs typeface="Arial"/>
              </a:defRPr>
            </a:lvl2pPr>
            <a:lvl3pPr>
              <a:defRPr sz="2700" b="1">
                <a:solidFill>
                  <a:srgbClr val="16333A"/>
                </a:solidFill>
                <a:latin typeface="Arial"/>
                <a:ea typeface="Arial"/>
                <a:cs typeface="Arial"/>
              </a:defRPr>
            </a:lvl3pPr>
            <a:lvl4pPr>
              <a:defRPr sz="2700" b="1">
                <a:solidFill>
                  <a:srgbClr val="16333A"/>
                </a:solidFill>
                <a:latin typeface="Arial"/>
                <a:ea typeface="Arial"/>
                <a:cs typeface="Arial"/>
              </a:defRPr>
            </a:lvl4pPr>
            <a:lvl5pPr>
              <a:defRPr sz="2700" b="1">
                <a:solidFill>
                  <a:srgbClr val="16333A"/>
                </a:solidFill>
                <a:latin typeface="Arial"/>
                <a:ea typeface="Arial"/>
                <a:cs typeface="Arial"/>
              </a:defRPr>
            </a:lvl5pPr>
            <a:lvl6pPr>
              <a:defRPr sz="2700" b="1">
                <a:solidFill>
                  <a:srgbClr val="16333A"/>
                </a:solidFill>
                <a:latin typeface="Arial"/>
                <a:ea typeface="Arial"/>
                <a:cs typeface="Arial"/>
              </a:defRPr>
            </a:lvl6pPr>
            <a:lvl7pPr>
              <a:defRPr sz="2700" b="1">
                <a:solidFill>
                  <a:srgbClr val="16333A"/>
                </a:solidFill>
                <a:latin typeface="Arial"/>
                <a:ea typeface="Arial"/>
                <a:cs typeface="Arial"/>
              </a:defRPr>
            </a:lvl7pPr>
            <a:lvl8pPr>
              <a:defRPr sz="2700" b="1">
                <a:solidFill>
                  <a:srgbClr val="16333A"/>
                </a:solidFill>
                <a:latin typeface="Arial"/>
                <a:ea typeface="Arial"/>
                <a:cs typeface="Arial"/>
              </a:defRPr>
            </a:lvl8pPr>
            <a:lvl9pPr>
              <a:defRPr sz="2700" b="1">
                <a:solidFill>
                  <a:srgbClr val="16333A"/>
                </a:solidFill>
                <a:latin typeface="Arial"/>
                <a:ea typeface="Arial"/>
                <a:cs typeface="Arial"/>
              </a:defRPr>
            </a:lvl9pPr>
          </a:lstStyle>
          <a:p xmlns:a="http://schemas.openxmlformats.org/drawingml/2006/main">
            <a:pPr>
              <a:defRPr sz="2700" b="1">
                <a:solidFill>
                  <a:srgbClr val="16333A"/>
                </a:solidFill>
                <a:latin typeface="Arial"/>
                <a:ea typeface="Arial"/>
                <a:cs typeface="Arial"/>
              </a:defRPr>
            </a:pPr>
            <a:r>
              <a:rPr sz="2700" b="1">
                <a:solidFill>
                  <a:srgbClr val="16333A"/>
                </a:solidFill>
                <a:latin typeface="Arial"/>
                <a:ea typeface="Arial"/>
                <a:cs typeface="Arial"/>
              </a:rPr>
              <a:t>10 institusi × 2 proyek × Rp15 juta</a:t>
            </a:r>
          </a:p>
        </p:txBody>
      </p:sp>
      <p:sp>
        <p:nvSpPr>
          <p:cNvPr id="6" name="">
            <a:extLst xmlns:a="http://schemas.openxmlformats.org/drawingml/2006/main">
              <a:ext uri="{FF2B5EF4-FFF2-40B4-BE49-F238E27FC236}">
                <a16:creationId xmlns:a16="http://schemas.microsoft.com/office/drawing/2014/main" id="{E4198A87-51BF-42CC-B961-E8F109CA6697}"/>
              </a:ext>
            </a:extLst>
          </p:cNvPr>
          <p:cNvSpPr>
            <a:spLocks xmlns:a="http://schemas.openxmlformats.org/drawingml/2006/main" noGrp="1"/>
          </p:cNvSpPr>
          <p:nvPr/>
        </p:nvSpPr>
        <p:spPr>
          <a:xfrm xmlns:a="http://schemas.openxmlformats.org/drawingml/2006/main">
            <a:off x="762000" y="2647950"/>
            <a:ext cx="10572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19050" rIns="19050" bIns="19050" anchor="ctr">
            <a:normAutofit fontScale="100000"/>
          </a:bodyPr>
          <a:lstStyle xmlns:a="http://schemas.openxmlformats.org/drawingml/2006/main">
            <a:defPPr>
              <a:defRPr sz="3675" b="1">
                <a:solidFill>
                  <a:srgbClr val="087E72"/>
                </a:solidFill>
                <a:latin typeface="Arial"/>
                <a:ea typeface="Arial"/>
                <a:cs typeface="Arial"/>
              </a:defRPr>
            </a:defPPr>
            <a:lvl1pPr>
              <a:defRPr sz="3675" b="1">
                <a:solidFill>
                  <a:srgbClr val="087E72"/>
                </a:solidFill>
                <a:latin typeface="Arial"/>
                <a:ea typeface="Arial"/>
                <a:cs typeface="Arial"/>
              </a:defRPr>
            </a:lvl1pPr>
            <a:lvl2pPr>
              <a:defRPr sz="3675" b="1">
                <a:solidFill>
                  <a:srgbClr val="087E72"/>
                </a:solidFill>
                <a:latin typeface="Arial"/>
                <a:ea typeface="Arial"/>
                <a:cs typeface="Arial"/>
              </a:defRPr>
            </a:lvl2pPr>
            <a:lvl3pPr>
              <a:defRPr sz="3675" b="1">
                <a:solidFill>
                  <a:srgbClr val="087E72"/>
                </a:solidFill>
                <a:latin typeface="Arial"/>
                <a:ea typeface="Arial"/>
                <a:cs typeface="Arial"/>
              </a:defRPr>
            </a:lvl3pPr>
            <a:lvl4pPr>
              <a:defRPr sz="3675" b="1">
                <a:solidFill>
                  <a:srgbClr val="087E72"/>
                </a:solidFill>
                <a:latin typeface="Arial"/>
                <a:ea typeface="Arial"/>
                <a:cs typeface="Arial"/>
              </a:defRPr>
            </a:lvl4pPr>
            <a:lvl5pPr>
              <a:defRPr sz="3675" b="1">
                <a:solidFill>
                  <a:srgbClr val="087E72"/>
                </a:solidFill>
                <a:latin typeface="Arial"/>
                <a:ea typeface="Arial"/>
                <a:cs typeface="Arial"/>
              </a:defRPr>
            </a:lvl5pPr>
            <a:lvl6pPr>
              <a:defRPr sz="3675" b="1">
                <a:solidFill>
                  <a:srgbClr val="087E72"/>
                </a:solidFill>
                <a:latin typeface="Arial"/>
                <a:ea typeface="Arial"/>
                <a:cs typeface="Arial"/>
              </a:defRPr>
            </a:lvl6pPr>
            <a:lvl7pPr>
              <a:defRPr sz="3675" b="1">
                <a:solidFill>
                  <a:srgbClr val="087E72"/>
                </a:solidFill>
                <a:latin typeface="Arial"/>
                <a:ea typeface="Arial"/>
                <a:cs typeface="Arial"/>
              </a:defRPr>
            </a:lvl7pPr>
            <a:lvl8pPr>
              <a:defRPr sz="3675" b="1">
                <a:solidFill>
                  <a:srgbClr val="087E72"/>
                </a:solidFill>
                <a:latin typeface="Arial"/>
                <a:ea typeface="Arial"/>
                <a:cs typeface="Arial"/>
              </a:defRPr>
            </a:lvl8pPr>
            <a:lvl9pPr>
              <a:defRPr sz="3675" b="1">
                <a:solidFill>
                  <a:srgbClr val="087E72"/>
                </a:solidFill>
                <a:latin typeface="Arial"/>
                <a:ea typeface="Arial"/>
                <a:cs typeface="Arial"/>
              </a:defRPr>
            </a:lvl9pPr>
          </a:lstStyle>
          <a:p xmlns:a="http://schemas.openxmlformats.org/drawingml/2006/main">
            <a:pPr>
              <a:defRPr sz="3675" b="1">
                <a:solidFill>
                  <a:srgbClr val="087E72"/>
                </a:solidFill>
                <a:latin typeface="Arial"/>
                <a:ea typeface="Arial"/>
                <a:cs typeface="Arial"/>
              </a:defRPr>
            </a:pPr>
            <a:r>
              <a:rPr sz="3675" b="1">
                <a:solidFill>
                  <a:srgbClr val="087E72"/>
                </a:solidFill>
                <a:latin typeface="Arial"/>
                <a:ea typeface="Arial"/>
                <a:cs typeface="Arial"/>
              </a:rPr>
              <a:t>= Rp300 juta / tahun</a:t>
            </a:r>
          </a:p>
        </p:txBody>
      </p:sp>
      <p:sp>
        <p:nvSpPr>
          <p:cNvPr id="7" name="">
            <a:extLst xmlns:a="http://schemas.openxmlformats.org/drawingml/2006/main">
              <a:ext uri="{FF2B5EF4-FFF2-40B4-BE49-F238E27FC236}">
                <a16:creationId xmlns:a16="http://schemas.microsoft.com/office/drawing/2014/main" id="{7B625BA9-93AD-4658-886E-A464324FA891}"/>
              </a:ext>
            </a:extLst>
          </p:cNvPr>
          <p:cNvSpPr>
            <a:spLocks xmlns:a="http://schemas.openxmlformats.org/drawingml/2006/main" noGrp="1"/>
          </p:cNvSpPr>
          <p:nvPr/>
        </p:nvSpPr>
        <p:spPr>
          <a:xfrm xmlns:a="http://schemas.openxmlformats.org/drawingml/2006/main">
            <a:off x="762000" y="3476625"/>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19050" rIns="19050" bIns="19050" anchor="ctr">
            <a:normAutofit fontScale="100000"/>
          </a:bodyPr>
          <a:lstStyle xmlns:a="http://schemas.openxmlformats.org/drawingml/2006/main">
            <a:defPPr>
              <a:defRPr sz="1800" b="0">
                <a:solidFill>
                  <a:srgbClr val="5D7273"/>
                </a:solidFill>
                <a:latin typeface="Arial"/>
                <a:ea typeface="Arial"/>
                <a:cs typeface="Arial"/>
              </a:defRPr>
            </a:defPPr>
            <a:lvl1pPr>
              <a:defRPr sz="1800" b="0">
                <a:solidFill>
                  <a:srgbClr val="5D7273"/>
                </a:solidFill>
                <a:latin typeface="Arial"/>
                <a:ea typeface="Arial"/>
                <a:cs typeface="Arial"/>
              </a:defRPr>
            </a:lvl1pPr>
            <a:lvl2pPr>
              <a:defRPr sz="1800" b="0">
                <a:solidFill>
                  <a:srgbClr val="5D7273"/>
                </a:solidFill>
                <a:latin typeface="Arial"/>
                <a:ea typeface="Arial"/>
                <a:cs typeface="Arial"/>
              </a:defRPr>
            </a:lvl2pPr>
            <a:lvl3pPr>
              <a:defRPr sz="1800" b="0">
                <a:solidFill>
                  <a:srgbClr val="5D7273"/>
                </a:solidFill>
                <a:latin typeface="Arial"/>
                <a:ea typeface="Arial"/>
                <a:cs typeface="Arial"/>
              </a:defRPr>
            </a:lvl3pPr>
            <a:lvl4pPr>
              <a:defRPr sz="1800" b="0">
                <a:solidFill>
                  <a:srgbClr val="5D7273"/>
                </a:solidFill>
                <a:latin typeface="Arial"/>
                <a:ea typeface="Arial"/>
                <a:cs typeface="Arial"/>
              </a:defRPr>
            </a:lvl4pPr>
            <a:lvl5pPr>
              <a:defRPr sz="1800" b="0">
                <a:solidFill>
                  <a:srgbClr val="5D7273"/>
                </a:solidFill>
                <a:latin typeface="Arial"/>
                <a:ea typeface="Arial"/>
                <a:cs typeface="Arial"/>
              </a:defRPr>
            </a:lvl5pPr>
            <a:lvl6pPr>
              <a:defRPr sz="1800" b="0">
                <a:solidFill>
                  <a:srgbClr val="5D7273"/>
                </a:solidFill>
                <a:latin typeface="Arial"/>
                <a:ea typeface="Arial"/>
                <a:cs typeface="Arial"/>
              </a:defRPr>
            </a:lvl6pPr>
            <a:lvl7pPr>
              <a:defRPr sz="1800" b="0">
                <a:solidFill>
                  <a:srgbClr val="5D7273"/>
                </a:solidFill>
                <a:latin typeface="Arial"/>
                <a:ea typeface="Arial"/>
                <a:cs typeface="Arial"/>
              </a:defRPr>
            </a:lvl7pPr>
            <a:lvl8pPr>
              <a:defRPr sz="1800" b="0">
                <a:solidFill>
                  <a:srgbClr val="5D7273"/>
                </a:solidFill>
                <a:latin typeface="Arial"/>
                <a:ea typeface="Arial"/>
                <a:cs typeface="Arial"/>
              </a:defRPr>
            </a:lvl8pPr>
            <a:lvl9pPr>
              <a:defRPr sz="1800" b="0">
                <a:solidFill>
                  <a:srgbClr val="5D7273"/>
                </a:solidFill>
                <a:latin typeface="Arial"/>
                <a:ea typeface="Arial"/>
                <a:cs typeface="Arial"/>
              </a:defRPr>
            </a:lvl9pPr>
          </a:lstStyle>
          <a:p xmlns:a="http://schemas.openxmlformats.org/drawingml/2006/main">
            <a:pPr>
              <a:defRPr sz="1800" b="0">
                <a:solidFill>
                  <a:srgbClr val="5D7273"/>
                </a:solidFill>
                <a:latin typeface="Arial"/>
                <a:ea typeface="Arial"/>
                <a:cs typeface="Arial"/>
              </a:defRPr>
            </a:pPr>
            <a:r>
              <a:rPr sz="1800" b="0">
                <a:solidFill>
                  <a:srgbClr val="5D7273"/>
                </a:solidFill>
                <a:latin typeface="Arial"/>
                <a:ea typeface="Arial"/>
                <a:cs typeface="Arial"/>
              </a:rPr>
              <a:t>Skenario ilustratif; jumlah pembeli, frekuensi proyek dan harga belum tervalidasi. TAM/SAM/SOM terukur belum tersedia.</a:t>
            </a:r>
          </a:p>
        </p:txBody>
      </p:sp>
      <p:sp>
        <p:nvSpPr>
          <p:cNvPr id="8" name="">
            <a:extLst xmlns:a="http://schemas.openxmlformats.org/drawingml/2006/main">
              <a:ext uri="{FF2B5EF4-FFF2-40B4-BE49-F238E27FC236}">
                <a16:creationId xmlns:a16="http://schemas.microsoft.com/office/drawing/2014/main" id="{B59C4ECE-7231-4C22-9CD3-BAE026889A4C}"/>
              </a:ext>
            </a:extLst>
          </p:cNvPr>
          <p:cNvSpPr>
            <a:spLocks xmlns:a="http://schemas.openxmlformats.org/drawingml/2006/main" noGrp="1"/>
          </p:cNvSpPr>
          <p:nvPr/>
        </p:nvSpPr>
        <p:spPr>
          <a:xfrm xmlns:a="http://schemas.openxmlformats.org/drawingml/2006/main">
            <a:off x="762000" y="4514850"/>
            <a:ext cx="3429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19050" rIns="19050" bIns="19050" anchor="ctr">
            <a:normAutofit fontScale="100000"/>
          </a:bodyPr>
          <a:lstStyle xmlns:a="http://schemas.openxmlformats.org/drawingml/2006/main">
            <a:defPPr>
              <a:defRPr sz="2550" b="1">
                <a:solidFill>
                  <a:srgbClr val="16333A"/>
                </a:solidFill>
                <a:latin typeface="Arial"/>
                <a:ea typeface="Arial"/>
                <a:cs typeface="Arial"/>
              </a:defRPr>
            </a:defPPr>
            <a:lvl1pPr>
              <a:defRPr sz="2550" b="1">
                <a:solidFill>
                  <a:srgbClr val="16333A"/>
                </a:solidFill>
                <a:latin typeface="Arial"/>
                <a:ea typeface="Arial"/>
                <a:cs typeface="Arial"/>
              </a:defRPr>
            </a:lvl1pPr>
            <a:lvl2pPr>
              <a:defRPr sz="2550" b="1">
                <a:solidFill>
                  <a:srgbClr val="16333A"/>
                </a:solidFill>
                <a:latin typeface="Arial"/>
                <a:ea typeface="Arial"/>
                <a:cs typeface="Arial"/>
              </a:defRPr>
            </a:lvl2pPr>
            <a:lvl3pPr>
              <a:defRPr sz="2550" b="1">
                <a:solidFill>
                  <a:srgbClr val="16333A"/>
                </a:solidFill>
                <a:latin typeface="Arial"/>
                <a:ea typeface="Arial"/>
                <a:cs typeface="Arial"/>
              </a:defRPr>
            </a:lvl3pPr>
            <a:lvl4pPr>
              <a:defRPr sz="2550" b="1">
                <a:solidFill>
                  <a:srgbClr val="16333A"/>
                </a:solidFill>
                <a:latin typeface="Arial"/>
                <a:ea typeface="Arial"/>
                <a:cs typeface="Arial"/>
              </a:defRPr>
            </a:lvl4pPr>
            <a:lvl5pPr>
              <a:defRPr sz="2550" b="1">
                <a:solidFill>
                  <a:srgbClr val="16333A"/>
                </a:solidFill>
                <a:latin typeface="Arial"/>
                <a:ea typeface="Arial"/>
                <a:cs typeface="Arial"/>
              </a:defRPr>
            </a:lvl5pPr>
            <a:lvl6pPr>
              <a:defRPr sz="2550" b="1">
                <a:solidFill>
                  <a:srgbClr val="16333A"/>
                </a:solidFill>
                <a:latin typeface="Arial"/>
                <a:ea typeface="Arial"/>
                <a:cs typeface="Arial"/>
              </a:defRPr>
            </a:lvl6pPr>
            <a:lvl7pPr>
              <a:defRPr sz="2550" b="1">
                <a:solidFill>
                  <a:srgbClr val="16333A"/>
                </a:solidFill>
                <a:latin typeface="Arial"/>
                <a:ea typeface="Arial"/>
                <a:cs typeface="Arial"/>
              </a:defRPr>
            </a:lvl7pPr>
            <a:lvl8pPr>
              <a:defRPr sz="2550" b="1">
                <a:solidFill>
                  <a:srgbClr val="16333A"/>
                </a:solidFill>
                <a:latin typeface="Arial"/>
                <a:ea typeface="Arial"/>
                <a:cs typeface="Arial"/>
              </a:defRPr>
            </a:lvl8pPr>
            <a:lvl9pPr>
              <a:defRPr sz="2550" b="1">
                <a:solidFill>
                  <a:srgbClr val="16333A"/>
                </a:solidFill>
                <a:latin typeface="Arial"/>
                <a:ea typeface="Arial"/>
                <a:cs typeface="Arial"/>
              </a:defRPr>
            </a:lvl9pPr>
          </a:lstStyle>
          <a:p xmlns:a="http://schemas.openxmlformats.org/drawingml/2006/main">
            <a:pPr>
              <a:defRPr sz="2550" b="1">
                <a:solidFill>
                  <a:srgbClr val="16333A"/>
                </a:solidFill>
                <a:latin typeface="Arial"/>
                <a:ea typeface="Arial"/>
                <a:cs typeface="Arial"/>
              </a:defRPr>
            </a:pPr>
            <a:r>
              <a:rPr sz="2550" b="1">
                <a:solidFill>
                  <a:srgbClr val="16333A"/>
                </a:solidFill>
                <a:latin typeface="Arial"/>
                <a:ea typeface="Arial"/>
                <a:cs typeface="Arial"/>
              </a:rPr>
              <a:t>Margin kotor 40%</a:t>
            </a:r>
          </a:p>
        </p:txBody>
      </p:sp>
      <p:sp>
        <p:nvSpPr>
          <p:cNvPr id="9" name="">
            <a:extLst xmlns:a="http://schemas.openxmlformats.org/drawingml/2006/main">
              <a:ext uri="{FF2B5EF4-FFF2-40B4-BE49-F238E27FC236}">
                <a16:creationId xmlns:a16="http://schemas.microsoft.com/office/drawing/2014/main" id="{A0EEE691-7737-4F84-8621-D57BCFA73000}"/>
              </a:ext>
            </a:extLst>
          </p:cNvPr>
          <p:cNvSpPr>
            <a:spLocks xmlns:a="http://schemas.openxmlformats.org/drawingml/2006/main" noGrp="1"/>
          </p:cNvSpPr>
          <p:nvPr/>
        </p:nvSpPr>
        <p:spPr>
          <a:xfrm xmlns:a="http://schemas.openxmlformats.org/drawingml/2006/main">
            <a:off x="4457700" y="4514850"/>
            <a:ext cx="333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19050" rIns="19050" bIns="19050" anchor="ctr">
            <a:normAutofit fontScale="100000"/>
          </a:bodyPr>
          <a:lstStyle xmlns:a="http://schemas.openxmlformats.org/drawingml/2006/main">
            <a:defPPr>
              <a:defRPr sz="2550" b="1">
                <a:solidFill>
                  <a:srgbClr val="16333A"/>
                </a:solidFill>
                <a:latin typeface="Arial"/>
                <a:ea typeface="Arial"/>
                <a:cs typeface="Arial"/>
              </a:defRPr>
            </a:defPPr>
            <a:lvl1pPr>
              <a:defRPr sz="2550" b="1">
                <a:solidFill>
                  <a:srgbClr val="16333A"/>
                </a:solidFill>
                <a:latin typeface="Arial"/>
                <a:ea typeface="Arial"/>
                <a:cs typeface="Arial"/>
              </a:defRPr>
            </a:lvl1pPr>
            <a:lvl2pPr>
              <a:defRPr sz="2550" b="1">
                <a:solidFill>
                  <a:srgbClr val="16333A"/>
                </a:solidFill>
                <a:latin typeface="Arial"/>
                <a:ea typeface="Arial"/>
                <a:cs typeface="Arial"/>
              </a:defRPr>
            </a:lvl2pPr>
            <a:lvl3pPr>
              <a:defRPr sz="2550" b="1">
                <a:solidFill>
                  <a:srgbClr val="16333A"/>
                </a:solidFill>
                <a:latin typeface="Arial"/>
                <a:ea typeface="Arial"/>
                <a:cs typeface="Arial"/>
              </a:defRPr>
            </a:lvl3pPr>
            <a:lvl4pPr>
              <a:defRPr sz="2550" b="1">
                <a:solidFill>
                  <a:srgbClr val="16333A"/>
                </a:solidFill>
                <a:latin typeface="Arial"/>
                <a:ea typeface="Arial"/>
                <a:cs typeface="Arial"/>
              </a:defRPr>
            </a:lvl4pPr>
            <a:lvl5pPr>
              <a:defRPr sz="2550" b="1">
                <a:solidFill>
                  <a:srgbClr val="16333A"/>
                </a:solidFill>
                <a:latin typeface="Arial"/>
                <a:ea typeface="Arial"/>
                <a:cs typeface="Arial"/>
              </a:defRPr>
            </a:lvl5pPr>
            <a:lvl6pPr>
              <a:defRPr sz="2550" b="1">
                <a:solidFill>
                  <a:srgbClr val="16333A"/>
                </a:solidFill>
                <a:latin typeface="Arial"/>
                <a:ea typeface="Arial"/>
                <a:cs typeface="Arial"/>
              </a:defRPr>
            </a:lvl6pPr>
            <a:lvl7pPr>
              <a:defRPr sz="2550" b="1">
                <a:solidFill>
                  <a:srgbClr val="16333A"/>
                </a:solidFill>
                <a:latin typeface="Arial"/>
                <a:ea typeface="Arial"/>
                <a:cs typeface="Arial"/>
              </a:defRPr>
            </a:lvl7pPr>
            <a:lvl8pPr>
              <a:defRPr sz="2550" b="1">
                <a:solidFill>
                  <a:srgbClr val="16333A"/>
                </a:solidFill>
                <a:latin typeface="Arial"/>
                <a:ea typeface="Arial"/>
                <a:cs typeface="Arial"/>
              </a:defRPr>
            </a:lvl8pPr>
            <a:lvl9pPr>
              <a:defRPr sz="2550" b="1">
                <a:solidFill>
                  <a:srgbClr val="16333A"/>
                </a:solidFill>
                <a:latin typeface="Arial"/>
                <a:ea typeface="Arial"/>
                <a:cs typeface="Arial"/>
              </a:defRPr>
            </a:lvl9pPr>
          </a:lstStyle>
          <a:p xmlns:a="http://schemas.openxmlformats.org/drawingml/2006/main">
            <a:pPr>
              <a:defRPr sz="2550" b="1">
                <a:solidFill>
                  <a:srgbClr val="16333A"/>
                </a:solidFill>
                <a:latin typeface="Arial"/>
                <a:ea typeface="Arial"/>
                <a:cs typeface="Arial"/>
              </a:defRPr>
            </a:pPr>
            <a:r>
              <a:rPr sz="2550" b="1">
                <a:solidFill>
                  <a:srgbClr val="16333A"/>
                </a:solidFill>
                <a:latin typeface="Arial"/>
                <a:ea typeface="Arial"/>
                <a:cs typeface="Arial"/>
              </a:rPr>
              <a:t>CAC Rp15 juta</a:t>
            </a:r>
          </a:p>
        </p:txBody>
      </p:sp>
      <p:sp>
        <p:nvSpPr>
          <p:cNvPr id="10" name="">
            <a:extLst xmlns:a="http://schemas.openxmlformats.org/drawingml/2006/main">
              <a:ext uri="{FF2B5EF4-FFF2-40B4-BE49-F238E27FC236}">
                <a16:creationId xmlns:a16="http://schemas.microsoft.com/office/drawing/2014/main" id="{5862E57B-0BDA-4539-BBF3-86FC2B2CB3AC}"/>
              </a:ext>
            </a:extLst>
          </p:cNvPr>
          <p:cNvSpPr>
            <a:spLocks xmlns:a="http://schemas.openxmlformats.org/drawingml/2006/main" noGrp="1"/>
          </p:cNvSpPr>
          <p:nvPr/>
        </p:nvSpPr>
        <p:spPr>
          <a:xfrm xmlns:a="http://schemas.openxmlformats.org/drawingml/2006/main">
            <a:off x="8239125" y="4514850"/>
            <a:ext cx="3238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19050" rIns="19050" bIns="19050" anchor="ctr">
            <a:normAutofit fontScale="100000"/>
          </a:bodyPr>
          <a:lstStyle xmlns:a="http://schemas.openxmlformats.org/drawingml/2006/main">
            <a:defPPr>
              <a:defRPr sz="2550" b="1">
                <a:solidFill>
                  <a:srgbClr val="C38E37"/>
                </a:solidFill>
                <a:latin typeface="Arial"/>
                <a:ea typeface="Arial"/>
                <a:cs typeface="Arial"/>
              </a:defRPr>
            </a:defPPr>
            <a:lvl1pPr>
              <a:defRPr sz="2550" b="1">
                <a:solidFill>
                  <a:srgbClr val="C38E37"/>
                </a:solidFill>
                <a:latin typeface="Arial"/>
                <a:ea typeface="Arial"/>
                <a:cs typeface="Arial"/>
              </a:defRPr>
            </a:lvl1pPr>
            <a:lvl2pPr>
              <a:defRPr sz="2550" b="1">
                <a:solidFill>
                  <a:srgbClr val="C38E37"/>
                </a:solidFill>
                <a:latin typeface="Arial"/>
                <a:ea typeface="Arial"/>
                <a:cs typeface="Arial"/>
              </a:defRPr>
            </a:lvl2pPr>
            <a:lvl3pPr>
              <a:defRPr sz="2550" b="1">
                <a:solidFill>
                  <a:srgbClr val="C38E37"/>
                </a:solidFill>
                <a:latin typeface="Arial"/>
                <a:ea typeface="Arial"/>
                <a:cs typeface="Arial"/>
              </a:defRPr>
            </a:lvl3pPr>
            <a:lvl4pPr>
              <a:defRPr sz="2550" b="1">
                <a:solidFill>
                  <a:srgbClr val="C38E37"/>
                </a:solidFill>
                <a:latin typeface="Arial"/>
                <a:ea typeface="Arial"/>
                <a:cs typeface="Arial"/>
              </a:defRPr>
            </a:lvl4pPr>
            <a:lvl5pPr>
              <a:defRPr sz="2550" b="1">
                <a:solidFill>
                  <a:srgbClr val="C38E37"/>
                </a:solidFill>
                <a:latin typeface="Arial"/>
                <a:ea typeface="Arial"/>
                <a:cs typeface="Arial"/>
              </a:defRPr>
            </a:lvl5pPr>
            <a:lvl6pPr>
              <a:defRPr sz="2550" b="1">
                <a:solidFill>
                  <a:srgbClr val="C38E37"/>
                </a:solidFill>
                <a:latin typeface="Arial"/>
                <a:ea typeface="Arial"/>
                <a:cs typeface="Arial"/>
              </a:defRPr>
            </a:lvl6pPr>
            <a:lvl7pPr>
              <a:defRPr sz="2550" b="1">
                <a:solidFill>
                  <a:srgbClr val="C38E37"/>
                </a:solidFill>
                <a:latin typeface="Arial"/>
                <a:ea typeface="Arial"/>
                <a:cs typeface="Arial"/>
              </a:defRPr>
            </a:lvl7pPr>
            <a:lvl8pPr>
              <a:defRPr sz="2550" b="1">
                <a:solidFill>
                  <a:srgbClr val="C38E37"/>
                </a:solidFill>
                <a:latin typeface="Arial"/>
                <a:ea typeface="Arial"/>
                <a:cs typeface="Arial"/>
              </a:defRPr>
            </a:lvl8pPr>
            <a:lvl9pPr>
              <a:defRPr sz="2550" b="1">
                <a:solidFill>
                  <a:srgbClr val="C38E37"/>
                </a:solidFill>
                <a:latin typeface="Arial"/>
                <a:ea typeface="Arial"/>
                <a:cs typeface="Arial"/>
              </a:defRPr>
            </a:lvl9pPr>
          </a:lstStyle>
          <a:p xmlns:a="http://schemas.openxmlformats.org/drawingml/2006/main">
            <a:pPr>
              <a:defRPr sz="2550" b="1">
                <a:solidFill>
                  <a:srgbClr val="C38E37"/>
                </a:solidFill>
                <a:latin typeface="Arial"/>
                <a:ea typeface="Arial"/>
                <a:cs typeface="Arial"/>
              </a:defRPr>
            </a:pPr>
            <a:r>
              <a:rPr sz="2550" b="1">
                <a:solidFill>
                  <a:srgbClr val="C38E37"/>
                </a:solidFill>
                <a:latin typeface="Arial"/>
                <a:ea typeface="Arial"/>
                <a:cs typeface="Arial"/>
              </a:rPr>
              <a:t>LTV/CAC 1.39×</a:t>
            </a:r>
          </a:p>
        </p:txBody>
      </p:sp>
      <p:sp>
        <p:nvSpPr>
          <p:cNvPr id="11" name="">
            <a:extLst xmlns:a="http://schemas.openxmlformats.org/drawingml/2006/main">
              <a:ext uri="{FF2B5EF4-FFF2-40B4-BE49-F238E27FC236}">
                <a16:creationId xmlns:a16="http://schemas.microsoft.com/office/drawing/2014/main" id="{AD0C5458-5D3E-486E-AED0-1508CCB6D645}"/>
              </a:ext>
            </a:extLst>
          </p:cNvPr>
          <p:cNvSpPr>
            <a:spLocks xmlns:a="http://schemas.openxmlformats.org/drawingml/2006/main" noGrp="1"/>
          </p:cNvSpPr>
          <p:nvPr/>
        </p:nvSpPr>
        <p:spPr>
          <a:xfrm xmlns:a="http://schemas.openxmlformats.org/drawingml/2006/main">
            <a:off x="762000" y="5248275"/>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19050" rIns="19050" bIns="19050" anchor="ctr">
            <a:normAutofit fontScale="100000"/>
          </a:bodyPr>
          <a:lstStyle xmlns:a="http://schemas.openxmlformats.org/drawingml/2006/main">
            <a:defPPr>
              <a:defRPr sz="1650" b="0">
                <a:solidFill>
                  <a:srgbClr val="5D7273"/>
                </a:solidFill>
                <a:latin typeface="Arial"/>
                <a:ea typeface="Arial"/>
                <a:cs typeface="Arial"/>
              </a:defRPr>
            </a:defPPr>
            <a:lvl1pPr>
              <a:defRPr sz="1650" b="0">
                <a:solidFill>
                  <a:srgbClr val="5D7273"/>
                </a:solidFill>
                <a:latin typeface="Arial"/>
                <a:ea typeface="Arial"/>
                <a:cs typeface="Arial"/>
              </a:defRPr>
            </a:lvl1pPr>
            <a:lvl2pPr>
              <a:defRPr sz="1650" b="0">
                <a:solidFill>
                  <a:srgbClr val="5D7273"/>
                </a:solidFill>
                <a:latin typeface="Arial"/>
                <a:ea typeface="Arial"/>
                <a:cs typeface="Arial"/>
              </a:defRPr>
            </a:lvl2pPr>
            <a:lvl3pPr>
              <a:defRPr sz="1650" b="0">
                <a:solidFill>
                  <a:srgbClr val="5D7273"/>
                </a:solidFill>
                <a:latin typeface="Arial"/>
                <a:ea typeface="Arial"/>
                <a:cs typeface="Arial"/>
              </a:defRPr>
            </a:lvl3pPr>
            <a:lvl4pPr>
              <a:defRPr sz="1650" b="0">
                <a:solidFill>
                  <a:srgbClr val="5D7273"/>
                </a:solidFill>
                <a:latin typeface="Arial"/>
                <a:ea typeface="Arial"/>
                <a:cs typeface="Arial"/>
              </a:defRPr>
            </a:lvl4pPr>
            <a:lvl5pPr>
              <a:defRPr sz="1650" b="0">
                <a:solidFill>
                  <a:srgbClr val="5D7273"/>
                </a:solidFill>
                <a:latin typeface="Arial"/>
                <a:ea typeface="Arial"/>
                <a:cs typeface="Arial"/>
              </a:defRPr>
            </a:lvl5pPr>
            <a:lvl6pPr>
              <a:defRPr sz="1650" b="0">
                <a:solidFill>
                  <a:srgbClr val="5D7273"/>
                </a:solidFill>
                <a:latin typeface="Arial"/>
                <a:ea typeface="Arial"/>
                <a:cs typeface="Arial"/>
              </a:defRPr>
            </a:lvl6pPr>
            <a:lvl7pPr>
              <a:defRPr sz="1650" b="0">
                <a:solidFill>
                  <a:srgbClr val="5D7273"/>
                </a:solidFill>
                <a:latin typeface="Arial"/>
                <a:ea typeface="Arial"/>
                <a:cs typeface="Arial"/>
              </a:defRPr>
            </a:lvl7pPr>
            <a:lvl8pPr>
              <a:defRPr sz="1650" b="0">
                <a:solidFill>
                  <a:srgbClr val="5D7273"/>
                </a:solidFill>
                <a:latin typeface="Arial"/>
                <a:ea typeface="Arial"/>
                <a:cs typeface="Arial"/>
              </a:defRPr>
            </a:lvl8pPr>
            <a:lvl9pPr>
              <a:defRPr sz="1650" b="0">
                <a:solidFill>
                  <a:srgbClr val="5D7273"/>
                </a:solidFill>
                <a:latin typeface="Arial"/>
                <a:ea typeface="Arial"/>
                <a:cs typeface="Arial"/>
              </a:defRPr>
            </a:lvl9pPr>
          </a:lstStyle>
          <a:p xmlns:a="http://schemas.openxmlformats.org/drawingml/2006/main">
            <a:pPr>
              <a:defRPr sz="1650" b="0">
                <a:solidFill>
                  <a:srgbClr val="5D7273"/>
                </a:solidFill>
                <a:latin typeface="Arial"/>
                <a:ea typeface="Arial"/>
                <a:cs typeface="Arial"/>
              </a:defRPr>
            </a:pPr>
            <a:r>
              <a:rPr sz="1650" b="0">
                <a:solidFill>
                  <a:srgbClr val="5D7273"/>
                </a:solidFill>
                <a:latin typeface="Arial"/>
                <a:ea typeface="Arial"/>
                <a:cs typeface="Arial"/>
              </a:rPr>
              <a:t>Biaya langsung asumsi Rp9 juta/proyek. LTV 2 tahun, diskonto 10%. Rasio belum mencapai sasaran internal 3×.</a:t>
            </a:r>
          </a:p>
        </p:txBody>
      </p:sp>
      <p:sp>
        <p:nvSpPr>
          <p:cNvPr id="12" name="">
            <a:extLst xmlns:a="http://schemas.openxmlformats.org/drawingml/2006/main">
              <a:ext uri="{FF2B5EF4-FFF2-40B4-BE49-F238E27FC236}">
                <a16:creationId xmlns:a16="http://schemas.microsoft.com/office/drawing/2014/main" id="{4DBC2D49-EB9F-4D58-BB1E-D22B2F9DD2D8}"/>
              </a:ext>
            </a:extLst>
          </p:cNvPr>
          <p:cNvSpPr>
            <a:spLocks xmlns:a="http://schemas.openxmlformats.org/drawingml/2006/main" noGrp="1"/>
          </p:cNvSpPr>
          <p:nvPr/>
        </p:nvSpPr>
        <p:spPr>
          <a:xfrm xmlns:a="http://schemas.openxmlformats.org/drawingml/2006/main">
            <a:off x="762000" y="5972175"/>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19050" rIns="19050" bIns="19050" anchor="ctr">
            <a:normAutofit fontScale="100000"/>
          </a:bodyPr>
          <a:lstStyle xmlns:a="http://schemas.openxmlformats.org/drawingml/2006/main">
            <a:defPPr>
              <a:defRPr sz="1500" b="1">
                <a:solidFill>
                  <a:srgbClr val="087E72"/>
                </a:solidFill>
                <a:latin typeface="Arial"/>
                <a:ea typeface="Arial"/>
                <a:cs typeface="Arial"/>
              </a:defRPr>
            </a:defPPr>
            <a:lvl1pPr>
              <a:defRPr sz="1500" b="1">
                <a:solidFill>
                  <a:srgbClr val="087E72"/>
                </a:solidFill>
                <a:latin typeface="Arial"/>
                <a:ea typeface="Arial"/>
                <a:cs typeface="Arial"/>
              </a:defRPr>
            </a:lvl1pPr>
            <a:lvl2pPr>
              <a:defRPr sz="1500" b="1">
                <a:solidFill>
                  <a:srgbClr val="087E72"/>
                </a:solidFill>
                <a:latin typeface="Arial"/>
                <a:ea typeface="Arial"/>
                <a:cs typeface="Arial"/>
              </a:defRPr>
            </a:lvl2pPr>
            <a:lvl3pPr>
              <a:defRPr sz="1500" b="1">
                <a:solidFill>
                  <a:srgbClr val="087E72"/>
                </a:solidFill>
                <a:latin typeface="Arial"/>
                <a:ea typeface="Arial"/>
                <a:cs typeface="Arial"/>
              </a:defRPr>
            </a:lvl3pPr>
            <a:lvl4pPr>
              <a:defRPr sz="1500" b="1">
                <a:solidFill>
                  <a:srgbClr val="087E72"/>
                </a:solidFill>
                <a:latin typeface="Arial"/>
                <a:ea typeface="Arial"/>
                <a:cs typeface="Arial"/>
              </a:defRPr>
            </a:lvl4pPr>
            <a:lvl5pPr>
              <a:defRPr sz="1500" b="1">
                <a:solidFill>
                  <a:srgbClr val="087E72"/>
                </a:solidFill>
                <a:latin typeface="Arial"/>
                <a:ea typeface="Arial"/>
                <a:cs typeface="Arial"/>
              </a:defRPr>
            </a:lvl5pPr>
            <a:lvl6pPr>
              <a:defRPr sz="1500" b="1">
                <a:solidFill>
                  <a:srgbClr val="087E72"/>
                </a:solidFill>
                <a:latin typeface="Arial"/>
                <a:ea typeface="Arial"/>
                <a:cs typeface="Arial"/>
              </a:defRPr>
            </a:lvl6pPr>
            <a:lvl7pPr>
              <a:defRPr sz="1500" b="1">
                <a:solidFill>
                  <a:srgbClr val="087E72"/>
                </a:solidFill>
                <a:latin typeface="Arial"/>
                <a:ea typeface="Arial"/>
                <a:cs typeface="Arial"/>
              </a:defRPr>
            </a:lvl7pPr>
            <a:lvl8pPr>
              <a:defRPr sz="1500" b="1">
                <a:solidFill>
                  <a:srgbClr val="087E72"/>
                </a:solidFill>
                <a:latin typeface="Arial"/>
                <a:ea typeface="Arial"/>
                <a:cs typeface="Arial"/>
              </a:defRPr>
            </a:lvl8pPr>
            <a:lvl9pPr>
              <a:defRPr sz="1500" b="1">
                <a:solidFill>
                  <a:srgbClr val="087E72"/>
                </a:solidFill>
                <a:latin typeface="Arial"/>
                <a:ea typeface="Arial"/>
                <a:cs typeface="Arial"/>
              </a:defRPr>
            </a:lvl9pPr>
          </a:lstStyle>
          <a:p xmlns:a="http://schemas.openxmlformats.org/drawingml/2006/main">
            <a:pPr>
              <a:defRPr sz="1500" b="1">
                <a:solidFill>
                  <a:srgbClr val="087E72"/>
                </a:solidFill>
                <a:latin typeface="Arial"/>
                <a:ea typeface="Arial"/>
                <a:cs typeface="Arial"/>
              </a:defRPr>
            </a:pPr>
            <a:r>
              <a:rPr sz="1500" b="1">
                <a:solidFill>
                  <a:srgbClr val="087E72"/>
                </a:solidFill>
                <a:latin typeface="Arial"/>
                <a:ea typeface="Arial"/>
                <a:cs typeface="Arial"/>
              </a:rPr>
              <a:t>ROI assay belum dihitung: perlu penawaran biaya dan kinerja laboratorium.</a:t>
            </a:r>
          </a:p>
        </p:txBody>
      </p:sp>
    </p:spTree>
    <p:extLst>
      <p:ext uri="{BB962C8B-B14F-4D97-AF65-F5344CB8AC3E}">
        <p14:creationId xmlns:p14="http://schemas.microsoft.com/office/powerpoint/2010/main" val="312622636"/>
      </p:ext>
    </p:extLst>
  </p:cSld>
</p:sld>
</file>

<file path=ppt/slides/slide8.xml><?xml version="1.0" encoding="utf-8"?>
<p:sld xmlns:p="http://schemas.openxmlformats.org/presentationml/2006/main">
  <p:cSld>
    <p:bg>
      <p:bgPr>
        <a:solidFill xmlns:a="http://schemas.openxmlformats.org/drawingml/2006/main">
          <a:srgbClr val="F4F7F3"/>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F1FAA19-5C73-40B2-8797-031169EA54BB}"/>
              </a:ext>
            </a:extLst>
          </p:cNvPr>
          <p:cNvSpPr>
            <a:spLocks xmlns:a="http://schemas.openxmlformats.org/drawingml/2006/main" noGrp="1"/>
          </p:cNvSpPr>
          <p:nvPr/>
        </p:nvSpPr>
        <p:spPr>
          <a:xfrm xmlns:a="http://schemas.openxmlformats.org/drawingml/2006/main">
            <a:off x="685800" y="333375"/>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19050" rIns="19050" bIns="19050" anchor="ctr">
            <a:normAutofit fontScale="100000"/>
          </a:bodyPr>
          <a:lstStyle xmlns:a="http://schemas.openxmlformats.org/drawingml/2006/main">
            <a:defPPr>
              <a:defRPr sz="1200" b="1">
                <a:solidFill>
                  <a:srgbClr val="087E72"/>
                </a:solidFill>
                <a:latin typeface="Arial"/>
                <a:ea typeface="Arial"/>
                <a:cs typeface="Arial"/>
              </a:defRPr>
            </a:defPPr>
            <a:lvl1pPr>
              <a:defRPr sz="1200" b="1">
                <a:solidFill>
                  <a:srgbClr val="087E72"/>
                </a:solidFill>
                <a:latin typeface="Arial"/>
                <a:ea typeface="Arial"/>
                <a:cs typeface="Arial"/>
              </a:defRPr>
            </a:lvl1pPr>
            <a:lvl2pPr>
              <a:defRPr sz="1200" b="1">
                <a:solidFill>
                  <a:srgbClr val="087E72"/>
                </a:solidFill>
                <a:latin typeface="Arial"/>
                <a:ea typeface="Arial"/>
                <a:cs typeface="Arial"/>
              </a:defRPr>
            </a:lvl2pPr>
            <a:lvl3pPr>
              <a:defRPr sz="1200" b="1">
                <a:solidFill>
                  <a:srgbClr val="087E72"/>
                </a:solidFill>
                <a:latin typeface="Arial"/>
                <a:ea typeface="Arial"/>
                <a:cs typeface="Arial"/>
              </a:defRPr>
            </a:lvl3pPr>
            <a:lvl4pPr>
              <a:defRPr sz="1200" b="1">
                <a:solidFill>
                  <a:srgbClr val="087E72"/>
                </a:solidFill>
                <a:latin typeface="Arial"/>
                <a:ea typeface="Arial"/>
                <a:cs typeface="Arial"/>
              </a:defRPr>
            </a:lvl4pPr>
            <a:lvl5pPr>
              <a:defRPr sz="1200" b="1">
                <a:solidFill>
                  <a:srgbClr val="087E72"/>
                </a:solidFill>
                <a:latin typeface="Arial"/>
                <a:ea typeface="Arial"/>
                <a:cs typeface="Arial"/>
              </a:defRPr>
            </a:lvl5pPr>
            <a:lvl6pPr>
              <a:defRPr sz="1200" b="1">
                <a:solidFill>
                  <a:srgbClr val="087E72"/>
                </a:solidFill>
                <a:latin typeface="Arial"/>
                <a:ea typeface="Arial"/>
                <a:cs typeface="Arial"/>
              </a:defRPr>
            </a:lvl6pPr>
            <a:lvl7pPr>
              <a:defRPr sz="1200" b="1">
                <a:solidFill>
                  <a:srgbClr val="087E72"/>
                </a:solidFill>
                <a:latin typeface="Arial"/>
                <a:ea typeface="Arial"/>
                <a:cs typeface="Arial"/>
              </a:defRPr>
            </a:lvl7pPr>
            <a:lvl8pPr>
              <a:defRPr sz="1200" b="1">
                <a:solidFill>
                  <a:srgbClr val="087E72"/>
                </a:solidFill>
                <a:latin typeface="Arial"/>
                <a:ea typeface="Arial"/>
                <a:cs typeface="Arial"/>
              </a:defRPr>
            </a:lvl8pPr>
            <a:lvl9pPr>
              <a:defRPr sz="1200" b="1">
                <a:solidFill>
                  <a:srgbClr val="087E72"/>
                </a:solidFill>
                <a:latin typeface="Arial"/>
                <a:ea typeface="Arial"/>
                <a:cs typeface="Arial"/>
              </a:defRPr>
            </a:lvl9pPr>
          </a:lstStyle>
          <a:p xmlns:a="http://schemas.openxmlformats.org/drawingml/2006/main">
            <a:pPr>
              <a:defRPr sz="1200" b="1">
                <a:solidFill>
                  <a:srgbClr val="087E72"/>
                </a:solidFill>
                <a:latin typeface="Arial"/>
                <a:ea typeface="Arial"/>
                <a:cs typeface="Arial"/>
              </a:defRPr>
            </a:pPr>
            <a:r>
              <a:rPr sz="1200" b="1">
                <a:solidFill>
                  <a:srgbClr val="087E72"/>
                </a:solidFill>
                <a:latin typeface="Arial"/>
                <a:ea typeface="Arial"/>
                <a:cs typeface="Arial"/>
              </a:rPr>
              <a:t>KOMPETISI · PETA KUALITATIF 2 × 2</a:t>
            </a:r>
          </a:p>
        </p:txBody>
      </p:sp>
      <p:sp>
        <p:nvSpPr>
          <p:cNvPr id="2" name="">
            <a:extLst xmlns:a="http://schemas.openxmlformats.org/drawingml/2006/main">
              <a:ext uri="{FF2B5EF4-FFF2-40B4-BE49-F238E27FC236}">
                <a16:creationId xmlns:a16="http://schemas.microsoft.com/office/drawing/2014/main" id="{02FDD926-2D89-453B-B17E-3C23589F7EEB}"/>
              </a:ext>
            </a:extLst>
          </p:cNvPr>
          <p:cNvSpPr>
            <a:spLocks xmlns:a="http://schemas.openxmlformats.org/drawingml/2006/main" noGrp="1"/>
          </p:cNvSpPr>
          <p:nvPr/>
        </p:nvSpPr>
        <p:spPr>
          <a:xfrm xmlns:a="http://schemas.openxmlformats.org/drawingml/2006/main">
            <a:off x="685800" y="733425"/>
            <a:ext cx="10668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19050" rIns="19050" bIns="19050" anchor="ctr">
            <a:normAutofit fontScale="100000"/>
          </a:bodyPr>
          <a:lstStyle xmlns:a="http://schemas.openxmlformats.org/drawingml/2006/main">
            <a:defPPr>
              <a:defRPr sz="3300" b="1">
                <a:solidFill>
                  <a:srgbClr val="16333A"/>
                </a:solidFill>
                <a:latin typeface="Arial"/>
                <a:ea typeface="Arial"/>
                <a:cs typeface="Arial"/>
              </a:defRPr>
            </a:defPPr>
            <a:lvl1pPr>
              <a:defRPr sz="3300" b="1">
                <a:solidFill>
                  <a:srgbClr val="16333A"/>
                </a:solidFill>
                <a:latin typeface="Arial"/>
                <a:ea typeface="Arial"/>
                <a:cs typeface="Arial"/>
              </a:defRPr>
            </a:lvl1pPr>
            <a:lvl2pPr>
              <a:defRPr sz="3300" b="1">
                <a:solidFill>
                  <a:srgbClr val="16333A"/>
                </a:solidFill>
                <a:latin typeface="Arial"/>
                <a:ea typeface="Arial"/>
                <a:cs typeface="Arial"/>
              </a:defRPr>
            </a:lvl2pPr>
            <a:lvl3pPr>
              <a:defRPr sz="3300" b="1">
                <a:solidFill>
                  <a:srgbClr val="16333A"/>
                </a:solidFill>
                <a:latin typeface="Arial"/>
                <a:ea typeface="Arial"/>
                <a:cs typeface="Arial"/>
              </a:defRPr>
            </a:lvl3pPr>
            <a:lvl4pPr>
              <a:defRPr sz="3300" b="1">
                <a:solidFill>
                  <a:srgbClr val="16333A"/>
                </a:solidFill>
                <a:latin typeface="Arial"/>
                <a:ea typeface="Arial"/>
                <a:cs typeface="Arial"/>
              </a:defRPr>
            </a:lvl4pPr>
            <a:lvl5pPr>
              <a:defRPr sz="3300" b="1">
                <a:solidFill>
                  <a:srgbClr val="16333A"/>
                </a:solidFill>
                <a:latin typeface="Arial"/>
                <a:ea typeface="Arial"/>
                <a:cs typeface="Arial"/>
              </a:defRPr>
            </a:lvl5pPr>
            <a:lvl6pPr>
              <a:defRPr sz="3300" b="1">
                <a:solidFill>
                  <a:srgbClr val="16333A"/>
                </a:solidFill>
                <a:latin typeface="Arial"/>
                <a:ea typeface="Arial"/>
                <a:cs typeface="Arial"/>
              </a:defRPr>
            </a:lvl6pPr>
            <a:lvl7pPr>
              <a:defRPr sz="3300" b="1">
                <a:solidFill>
                  <a:srgbClr val="16333A"/>
                </a:solidFill>
                <a:latin typeface="Arial"/>
                <a:ea typeface="Arial"/>
                <a:cs typeface="Arial"/>
              </a:defRPr>
            </a:lvl7pPr>
            <a:lvl8pPr>
              <a:defRPr sz="3300" b="1">
                <a:solidFill>
                  <a:srgbClr val="16333A"/>
                </a:solidFill>
                <a:latin typeface="Arial"/>
                <a:ea typeface="Arial"/>
                <a:cs typeface="Arial"/>
              </a:defRPr>
            </a:lvl8pPr>
            <a:lvl9pPr>
              <a:defRPr sz="3300" b="1">
                <a:solidFill>
                  <a:srgbClr val="16333A"/>
                </a:solidFill>
                <a:latin typeface="Arial"/>
                <a:ea typeface="Arial"/>
                <a:cs typeface="Arial"/>
              </a:defRPr>
            </a:lvl9pPr>
          </a:lstStyle>
          <a:p xmlns:a="http://schemas.openxmlformats.org/drawingml/2006/main">
            <a:pPr>
              <a:defRPr sz="3300" b="1">
                <a:solidFill>
                  <a:srgbClr val="16333A"/>
                </a:solidFill>
                <a:latin typeface="Arial"/>
                <a:ea typeface="Arial"/>
                <a:cs typeface="Arial"/>
              </a:defRPr>
            </a:pPr>
            <a:r>
              <a:rPr sz="3300" b="1">
                <a:solidFill>
                  <a:srgbClr val="16333A"/>
                </a:solidFill>
                <a:latin typeface="Arial"/>
                <a:ea typeface="Arial"/>
                <a:cs typeface="Arial"/>
              </a:rPr>
              <a:t>Alternatif desain dan penggunaan</a:t>
            </a:r>
          </a:p>
        </p:txBody>
      </p:sp>
      <p:sp>
        <p:nvSpPr>
          <p:cNvPr id="3" name="">
            <a:extLst xmlns:a="http://schemas.openxmlformats.org/drawingml/2006/main">
              <a:ext uri="{FF2B5EF4-FFF2-40B4-BE49-F238E27FC236}">
                <a16:creationId xmlns:a16="http://schemas.microsoft.com/office/drawing/2014/main" id="{83EC896C-3BAE-4D51-AFBD-EC7BA5BAB640}"/>
              </a:ext>
            </a:extLst>
          </p:cNvPr>
          <p:cNvSpPr>
            <a:spLocks xmlns:a="http://schemas.openxmlformats.org/drawingml/2006/main" noGrp="1"/>
          </p:cNvSpPr>
          <p:nvPr/>
        </p:nvSpPr>
        <p:spPr>
          <a:xfrm xmlns:a="http://schemas.openxmlformats.org/drawingml/2006/main">
            <a:off x="685800" y="6448425"/>
            <a:ext cx="9239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19050" rIns="19050" bIns="19050" anchor="ctr">
            <a:normAutofit fontScale="100000"/>
          </a:bodyPr>
          <a:lstStyle xmlns:a="http://schemas.openxmlformats.org/drawingml/2006/main">
            <a:defPPr>
              <a:defRPr sz="975" b="0">
                <a:solidFill>
                  <a:srgbClr val="5D7273"/>
                </a:solidFill>
                <a:latin typeface="Arial"/>
                <a:ea typeface="Arial"/>
                <a:cs typeface="Arial"/>
              </a:defRPr>
            </a:defPPr>
            <a:lvl1pPr>
              <a:defRPr sz="975" b="0">
                <a:solidFill>
                  <a:srgbClr val="5D7273"/>
                </a:solidFill>
                <a:latin typeface="Arial"/>
                <a:ea typeface="Arial"/>
                <a:cs typeface="Arial"/>
              </a:defRPr>
            </a:lvl1pPr>
            <a:lvl2pPr>
              <a:defRPr sz="975" b="0">
                <a:solidFill>
                  <a:srgbClr val="5D7273"/>
                </a:solidFill>
                <a:latin typeface="Arial"/>
                <a:ea typeface="Arial"/>
                <a:cs typeface="Arial"/>
              </a:defRPr>
            </a:lvl2pPr>
            <a:lvl3pPr>
              <a:defRPr sz="975" b="0">
                <a:solidFill>
                  <a:srgbClr val="5D7273"/>
                </a:solidFill>
                <a:latin typeface="Arial"/>
                <a:ea typeface="Arial"/>
                <a:cs typeface="Arial"/>
              </a:defRPr>
            </a:lvl3pPr>
            <a:lvl4pPr>
              <a:defRPr sz="975" b="0">
                <a:solidFill>
                  <a:srgbClr val="5D7273"/>
                </a:solidFill>
                <a:latin typeface="Arial"/>
                <a:ea typeface="Arial"/>
                <a:cs typeface="Arial"/>
              </a:defRPr>
            </a:lvl4pPr>
            <a:lvl5pPr>
              <a:defRPr sz="975" b="0">
                <a:solidFill>
                  <a:srgbClr val="5D7273"/>
                </a:solidFill>
                <a:latin typeface="Arial"/>
                <a:ea typeface="Arial"/>
                <a:cs typeface="Arial"/>
              </a:defRPr>
            </a:lvl5pPr>
            <a:lvl6pPr>
              <a:defRPr sz="975" b="0">
                <a:solidFill>
                  <a:srgbClr val="5D7273"/>
                </a:solidFill>
                <a:latin typeface="Arial"/>
                <a:ea typeface="Arial"/>
                <a:cs typeface="Arial"/>
              </a:defRPr>
            </a:lvl6pPr>
            <a:lvl7pPr>
              <a:defRPr sz="975" b="0">
                <a:solidFill>
                  <a:srgbClr val="5D7273"/>
                </a:solidFill>
                <a:latin typeface="Arial"/>
                <a:ea typeface="Arial"/>
                <a:cs typeface="Arial"/>
              </a:defRPr>
            </a:lvl7pPr>
            <a:lvl8pPr>
              <a:defRPr sz="975" b="0">
                <a:solidFill>
                  <a:srgbClr val="5D7273"/>
                </a:solidFill>
                <a:latin typeface="Arial"/>
                <a:ea typeface="Arial"/>
                <a:cs typeface="Arial"/>
              </a:defRPr>
            </a:lvl8pPr>
            <a:lvl9pPr>
              <a:defRPr sz="975" b="0">
                <a:solidFill>
                  <a:srgbClr val="5D7273"/>
                </a:solidFill>
                <a:latin typeface="Arial"/>
                <a:ea typeface="Arial"/>
                <a:cs typeface="Arial"/>
              </a:defRPr>
            </a:lvl9pPr>
          </a:lstStyle>
          <a:p xmlns:a="http://schemas.openxmlformats.org/drawingml/2006/main">
            <a:pPr>
              <a:defRPr sz="975" b="0">
                <a:solidFill>
                  <a:srgbClr val="5D7273"/>
                </a:solidFill>
                <a:latin typeface="Arial"/>
                <a:ea typeface="Arial"/>
                <a:cs typeface="Arial"/>
              </a:defRPr>
            </a:pPr>
            <a:r>
              <a:rPr sz="975" b="0">
                <a:solidFill>
                  <a:srgbClr val="5D7273"/>
                </a:solidFill>
                <a:latin typeface="Arial"/>
                <a:ea typeface="Arial"/>
                <a:cs typeface="Arial"/>
              </a:rPr>
              <a:t>EXASTRA · GENOHACK 2026 · RISET KOMPUTASIONAL</a:t>
            </a:r>
          </a:p>
        </p:txBody>
      </p:sp>
      <p:sp>
        <p:nvSpPr>
          <p:cNvPr id="4" name="">
            <a:extLst xmlns:a="http://schemas.openxmlformats.org/drawingml/2006/main">
              <a:ext uri="{FF2B5EF4-FFF2-40B4-BE49-F238E27FC236}">
                <a16:creationId xmlns:a16="http://schemas.microsoft.com/office/drawing/2014/main" id="{5093CAD3-85D8-4879-8337-2FB90191E9C3}"/>
              </a:ext>
            </a:extLst>
          </p:cNvPr>
          <p:cNvSpPr>
            <a:spLocks xmlns:a="http://schemas.openxmlformats.org/drawingml/2006/main" noGrp="1"/>
          </p:cNvSpPr>
          <p:nvPr/>
        </p:nvSpPr>
        <p:spPr>
          <a:xfrm xmlns:a="http://schemas.openxmlformats.org/drawingml/2006/main">
            <a:off x="11125200" y="6448425"/>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19050" rIns="19050" bIns="19050" anchor="ctr">
            <a:normAutofit fontScale="100000"/>
          </a:bodyPr>
          <a:lstStyle xmlns:a="http://schemas.openxmlformats.org/drawingml/2006/main">
            <a:defPPr>
              <a:defRPr sz="1050" b="1">
                <a:solidFill>
                  <a:srgbClr val="5D7273"/>
                </a:solidFill>
                <a:latin typeface="Arial"/>
                <a:ea typeface="Arial"/>
                <a:cs typeface="Arial"/>
              </a:defRPr>
            </a:defPPr>
            <a:lvl1pPr>
              <a:defRPr sz="1050" b="1">
                <a:solidFill>
                  <a:srgbClr val="5D7273"/>
                </a:solidFill>
                <a:latin typeface="Arial"/>
                <a:ea typeface="Arial"/>
                <a:cs typeface="Arial"/>
              </a:defRPr>
            </a:lvl1pPr>
            <a:lvl2pPr>
              <a:defRPr sz="1050" b="1">
                <a:solidFill>
                  <a:srgbClr val="5D7273"/>
                </a:solidFill>
                <a:latin typeface="Arial"/>
                <a:ea typeface="Arial"/>
                <a:cs typeface="Arial"/>
              </a:defRPr>
            </a:lvl2pPr>
            <a:lvl3pPr>
              <a:defRPr sz="1050" b="1">
                <a:solidFill>
                  <a:srgbClr val="5D7273"/>
                </a:solidFill>
                <a:latin typeface="Arial"/>
                <a:ea typeface="Arial"/>
                <a:cs typeface="Arial"/>
              </a:defRPr>
            </a:lvl3pPr>
            <a:lvl4pPr>
              <a:defRPr sz="1050" b="1">
                <a:solidFill>
                  <a:srgbClr val="5D7273"/>
                </a:solidFill>
                <a:latin typeface="Arial"/>
                <a:ea typeface="Arial"/>
                <a:cs typeface="Arial"/>
              </a:defRPr>
            </a:lvl4pPr>
            <a:lvl5pPr>
              <a:defRPr sz="1050" b="1">
                <a:solidFill>
                  <a:srgbClr val="5D7273"/>
                </a:solidFill>
                <a:latin typeface="Arial"/>
                <a:ea typeface="Arial"/>
                <a:cs typeface="Arial"/>
              </a:defRPr>
            </a:lvl5pPr>
            <a:lvl6pPr>
              <a:defRPr sz="1050" b="1">
                <a:solidFill>
                  <a:srgbClr val="5D7273"/>
                </a:solidFill>
                <a:latin typeface="Arial"/>
                <a:ea typeface="Arial"/>
                <a:cs typeface="Arial"/>
              </a:defRPr>
            </a:lvl6pPr>
            <a:lvl7pPr>
              <a:defRPr sz="1050" b="1">
                <a:solidFill>
                  <a:srgbClr val="5D7273"/>
                </a:solidFill>
                <a:latin typeface="Arial"/>
                <a:ea typeface="Arial"/>
                <a:cs typeface="Arial"/>
              </a:defRPr>
            </a:lvl7pPr>
            <a:lvl8pPr>
              <a:defRPr sz="1050" b="1">
                <a:solidFill>
                  <a:srgbClr val="5D7273"/>
                </a:solidFill>
                <a:latin typeface="Arial"/>
                <a:ea typeface="Arial"/>
                <a:cs typeface="Arial"/>
              </a:defRPr>
            </a:lvl8pPr>
            <a:lvl9pPr>
              <a:defRPr sz="1050" b="1">
                <a:solidFill>
                  <a:srgbClr val="5D7273"/>
                </a:solidFill>
                <a:latin typeface="Arial"/>
                <a:ea typeface="Arial"/>
                <a:cs typeface="Arial"/>
              </a:defRPr>
            </a:lvl9pPr>
          </a:lstStyle>
          <a:p xmlns:a="http://schemas.openxmlformats.org/drawingml/2006/main">
            <a:pPr>
              <a:defRPr sz="1050" b="1">
                <a:solidFill>
                  <a:srgbClr val="5D7273"/>
                </a:solidFill>
                <a:latin typeface="Arial"/>
                <a:ea typeface="Arial"/>
                <a:cs typeface="Arial"/>
              </a:defRPr>
            </a:pPr>
            <a:r>
              <a:rPr sz="1050" b="1">
                <a:solidFill>
                  <a:srgbClr val="5D7273"/>
                </a:solidFill>
                <a:latin typeface="Arial"/>
                <a:ea typeface="Arial"/>
                <a:cs typeface="Arial"/>
              </a:rPr>
              <a:t>08</a:t>
            </a:r>
          </a:p>
        </p:txBody>
      </p:sp>
      <p:graphicFrame>
        <p:nvGraphicFramePr>
          <p:cNvPr id="5" name="">
            <a:extLst xmlns:a="http://schemas.openxmlformats.org/drawingml/2006/main">
              <a:ext uri="{FF2B5EF4-FFF2-40B4-BE49-F238E27FC236}">
                <a16:creationId xmlns:a16="http://schemas.microsoft.com/office/drawing/2014/main" id="{78C51F57-D90E-45CF-A793-7D6D9D44ECEF}"/>
              </a:ext>
            </a:extLst>
          </p:cNvPr>
          <p:cNvGraphicFramePr/>
          <p:nvPr/>
        </p:nvGraphicFramePr>
        <p:xfrm>
          <a:off xmlns:a="http://schemas.openxmlformats.org/drawingml/2006/main" x="762000" y="2000250"/>
          <a:ext xmlns:a="http://schemas.openxmlformats.org/drawingml/2006/main" cx="10668000" cy="3143250"/>
        </p:xfrm>
        <a:graphic xmlns:a="http://schemas.openxmlformats.org/drawingml/2006/main">
          <a:graphicData uri="http://schemas.openxmlformats.org/drawingml/2006/table">
            <a:tbl>
              <a:tblPr/>
              <a:tblGrid>
                <a:gridCol w="2476500"/>
                <a:gridCol w="3905250"/>
                <a:gridCol w="4286250"/>
              </a:tblGrid>
              <a:tr h="647700">
                <a:tc>
                  <a:txBody>
                    <a:bodyPr wrap="square"/>
                    <a:lstStyle/>
                    <a:p>
                      <a:r>
                        <a:rPr sz="1650" b="1">
                          <a:solidFill>
                            <a:srgbClr val="FFFFFF"/>
                          </a:solidFill>
                          <a:latin typeface="Arial"/>
                          <a:ea typeface="Arial"/>
                          <a:cs typeface="Arial"/>
                        </a:rPr>
                        <a:t>Target desain</a:t>
                      </a:r>
                    </a:p>
                  </a:txBody>
                  <a:tcPr marL="91440" marR="91440" marT="45720" marB="45720">
                    <a:lnL w="9525">
                      <a:solidFill>
                        <a:srgbClr val="D8E4DE"/>
                      </a:solidFill>
                      <a:prstDash val="solid"/>
                    </a:lnL>
                    <a:lnR w="9525">
                      <a:solidFill>
                        <a:srgbClr val="D8E4DE"/>
                      </a:solidFill>
                      <a:prstDash val="solid"/>
                    </a:lnR>
                    <a:lnT w="9525">
                      <a:solidFill>
                        <a:srgbClr val="D8E4DE"/>
                      </a:solidFill>
                      <a:prstDash val="solid"/>
                    </a:lnT>
                    <a:lnB w="9525">
                      <a:solidFill>
                        <a:srgbClr val="D8E4DE"/>
                      </a:solidFill>
                      <a:prstDash val="solid"/>
                    </a:lnB>
                    <a:solidFill>
                      <a:srgbClr val="087E72"/>
                    </a:solidFill>
                  </a:tcPr>
                </a:tc>
                <a:tc>
                  <a:txBody>
                    <a:bodyPr wrap="square"/>
                    <a:lstStyle/>
                    <a:p>
                      <a:r>
                        <a:rPr sz="1650" b="1">
                          <a:solidFill>
                            <a:srgbClr val="FFFFFF"/>
                          </a:solidFill>
                          <a:latin typeface="Arial"/>
                          <a:ea typeface="Arial"/>
                          <a:cs typeface="Arial"/>
                        </a:rPr>
                        <a:t>Marker banyak</a:t>
                      </a:r>
                    </a:p>
                  </a:txBody>
                  <a:tcPr marL="91440" marR="91440" marT="45720" marB="45720">
                    <a:lnR w="9525">
                      <a:solidFill>
                        <a:srgbClr val="D8E4DE"/>
                      </a:solidFill>
                      <a:prstDash val="solid"/>
                    </a:lnR>
                    <a:lnT w="9525">
                      <a:solidFill>
                        <a:srgbClr val="D8E4DE"/>
                      </a:solidFill>
                      <a:prstDash val="solid"/>
                    </a:lnT>
                    <a:lnB w="9525">
                      <a:solidFill>
                        <a:srgbClr val="D8E4DE"/>
                      </a:solidFill>
                      <a:prstDash val="solid"/>
                    </a:lnB>
                    <a:solidFill>
                      <a:srgbClr val="087E72"/>
                    </a:solidFill>
                  </a:tcPr>
                </a:tc>
                <a:tc>
                  <a:txBody>
                    <a:bodyPr wrap="square"/>
                    <a:lstStyle/>
                    <a:p>
                      <a:r>
                        <a:rPr sz="1650" b="1">
                          <a:solidFill>
                            <a:srgbClr val="FFFFFF"/>
                          </a:solidFill>
                          <a:latin typeface="Arial"/>
                          <a:ea typeface="Arial"/>
                          <a:cs typeface="Arial"/>
                        </a:rPr>
                        <a:t>Marker sedikit / nol</a:t>
                      </a:r>
                    </a:p>
                  </a:txBody>
                  <a:tcPr marL="91440" marR="91440" marT="45720" marB="45720">
                    <a:lnR w="9525">
                      <a:solidFill>
                        <a:srgbClr val="D8E4DE"/>
                      </a:solidFill>
                      <a:prstDash val="solid"/>
                    </a:lnR>
                    <a:lnT w="9525">
                      <a:solidFill>
                        <a:srgbClr val="D8E4DE"/>
                      </a:solidFill>
                      <a:prstDash val="solid"/>
                    </a:lnT>
                    <a:lnB w="9525">
                      <a:solidFill>
                        <a:srgbClr val="D8E4DE"/>
                      </a:solidFill>
                      <a:prstDash val="solid"/>
                    </a:lnB>
                    <a:solidFill>
                      <a:srgbClr val="087E72"/>
                    </a:solidFill>
                  </a:tcPr>
                </a:tc>
              </a:tr>
              <a:tr h="1247775">
                <a:tc>
                  <a:txBody>
                    <a:bodyPr wrap="square"/>
                    <a:lstStyle/>
                    <a:p>
                      <a:r>
                        <a:rPr sz="1650" b="0">
                          <a:solidFill>
                            <a:srgbClr val="16333A"/>
                          </a:solidFill>
                          <a:latin typeface="Arial"/>
                          <a:ea typeface="Arial"/>
                          <a:cs typeface="Arial"/>
                        </a:rPr>
                        <a:t>Genetik umum</a:t>
                      </a:r>
                    </a:p>
                  </a:txBody>
                  <a:tcPr marL="91440" marR="91440" marT="45720" marB="45720">
                    <a:lnL w="9525">
                      <a:solidFill>
                        <a:srgbClr val="D8E4DE"/>
                      </a:solidFill>
                      <a:prstDash val="solid"/>
                    </a:lnL>
                    <a:lnR w="9525">
                      <a:solidFill>
                        <a:srgbClr val="D8E4DE"/>
                      </a:solidFill>
                      <a:prstDash val="solid"/>
                    </a:lnR>
                    <a:lnB w="9525">
                      <a:solidFill>
                        <a:srgbClr val="D8E4DE"/>
                      </a:solidFill>
                      <a:prstDash val="solid"/>
                    </a:lnB>
                    <a:solidFill>
                      <a:srgbClr val="FFFFFF"/>
                    </a:solidFill>
                  </a:tcPr>
                </a:tc>
                <a:tc>
                  <a:txBody>
                    <a:bodyPr wrap="square"/>
                    <a:lstStyle/>
                    <a:p>
                      <a:r>
                        <a:rPr sz="1650" b="0">
                          <a:solidFill>
                            <a:srgbClr val="16333A"/>
                          </a:solidFill>
                          <a:latin typeface="Arial"/>
                          <a:ea typeface="Arial"/>
                          <a:cs typeface="Arial"/>
                        </a:rPr>
                        <a:t>Chip genome-wide</a:t>
                      </a:r>
                    </a:p>
                    <a:p>
                      <a:r>
                        <a:rPr sz="1650" b="0">
                          <a:solidFill>
                            <a:srgbClr val="16333A"/>
                          </a:solidFill>
                          <a:latin typeface="Arial"/>
                          <a:ea typeface="Arial"/>
                          <a:cs typeface="Arial"/>
                        </a:rPr>
                        <a:t>BovineSNP50</a:t>
                      </a:r>
                    </a:p>
                  </a:txBody>
                  <a:tcPr marL="91440" marR="91440" marT="45720" marB="45720">
                    <a:lnR w="9525">
                      <a:solidFill>
                        <a:srgbClr val="D8E4DE"/>
                      </a:solidFill>
                      <a:prstDash val="solid"/>
                    </a:lnR>
                    <a:lnB w="9525">
                      <a:solidFill>
                        <a:srgbClr val="D8E4DE"/>
                      </a:solidFill>
                      <a:prstDash val="solid"/>
                    </a:lnB>
                    <a:solidFill>
                      <a:srgbClr val="FFFFFF"/>
                    </a:solidFill>
                  </a:tcPr>
                </a:tc>
                <a:tc>
                  <a:txBody>
                    <a:bodyPr wrap="square"/>
                    <a:lstStyle/>
                    <a:p>
                      <a:r>
                        <a:rPr sz="1650" b="0">
                          <a:solidFill>
                            <a:srgbClr val="16333A"/>
                          </a:solidFill>
                          <a:latin typeface="Arial"/>
                          <a:ea typeface="Arial"/>
                          <a:cs typeface="Arial"/>
                        </a:rPr>
                        <a:t>Parentage: tugas pedigree</a:t>
                      </a:r>
                    </a:p>
                    <a:p>
                      <a:r>
                        <a:rPr sz="1650" b="0">
                          <a:solidFill>
                            <a:srgbClr val="16333A"/>
                          </a:solidFill>
                          <a:latin typeface="Arial"/>
                          <a:ea typeface="Arial"/>
                          <a:cs typeface="Arial"/>
                        </a:rPr>
                        <a:t>(validasi berbeda)</a:t>
                      </a:r>
                    </a:p>
                  </a:txBody>
                  <a:tcPr marL="91440" marR="91440" marT="45720" marB="45720">
                    <a:lnR w="9525">
                      <a:solidFill>
                        <a:srgbClr val="D8E4DE"/>
                      </a:solidFill>
                      <a:prstDash val="solid"/>
                    </a:lnR>
                    <a:lnB w="9525">
                      <a:solidFill>
                        <a:srgbClr val="D8E4DE"/>
                      </a:solidFill>
                      <a:prstDash val="solid"/>
                    </a:lnB>
                    <a:solidFill>
                      <a:srgbClr val="FFFFFF"/>
                    </a:solidFill>
                  </a:tcPr>
                </a:tc>
              </a:tr>
              <a:tr h="1247775">
                <a:tc>
                  <a:txBody>
                    <a:bodyPr wrap="square"/>
                    <a:lstStyle/>
                    <a:p>
                      <a:r>
                        <a:rPr sz="1650" b="0">
                          <a:solidFill>
                            <a:srgbClr val="16333A"/>
                          </a:solidFill>
                          <a:latin typeface="Arial"/>
                          <a:ea typeface="Arial"/>
                          <a:cs typeface="Arial"/>
                        </a:rPr>
                        <a:t>Bali / proyek khusus</a:t>
                      </a:r>
                    </a:p>
                  </a:txBody>
                  <a:tcPr marL="91440" marR="91440" marT="45720" marB="45720">
                    <a:lnL w="9525">
                      <a:solidFill>
                        <a:srgbClr val="D8E4DE"/>
                      </a:solidFill>
                      <a:prstDash val="solid"/>
                    </a:lnL>
                    <a:lnR w="9525">
                      <a:solidFill>
                        <a:srgbClr val="D8E4DE"/>
                      </a:solidFill>
                      <a:prstDash val="solid"/>
                    </a:lnR>
                    <a:lnB w="9525">
                      <a:solidFill>
                        <a:srgbClr val="D8E4DE"/>
                      </a:solidFill>
                      <a:prstDash val="solid"/>
                    </a:lnB>
                    <a:solidFill>
                      <a:srgbClr val="FFFFFF"/>
                    </a:solidFill>
                  </a:tcPr>
                </a:tc>
                <a:tc>
                  <a:txBody>
                    <a:bodyPr wrap="square"/>
                    <a:lstStyle/>
                    <a:p>
                      <a:r>
                        <a:rPr sz="1650" b="0">
                          <a:solidFill>
                            <a:srgbClr val="16333A"/>
                          </a:solidFill>
                          <a:latin typeface="Arial"/>
                          <a:ea typeface="Arial"/>
                          <a:cs typeface="Arial"/>
                        </a:rPr>
                        <a:t>Analisis genom</a:t>
                      </a:r>
                    </a:p>
                    <a:p>
                      <a:r>
                        <a:rPr sz="1650" b="0">
                          <a:solidFill>
                            <a:srgbClr val="16333A"/>
                          </a:solidFill>
                          <a:latin typeface="Arial"/>
                          <a:ea typeface="Arial"/>
                          <a:cs typeface="Arial"/>
                        </a:rPr>
                        <a:t>oleh peneliti</a:t>
                      </a:r>
                    </a:p>
                  </a:txBody>
                  <a:tcPr marL="91440" marR="91440" marT="45720" marB="45720">
                    <a:lnR w="9525">
                      <a:solidFill>
                        <a:srgbClr val="D8E4DE"/>
                      </a:solidFill>
                      <a:prstDash val="solid"/>
                    </a:lnR>
                    <a:lnB w="9525">
                      <a:solidFill>
                        <a:srgbClr val="D8E4DE"/>
                      </a:solidFill>
                      <a:prstDash val="solid"/>
                    </a:lnB>
                    <a:solidFill>
                      <a:srgbClr val="FFFFFF"/>
                    </a:solidFill>
                  </a:tcPr>
                </a:tc>
                <a:tc>
                  <a:txBody>
                    <a:bodyPr wrap="square"/>
                    <a:lstStyle/>
                    <a:p>
                      <a:r>
                        <a:rPr sz="1650" b="0">
                          <a:solidFill>
                            <a:srgbClr val="16333A"/>
                          </a:solidFill>
                          <a:latin typeface="Arial"/>
                          <a:ea typeface="Arial"/>
                          <a:cs typeface="Arial"/>
                        </a:rPr>
                        <a:t>BantengPanel: desain riset</a:t>
                      </a:r>
                    </a:p>
                    <a:p>
                      <a:r>
                        <a:rPr sz="1650" b="0">
                          <a:solidFill>
                            <a:srgbClr val="16333A"/>
                          </a:solidFill>
                          <a:latin typeface="Arial"/>
                          <a:ea typeface="Arial"/>
                          <a:cs typeface="Arial"/>
                        </a:rPr>
                        <a:t>Fenotipe: tanpa ancestry DNA</a:t>
                      </a:r>
                    </a:p>
                  </a:txBody>
                  <a:tcPr marL="91440" marR="91440" marT="45720" marB="45720">
                    <a:lnR w="9525">
                      <a:solidFill>
                        <a:srgbClr val="D8E4DE"/>
                      </a:solidFill>
                      <a:prstDash val="solid"/>
                    </a:lnR>
                    <a:lnB w="9525">
                      <a:solidFill>
                        <a:srgbClr val="D8E4DE"/>
                      </a:solidFill>
                      <a:prstDash val="solid"/>
                    </a:lnB>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A94F3A01-DB44-4987-979F-CA642180AEBE}"/>
              </a:ext>
            </a:extLst>
          </p:cNvPr>
          <p:cNvSpPr>
            <a:spLocks xmlns:a="http://schemas.openxmlformats.org/drawingml/2006/main" noGrp="1"/>
          </p:cNvSpPr>
          <p:nvPr/>
        </p:nvSpPr>
        <p:spPr>
          <a:xfrm xmlns:a="http://schemas.openxmlformats.org/drawingml/2006/main">
            <a:off x="762000" y="5410200"/>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19050" rIns="19050" bIns="19050" anchor="ctr">
            <a:normAutofit fontScale="100000"/>
          </a:bodyPr>
          <a:lstStyle xmlns:a="http://schemas.openxmlformats.org/drawingml/2006/main">
            <a:defPPr>
              <a:defRPr sz="1875" b="1">
                <a:solidFill>
                  <a:srgbClr val="087E72"/>
                </a:solidFill>
                <a:latin typeface="Arial"/>
                <a:ea typeface="Arial"/>
                <a:cs typeface="Arial"/>
              </a:defRPr>
            </a:defPPr>
            <a:lvl1pPr>
              <a:defRPr sz="1875" b="1">
                <a:solidFill>
                  <a:srgbClr val="087E72"/>
                </a:solidFill>
                <a:latin typeface="Arial"/>
                <a:ea typeface="Arial"/>
                <a:cs typeface="Arial"/>
              </a:defRPr>
            </a:lvl1pPr>
            <a:lvl2pPr>
              <a:defRPr sz="1875" b="1">
                <a:solidFill>
                  <a:srgbClr val="087E72"/>
                </a:solidFill>
                <a:latin typeface="Arial"/>
                <a:ea typeface="Arial"/>
                <a:cs typeface="Arial"/>
              </a:defRPr>
            </a:lvl2pPr>
            <a:lvl3pPr>
              <a:defRPr sz="1875" b="1">
                <a:solidFill>
                  <a:srgbClr val="087E72"/>
                </a:solidFill>
                <a:latin typeface="Arial"/>
                <a:ea typeface="Arial"/>
                <a:cs typeface="Arial"/>
              </a:defRPr>
            </a:lvl3pPr>
            <a:lvl4pPr>
              <a:defRPr sz="1875" b="1">
                <a:solidFill>
                  <a:srgbClr val="087E72"/>
                </a:solidFill>
                <a:latin typeface="Arial"/>
                <a:ea typeface="Arial"/>
                <a:cs typeface="Arial"/>
              </a:defRPr>
            </a:lvl4pPr>
            <a:lvl5pPr>
              <a:defRPr sz="1875" b="1">
                <a:solidFill>
                  <a:srgbClr val="087E72"/>
                </a:solidFill>
                <a:latin typeface="Arial"/>
                <a:ea typeface="Arial"/>
                <a:cs typeface="Arial"/>
              </a:defRPr>
            </a:lvl5pPr>
            <a:lvl6pPr>
              <a:defRPr sz="1875" b="1">
                <a:solidFill>
                  <a:srgbClr val="087E72"/>
                </a:solidFill>
                <a:latin typeface="Arial"/>
                <a:ea typeface="Arial"/>
                <a:cs typeface="Arial"/>
              </a:defRPr>
            </a:lvl6pPr>
            <a:lvl7pPr>
              <a:defRPr sz="1875" b="1">
                <a:solidFill>
                  <a:srgbClr val="087E72"/>
                </a:solidFill>
                <a:latin typeface="Arial"/>
                <a:ea typeface="Arial"/>
                <a:cs typeface="Arial"/>
              </a:defRPr>
            </a:lvl7pPr>
            <a:lvl8pPr>
              <a:defRPr sz="1875" b="1">
                <a:solidFill>
                  <a:srgbClr val="087E72"/>
                </a:solidFill>
                <a:latin typeface="Arial"/>
                <a:ea typeface="Arial"/>
                <a:cs typeface="Arial"/>
              </a:defRPr>
            </a:lvl8pPr>
            <a:lvl9pPr>
              <a:defRPr sz="1875" b="1">
                <a:solidFill>
                  <a:srgbClr val="087E72"/>
                </a:solidFill>
                <a:latin typeface="Arial"/>
                <a:ea typeface="Arial"/>
                <a:cs typeface="Arial"/>
              </a:defRPr>
            </a:lvl9pPr>
          </a:lstStyle>
          <a:p xmlns:a="http://schemas.openxmlformats.org/drawingml/2006/main">
            <a:pPr>
              <a:defRPr sz="1875" b="1">
                <a:solidFill>
                  <a:srgbClr val="087E72"/>
                </a:solidFill>
                <a:latin typeface="Arial"/>
                <a:ea typeface="Arial"/>
                <a:cs typeface="Arial"/>
              </a:defRPr>
            </a:pPr>
            <a:r>
              <a:rPr sz="1875" b="1">
                <a:solidFill>
                  <a:srgbClr val="087E72"/>
                </a:solidFill>
                <a:latin typeface="Arial"/>
                <a:ea typeface="Arial"/>
                <a:cs typeface="Arial"/>
              </a:rPr>
              <a:t>Diferensiasi yang diuji: panel riset yang mempertimbangkan referensi populasi dan menyimpan bukti per fold.</a:t>
            </a:r>
          </a:p>
        </p:txBody>
      </p:sp>
      <p:sp>
        <p:nvSpPr>
          <p:cNvPr id="7" name="">
            <a:extLst xmlns:a="http://schemas.openxmlformats.org/drawingml/2006/main">
              <a:ext uri="{FF2B5EF4-FFF2-40B4-BE49-F238E27FC236}">
                <a16:creationId xmlns:a16="http://schemas.microsoft.com/office/drawing/2014/main" id="{A7820F56-26BE-45A2-AB54-3477F8C44E45}"/>
              </a:ext>
            </a:extLst>
          </p:cNvPr>
          <p:cNvSpPr>
            <a:spLocks xmlns:a="http://schemas.openxmlformats.org/drawingml/2006/main" noGrp="1"/>
          </p:cNvSpPr>
          <p:nvPr/>
        </p:nvSpPr>
        <p:spPr>
          <a:xfrm xmlns:a="http://schemas.openxmlformats.org/drawingml/2006/main">
            <a:off x="762000" y="6057900"/>
            <a:ext cx="10382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19050" rIns="19050" bIns="19050" anchor="ctr">
            <a:normAutofit fontScale="100000"/>
          </a:bodyPr>
          <a:lstStyle xmlns:a="http://schemas.openxmlformats.org/drawingml/2006/main">
            <a:defPPr>
              <a:defRPr sz="1275" b="0">
                <a:solidFill>
                  <a:srgbClr val="5D7273"/>
                </a:solidFill>
                <a:latin typeface="Arial"/>
                <a:ea typeface="Arial"/>
                <a:cs typeface="Arial"/>
              </a:defRPr>
            </a:defPPr>
            <a:lvl1pPr>
              <a:defRPr sz="1275" b="0">
                <a:solidFill>
                  <a:srgbClr val="5D7273"/>
                </a:solidFill>
                <a:latin typeface="Arial"/>
                <a:ea typeface="Arial"/>
                <a:cs typeface="Arial"/>
              </a:defRPr>
            </a:lvl1pPr>
            <a:lvl2pPr>
              <a:defRPr sz="1275" b="0">
                <a:solidFill>
                  <a:srgbClr val="5D7273"/>
                </a:solidFill>
                <a:latin typeface="Arial"/>
                <a:ea typeface="Arial"/>
                <a:cs typeface="Arial"/>
              </a:defRPr>
            </a:lvl2pPr>
            <a:lvl3pPr>
              <a:defRPr sz="1275" b="0">
                <a:solidFill>
                  <a:srgbClr val="5D7273"/>
                </a:solidFill>
                <a:latin typeface="Arial"/>
                <a:ea typeface="Arial"/>
                <a:cs typeface="Arial"/>
              </a:defRPr>
            </a:lvl3pPr>
            <a:lvl4pPr>
              <a:defRPr sz="1275" b="0">
                <a:solidFill>
                  <a:srgbClr val="5D7273"/>
                </a:solidFill>
                <a:latin typeface="Arial"/>
                <a:ea typeface="Arial"/>
                <a:cs typeface="Arial"/>
              </a:defRPr>
            </a:lvl4pPr>
            <a:lvl5pPr>
              <a:defRPr sz="1275" b="0">
                <a:solidFill>
                  <a:srgbClr val="5D7273"/>
                </a:solidFill>
                <a:latin typeface="Arial"/>
                <a:ea typeface="Arial"/>
                <a:cs typeface="Arial"/>
              </a:defRPr>
            </a:lvl5pPr>
            <a:lvl6pPr>
              <a:defRPr sz="1275" b="0">
                <a:solidFill>
                  <a:srgbClr val="5D7273"/>
                </a:solidFill>
                <a:latin typeface="Arial"/>
                <a:ea typeface="Arial"/>
                <a:cs typeface="Arial"/>
              </a:defRPr>
            </a:lvl6pPr>
            <a:lvl7pPr>
              <a:defRPr sz="1275" b="0">
                <a:solidFill>
                  <a:srgbClr val="5D7273"/>
                </a:solidFill>
                <a:latin typeface="Arial"/>
                <a:ea typeface="Arial"/>
                <a:cs typeface="Arial"/>
              </a:defRPr>
            </a:lvl7pPr>
            <a:lvl8pPr>
              <a:defRPr sz="1275" b="0">
                <a:solidFill>
                  <a:srgbClr val="5D7273"/>
                </a:solidFill>
                <a:latin typeface="Arial"/>
                <a:ea typeface="Arial"/>
                <a:cs typeface="Arial"/>
              </a:defRPr>
            </a:lvl8pPr>
            <a:lvl9pPr>
              <a:defRPr sz="1275" b="0">
                <a:solidFill>
                  <a:srgbClr val="5D7273"/>
                </a:solidFill>
                <a:latin typeface="Arial"/>
                <a:ea typeface="Arial"/>
                <a:cs typeface="Arial"/>
              </a:defRPr>
            </a:lvl9pPr>
          </a:lstStyle>
          <a:p xmlns:a="http://schemas.openxmlformats.org/drawingml/2006/main">
            <a:pPr>
              <a:defRPr sz="1275" b="0">
                <a:solidFill>
                  <a:srgbClr val="5D7273"/>
                </a:solidFill>
                <a:latin typeface="Arial"/>
                <a:ea typeface="Arial"/>
                <a:cs typeface="Arial"/>
              </a:defRPr>
            </a:pPr>
            <a:r>
              <a:rPr sz="1275" b="0">
                <a:solidFill>
                  <a:srgbClr val="5D7273"/>
                </a:solidFill>
                <a:latin typeface="Arial"/>
                <a:ea typeface="Arial"/>
                <a:cs typeface="Arial"/>
              </a:rPr>
              <a:t>Tidak ada klaim harga pesaing, kesetaraan tugas parentage, atau assay lebih murah.</a:t>
            </a:r>
          </a:p>
        </p:txBody>
      </p:sp>
    </p:spTree>
    <p:extLst>
      <p:ext uri="{BB962C8B-B14F-4D97-AF65-F5344CB8AC3E}">
        <p14:creationId xmlns:p14="http://schemas.microsoft.com/office/powerpoint/2010/main" val="2034811243"/>
      </p:ext>
    </p:extLst>
  </p:cSld>
</p:sld>
</file>

<file path=ppt/slides/slide9.xml><?xml version="1.0" encoding="utf-8"?>
<p:sld xmlns:p="http://schemas.openxmlformats.org/presentationml/2006/main">
  <p:cSld>
    <p:bg>
      <p:bgPr>
        <a:solidFill xmlns:a="http://schemas.openxmlformats.org/drawingml/2006/main">
          <a:srgbClr val="F4F7F3"/>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9F029A4A-AE48-46D5-A73E-3EC10FBE04C0}"/>
              </a:ext>
            </a:extLst>
          </p:cNvPr>
          <p:cNvSpPr>
            <a:spLocks xmlns:a="http://schemas.openxmlformats.org/drawingml/2006/main" noGrp="1"/>
          </p:cNvSpPr>
          <p:nvPr/>
        </p:nvSpPr>
        <p:spPr>
          <a:xfrm xmlns:a="http://schemas.openxmlformats.org/drawingml/2006/main">
            <a:off x="685800" y="333375"/>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19050" rIns="19050" bIns="19050" anchor="ctr">
            <a:normAutofit fontScale="100000"/>
          </a:bodyPr>
          <a:lstStyle xmlns:a="http://schemas.openxmlformats.org/drawingml/2006/main">
            <a:defPPr>
              <a:defRPr sz="1200" b="1">
                <a:solidFill>
                  <a:srgbClr val="087E72"/>
                </a:solidFill>
                <a:latin typeface="Arial"/>
                <a:ea typeface="Arial"/>
                <a:cs typeface="Arial"/>
              </a:defRPr>
            </a:defPPr>
            <a:lvl1pPr>
              <a:defRPr sz="1200" b="1">
                <a:solidFill>
                  <a:srgbClr val="087E72"/>
                </a:solidFill>
                <a:latin typeface="Arial"/>
                <a:ea typeface="Arial"/>
                <a:cs typeface="Arial"/>
              </a:defRPr>
            </a:lvl1pPr>
            <a:lvl2pPr>
              <a:defRPr sz="1200" b="1">
                <a:solidFill>
                  <a:srgbClr val="087E72"/>
                </a:solidFill>
                <a:latin typeface="Arial"/>
                <a:ea typeface="Arial"/>
                <a:cs typeface="Arial"/>
              </a:defRPr>
            </a:lvl2pPr>
            <a:lvl3pPr>
              <a:defRPr sz="1200" b="1">
                <a:solidFill>
                  <a:srgbClr val="087E72"/>
                </a:solidFill>
                <a:latin typeface="Arial"/>
                <a:ea typeface="Arial"/>
                <a:cs typeface="Arial"/>
              </a:defRPr>
            </a:lvl3pPr>
            <a:lvl4pPr>
              <a:defRPr sz="1200" b="1">
                <a:solidFill>
                  <a:srgbClr val="087E72"/>
                </a:solidFill>
                <a:latin typeface="Arial"/>
                <a:ea typeface="Arial"/>
                <a:cs typeface="Arial"/>
              </a:defRPr>
            </a:lvl4pPr>
            <a:lvl5pPr>
              <a:defRPr sz="1200" b="1">
                <a:solidFill>
                  <a:srgbClr val="087E72"/>
                </a:solidFill>
                <a:latin typeface="Arial"/>
                <a:ea typeface="Arial"/>
                <a:cs typeface="Arial"/>
              </a:defRPr>
            </a:lvl5pPr>
            <a:lvl6pPr>
              <a:defRPr sz="1200" b="1">
                <a:solidFill>
                  <a:srgbClr val="087E72"/>
                </a:solidFill>
                <a:latin typeface="Arial"/>
                <a:ea typeface="Arial"/>
                <a:cs typeface="Arial"/>
              </a:defRPr>
            </a:lvl6pPr>
            <a:lvl7pPr>
              <a:defRPr sz="1200" b="1">
                <a:solidFill>
                  <a:srgbClr val="087E72"/>
                </a:solidFill>
                <a:latin typeface="Arial"/>
                <a:ea typeface="Arial"/>
                <a:cs typeface="Arial"/>
              </a:defRPr>
            </a:lvl7pPr>
            <a:lvl8pPr>
              <a:defRPr sz="1200" b="1">
                <a:solidFill>
                  <a:srgbClr val="087E72"/>
                </a:solidFill>
                <a:latin typeface="Arial"/>
                <a:ea typeface="Arial"/>
                <a:cs typeface="Arial"/>
              </a:defRPr>
            </a:lvl8pPr>
            <a:lvl9pPr>
              <a:defRPr sz="1200" b="1">
                <a:solidFill>
                  <a:srgbClr val="087E72"/>
                </a:solidFill>
                <a:latin typeface="Arial"/>
                <a:ea typeface="Arial"/>
                <a:cs typeface="Arial"/>
              </a:defRPr>
            </a:lvl9pPr>
          </a:lstStyle>
          <a:p xmlns:a="http://schemas.openxmlformats.org/drawingml/2006/main">
            <a:pPr>
              <a:defRPr sz="1200" b="1">
                <a:solidFill>
                  <a:srgbClr val="087E72"/>
                </a:solidFill>
                <a:latin typeface="Arial"/>
                <a:ea typeface="Arial"/>
                <a:cs typeface="Arial"/>
              </a:defRPr>
            </a:pPr>
            <a:r>
              <a:rPr sz="1200" b="1">
                <a:solidFill>
                  <a:srgbClr val="087E72"/>
                </a:solidFill>
                <a:latin typeface="Arial"/>
                <a:ea typeface="Arial"/>
                <a:cs typeface="Arial"/>
              </a:rPr>
              <a:t>GTM / DMU / MODEL BISNIS</a:t>
            </a:r>
          </a:p>
        </p:txBody>
      </p:sp>
      <p:sp>
        <p:nvSpPr>
          <p:cNvPr id="2" name="">
            <a:extLst xmlns:a="http://schemas.openxmlformats.org/drawingml/2006/main">
              <a:ext uri="{FF2B5EF4-FFF2-40B4-BE49-F238E27FC236}">
                <a16:creationId xmlns:a16="http://schemas.microsoft.com/office/drawing/2014/main" id="{E7580F84-4A8C-476A-B57F-D11DF02CABE0}"/>
              </a:ext>
            </a:extLst>
          </p:cNvPr>
          <p:cNvSpPr>
            <a:spLocks xmlns:a="http://schemas.openxmlformats.org/drawingml/2006/main" noGrp="1"/>
          </p:cNvSpPr>
          <p:nvPr/>
        </p:nvSpPr>
        <p:spPr>
          <a:xfrm xmlns:a="http://schemas.openxmlformats.org/drawingml/2006/main">
            <a:off x="685800" y="733425"/>
            <a:ext cx="10668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19050" rIns="19050" bIns="19050" anchor="ctr">
            <a:normAutofit fontScale="100000"/>
          </a:bodyPr>
          <a:lstStyle xmlns:a="http://schemas.openxmlformats.org/drawingml/2006/main">
            <a:defPPr>
              <a:defRPr sz="3300" b="1">
                <a:solidFill>
                  <a:srgbClr val="16333A"/>
                </a:solidFill>
                <a:latin typeface="Arial"/>
                <a:ea typeface="Arial"/>
                <a:cs typeface="Arial"/>
              </a:defRPr>
            </a:defPPr>
            <a:lvl1pPr>
              <a:defRPr sz="3300" b="1">
                <a:solidFill>
                  <a:srgbClr val="16333A"/>
                </a:solidFill>
                <a:latin typeface="Arial"/>
                <a:ea typeface="Arial"/>
                <a:cs typeface="Arial"/>
              </a:defRPr>
            </a:lvl1pPr>
            <a:lvl2pPr>
              <a:defRPr sz="3300" b="1">
                <a:solidFill>
                  <a:srgbClr val="16333A"/>
                </a:solidFill>
                <a:latin typeface="Arial"/>
                <a:ea typeface="Arial"/>
                <a:cs typeface="Arial"/>
              </a:defRPr>
            </a:lvl2pPr>
            <a:lvl3pPr>
              <a:defRPr sz="3300" b="1">
                <a:solidFill>
                  <a:srgbClr val="16333A"/>
                </a:solidFill>
                <a:latin typeface="Arial"/>
                <a:ea typeface="Arial"/>
                <a:cs typeface="Arial"/>
              </a:defRPr>
            </a:lvl3pPr>
            <a:lvl4pPr>
              <a:defRPr sz="3300" b="1">
                <a:solidFill>
                  <a:srgbClr val="16333A"/>
                </a:solidFill>
                <a:latin typeface="Arial"/>
                <a:ea typeface="Arial"/>
                <a:cs typeface="Arial"/>
              </a:defRPr>
            </a:lvl4pPr>
            <a:lvl5pPr>
              <a:defRPr sz="3300" b="1">
                <a:solidFill>
                  <a:srgbClr val="16333A"/>
                </a:solidFill>
                <a:latin typeface="Arial"/>
                <a:ea typeface="Arial"/>
                <a:cs typeface="Arial"/>
              </a:defRPr>
            </a:lvl5pPr>
            <a:lvl6pPr>
              <a:defRPr sz="3300" b="1">
                <a:solidFill>
                  <a:srgbClr val="16333A"/>
                </a:solidFill>
                <a:latin typeface="Arial"/>
                <a:ea typeface="Arial"/>
                <a:cs typeface="Arial"/>
              </a:defRPr>
            </a:lvl6pPr>
            <a:lvl7pPr>
              <a:defRPr sz="3300" b="1">
                <a:solidFill>
                  <a:srgbClr val="16333A"/>
                </a:solidFill>
                <a:latin typeface="Arial"/>
                <a:ea typeface="Arial"/>
                <a:cs typeface="Arial"/>
              </a:defRPr>
            </a:lvl7pPr>
            <a:lvl8pPr>
              <a:defRPr sz="3300" b="1">
                <a:solidFill>
                  <a:srgbClr val="16333A"/>
                </a:solidFill>
                <a:latin typeface="Arial"/>
                <a:ea typeface="Arial"/>
                <a:cs typeface="Arial"/>
              </a:defRPr>
            </a:lvl8pPr>
            <a:lvl9pPr>
              <a:defRPr sz="3300" b="1">
                <a:solidFill>
                  <a:srgbClr val="16333A"/>
                </a:solidFill>
                <a:latin typeface="Arial"/>
                <a:ea typeface="Arial"/>
                <a:cs typeface="Arial"/>
              </a:defRPr>
            </a:lvl9pPr>
          </a:lstStyle>
          <a:p xmlns:a="http://schemas.openxmlformats.org/drawingml/2006/main">
            <a:pPr>
              <a:defRPr sz="3300" b="1">
                <a:solidFill>
                  <a:srgbClr val="16333A"/>
                </a:solidFill>
                <a:latin typeface="Arial"/>
                <a:ea typeface="Arial"/>
                <a:cs typeface="Arial"/>
              </a:defRPr>
            </a:pPr>
            <a:r>
              <a:rPr sz="3300" b="1">
                <a:solidFill>
                  <a:srgbClr val="16333A"/>
                </a:solidFill>
                <a:latin typeface="Arial"/>
                <a:ea typeface="Arial"/>
                <a:cs typeface="Arial"/>
              </a:rPr>
              <a:t>Adopsi bertahap melalui proyek desain</a:t>
            </a:r>
          </a:p>
        </p:txBody>
      </p:sp>
      <p:sp>
        <p:nvSpPr>
          <p:cNvPr id="3" name="">
            <a:extLst xmlns:a="http://schemas.openxmlformats.org/drawingml/2006/main">
              <a:ext uri="{FF2B5EF4-FFF2-40B4-BE49-F238E27FC236}">
                <a16:creationId xmlns:a16="http://schemas.microsoft.com/office/drawing/2014/main" id="{AFCD3B69-0087-4625-9A2A-E2DCB63D372A}"/>
              </a:ext>
            </a:extLst>
          </p:cNvPr>
          <p:cNvSpPr>
            <a:spLocks xmlns:a="http://schemas.openxmlformats.org/drawingml/2006/main" noGrp="1"/>
          </p:cNvSpPr>
          <p:nvPr/>
        </p:nvSpPr>
        <p:spPr>
          <a:xfrm xmlns:a="http://schemas.openxmlformats.org/drawingml/2006/main">
            <a:off x="685800" y="6448425"/>
            <a:ext cx="9239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19050" rIns="19050" bIns="19050" anchor="ctr">
            <a:normAutofit fontScale="100000"/>
          </a:bodyPr>
          <a:lstStyle xmlns:a="http://schemas.openxmlformats.org/drawingml/2006/main">
            <a:defPPr>
              <a:defRPr sz="975" b="0">
                <a:solidFill>
                  <a:srgbClr val="5D7273"/>
                </a:solidFill>
                <a:latin typeface="Arial"/>
                <a:ea typeface="Arial"/>
                <a:cs typeface="Arial"/>
              </a:defRPr>
            </a:defPPr>
            <a:lvl1pPr>
              <a:defRPr sz="975" b="0">
                <a:solidFill>
                  <a:srgbClr val="5D7273"/>
                </a:solidFill>
                <a:latin typeface="Arial"/>
                <a:ea typeface="Arial"/>
                <a:cs typeface="Arial"/>
              </a:defRPr>
            </a:lvl1pPr>
            <a:lvl2pPr>
              <a:defRPr sz="975" b="0">
                <a:solidFill>
                  <a:srgbClr val="5D7273"/>
                </a:solidFill>
                <a:latin typeface="Arial"/>
                <a:ea typeface="Arial"/>
                <a:cs typeface="Arial"/>
              </a:defRPr>
            </a:lvl2pPr>
            <a:lvl3pPr>
              <a:defRPr sz="975" b="0">
                <a:solidFill>
                  <a:srgbClr val="5D7273"/>
                </a:solidFill>
                <a:latin typeface="Arial"/>
                <a:ea typeface="Arial"/>
                <a:cs typeface="Arial"/>
              </a:defRPr>
            </a:lvl3pPr>
            <a:lvl4pPr>
              <a:defRPr sz="975" b="0">
                <a:solidFill>
                  <a:srgbClr val="5D7273"/>
                </a:solidFill>
                <a:latin typeface="Arial"/>
                <a:ea typeface="Arial"/>
                <a:cs typeface="Arial"/>
              </a:defRPr>
            </a:lvl4pPr>
            <a:lvl5pPr>
              <a:defRPr sz="975" b="0">
                <a:solidFill>
                  <a:srgbClr val="5D7273"/>
                </a:solidFill>
                <a:latin typeface="Arial"/>
                <a:ea typeface="Arial"/>
                <a:cs typeface="Arial"/>
              </a:defRPr>
            </a:lvl5pPr>
            <a:lvl6pPr>
              <a:defRPr sz="975" b="0">
                <a:solidFill>
                  <a:srgbClr val="5D7273"/>
                </a:solidFill>
                <a:latin typeface="Arial"/>
                <a:ea typeface="Arial"/>
                <a:cs typeface="Arial"/>
              </a:defRPr>
            </a:lvl6pPr>
            <a:lvl7pPr>
              <a:defRPr sz="975" b="0">
                <a:solidFill>
                  <a:srgbClr val="5D7273"/>
                </a:solidFill>
                <a:latin typeface="Arial"/>
                <a:ea typeface="Arial"/>
                <a:cs typeface="Arial"/>
              </a:defRPr>
            </a:lvl7pPr>
            <a:lvl8pPr>
              <a:defRPr sz="975" b="0">
                <a:solidFill>
                  <a:srgbClr val="5D7273"/>
                </a:solidFill>
                <a:latin typeface="Arial"/>
                <a:ea typeface="Arial"/>
                <a:cs typeface="Arial"/>
              </a:defRPr>
            </a:lvl8pPr>
            <a:lvl9pPr>
              <a:defRPr sz="975" b="0">
                <a:solidFill>
                  <a:srgbClr val="5D7273"/>
                </a:solidFill>
                <a:latin typeface="Arial"/>
                <a:ea typeface="Arial"/>
                <a:cs typeface="Arial"/>
              </a:defRPr>
            </a:lvl9pPr>
          </a:lstStyle>
          <a:p xmlns:a="http://schemas.openxmlformats.org/drawingml/2006/main">
            <a:pPr>
              <a:defRPr sz="975" b="0">
                <a:solidFill>
                  <a:srgbClr val="5D7273"/>
                </a:solidFill>
                <a:latin typeface="Arial"/>
                <a:ea typeface="Arial"/>
                <a:cs typeface="Arial"/>
              </a:defRPr>
            </a:pPr>
            <a:r>
              <a:rPr sz="975" b="0">
                <a:solidFill>
                  <a:srgbClr val="5D7273"/>
                </a:solidFill>
                <a:latin typeface="Arial"/>
                <a:ea typeface="Arial"/>
                <a:cs typeface="Arial"/>
              </a:rPr>
              <a:t>EXASTRA · GENOHACK 2026 · RISET KOMPUTASIONAL</a:t>
            </a:r>
          </a:p>
        </p:txBody>
      </p:sp>
      <p:sp>
        <p:nvSpPr>
          <p:cNvPr id="4" name="">
            <a:extLst xmlns:a="http://schemas.openxmlformats.org/drawingml/2006/main">
              <a:ext uri="{FF2B5EF4-FFF2-40B4-BE49-F238E27FC236}">
                <a16:creationId xmlns:a16="http://schemas.microsoft.com/office/drawing/2014/main" id="{53F25CF8-C8AC-4728-8E1F-A25CA3E44CD3}"/>
              </a:ext>
            </a:extLst>
          </p:cNvPr>
          <p:cNvSpPr>
            <a:spLocks xmlns:a="http://schemas.openxmlformats.org/drawingml/2006/main" noGrp="1"/>
          </p:cNvSpPr>
          <p:nvPr/>
        </p:nvSpPr>
        <p:spPr>
          <a:xfrm xmlns:a="http://schemas.openxmlformats.org/drawingml/2006/main">
            <a:off x="11125200" y="6448425"/>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19050" rIns="19050" bIns="19050" anchor="ctr">
            <a:normAutofit fontScale="100000"/>
          </a:bodyPr>
          <a:lstStyle xmlns:a="http://schemas.openxmlformats.org/drawingml/2006/main">
            <a:defPPr>
              <a:defRPr sz="1050" b="1">
                <a:solidFill>
                  <a:srgbClr val="5D7273"/>
                </a:solidFill>
                <a:latin typeface="Arial"/>
                <a:ea typeface="Arial"/>
                <a:cs typeface="Arial"/>
              </a:defRPr>
            </a:defPPr>
            <a:lvl1pPr>
              <a:defRPr sz="1050" b="1">
                <a:solidFill>
                  <a:srgbClr val="5D7273"/>
                </a:solidFill>
                <a:latin typeface="Arial"/>
                <a:ea typeface="Arial"/>
                <a:cs typeface="Arial"/>
              </a:defRPr>
            </a:lvl1pPr>
            <a:lvl2pPr>
              <a:defRPr sz="1050" b="1">
                <a:solidFill>
                  <a:srgbClr val="5D7273"/>
                </a:solidFill>
                <a:latin typeface="Arial"/>
                <a:ea typeface="Arial"/>
                <a:cs typeface="Arial"/>
              </a:defRPr>
            </a:lvl2pPr>
            <a:lvl3pPr>
              <a:defRPr sz="1050" b="1">
                <a:solidFill>
                  <a:srgbClr val="5D7273"/>
                </a:solidFill>
                <a:latin typeface="Arial"/>
                <a:ea typeface="Arial"/>
                <a:cs typeface="Arial"/>
              </a:defRPr>
            </a:lvl3pPr>
            <a:lvl4pPr>
              <a:defRPr sz="1050" b="1">
                <a:solidFill>
                  <a:srgbClr val="5D7273"/>
                </a:solidFill>
                <a:latin typeface="Arial"/>
                <a:ea typeface="Arial"/>
                <a:cs typeface="Arial"/>
              </a:defRPr>
            </a:lvl4pPr>
            <a:lvl5pPr>
              <a:defRPr sz="1050" b="1">
                <a:solidFill>
                  <a:srgbClr val="5D7273"/>
                </a:solidFill>
                <a:latin typeface="Arial"/>
                <a:ea typeface="Arial"/>
                <a:cs typeface="Arial"/>
              </a:defRPr>
            </a:lvl5pPr>
            <a:lvl6pPr>
              <a:defRPr sz="1050" b="1">
                <a:solidFill>
                  <a:srgbClr val="5D7273"/>
                </a:solidFill>
                <a:latin typeface="Arial"/>
                <a:ea typeface="Arial"/>
                <a:cs typeface="Arial"/>
              </a:defRPr>
            </a:lvl6pPr>
            <a:lvl7pPr>
              <a:defRPr sz="1050" b="1">
                <a:solidFill>
                  <a:srgbClr val="5D7273"/>
                </a:solidFill>
                <a:latin typeface="Arial"/>
                <a:ea typeface="Arial"/>
                <a:cs typeface="Arial"/>
              </a:defRPr>
            </a:lvl7pPr>
            <a:lvl8pPr>
              <a:defRPr sz="1050" b="1">
                <a:solidFill>
                  <a:srgbClr val="5D7273"/>
                </a:solidFill>
                <a:latin typeface="Arial"/>
                <a:ea typeface="Arial"/>
                <a:cs typeface="Arial"/>
              </a:defRPr>
            </a:lvl8pPr>
            <a:lvl9pPr>
              <a:defRPr sz="1050" b="1">
                <a:solidFill>
                  <a:srgbClr val="5D7273"/>
                </a:solidFill>
                <a:latin typeface="Arial"/>
                <a:ea typeface="Arial"/>
                <a:cs typeface="Arial"/>
              </a:defRPr>
            </a:lvl9pPr>
          </a:lstStyle>
          <a:p xmlns:a="http://schemas.openxmlformats.org/drawingml/2006/main">
            <a:pPr>
              <a:defRPr sz="1050" b="1">
                <a:solidFill>
                  <a:srgbClr val="5D7273"/>
                </a:solidFill>
                <a:latin typeface="Arial"/>
                <a:ea typeface="Arial"/>
                <a:cs typeface="Arial"/>
              </a:defRPr>
            </a:pPr>
            <a:r>
              <a:rPr sz="1050" b="1">
                <a:solidFill>
                  <a:srgbClr val="5D7273"/>
                </a:solidFill>
                <a:latin typeface="Arial"/>
                <a:ea typeface="Arial"/>
                <a:cs typeface="Arial"/>
              </a:rPr>
              <a:t>09</a:t>
            </a:r>
          </a:p>
        </p:txBody>
      </p:sp>
      <p:sp>
        <p:nvSpPr>
          <p:cNvPr id="5" name="">
            <a:extLst xmlns:a="http://schemas.openxmlformats.org/drawingml/2006/main">
              <a:ext uri="{FF2B5EF4-FFF2-40B4-BE49-F238E27FC236}">
                <a16:creationId xmlns:a16="http://schemas.microsoft.com/office/drawing/2014/main" id="{9EACDA21-8AAE-435B-B8FE-96F8532999DC}"/>
              </a:ext>
            </a:extLst>
          </p:cNvPr>
          <p:cNvSpPr>
            <a:spLocks xmlns:a="http://schemas.openxmlformats.org/drawingml/2006/main" noGrp="1"/>
          </p:cNvSpPr>
          <p:nvPr/>
        </p:nvSpPr>
        <p:spPr>
          <a:xfrm xmlns:a="http://schemas.openxmlformats.org/drawingml/2006/main">
            <a:off x="781050" y="1952625"/>
            <a:ext cx="857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19050" rIns="19050" bIns="19050" anchor="ctr">
            <a:normAutofit fontScale="100000"/>
          </a:bodyPr>
          <a:lstStyle xmlns:a="http://schemas.openxmlformats.org/drawingml/2006/main">
            <a:defPPr>
              <a:defRPr sz="2850" b="1">
                <a:solidFill>
                  <a:srgbClr val="C38E37"/>
                </a:solidFill>
                <a:latin typeface="Arial"/>
                <a:ea typeface="Arial"/>
                <a:cs typeface="Arial"/>
              </a:defRPr>
            </a:defPPr>
            <a:lvl1pPr>
              <a:defRPr sz="2850" b="1">
                <a:solidFill>
                  <a:srgbClr val="C38E37"/>
                </a:solidFill>
                <a:latin typeface="Arial"/>
                <a:ea typeface="Arial"/>
                <a:cs typeface="Arial"/>
              </a:defRPr>
            </a:lvl1pPr>
            <a:lvl2pPr>
              <a:defRPr sz="2850" b="1">
                <a:solidFill>
                  <a:srgbClr val="C38E37"/>
                </a:solidFill>
                <a:latin typeface="Arial"/>
                <a:ea typeface="Arial"/>
                <a:cs typeface="Arial"/>
              </a:defRPr>
            </a:lvl2pPr>
            <a:lvl3pPr>
              <a:defRPr sz="2850" b="1">
                <a:solidFill>
                  <a:srgbClr val="C38E37"/>
                </a:solidFill>
                <a:latin typeface="Arial"/>
                <a:ea typeface="Arial"/>
                <a:cs typeface="Arial"/>
              </a:defRPr>
            </a:lvl3pPr>
            <a:lvl4pPr>
              <a:defRPr sz="2850" b="1">
                <a:solidFill>
                  <a:srgbClr val="C38E37"/>
                </a:solidFill>
                <a:latin typeface="Arial"/>
                <a:ea typeface="Arial"/>
                <a:cs typeface="Arial"/>
              </a:defRPr>
            </a:lvl4pPr>
            <a:lvl5pPr>
              <a:defRPr sz="2850" b="1">
                <a:solidFill>
                  <a:srgbClr val="C38E37"/>
                </a:solidFill>
                <a:latin typeface="Arial"/>
                <a:ea typeface="Arial"/>
                <a:cs typeface="Arial"/>
              </a:defRPr>
            </a:lvl5pPr>
            <a:lvl6pPr>
              <a:defRPr sz="2850" b="1">
                <a:solidFill>
                  <a:srgbClr val="C38E37"/>
                </a:solidFill>
                <a:latin typeface="Arial"/>
                <a:ea typeface="Arial"/>
                <a:cs typeface="Arial"/>
              </a:defRPr>
            </a:lvl6pPr>
            <a:lvl7pPr>
              <a:defRPr sz="2850" b="1">
                <a:solidFill>
                  <a:srgbClr val="C38E37"/>
                </a:solidFill>
                <a:latin typeface="Arial"/>
                <a:ea typeface="Arial"/>
                <a:cs typeface="Arial"/>
              </a:defRPr>
            </a:lvl7pPr>
            <a:lvl8pPr>
              <a:defRPr sz="2850" b="1">
                <a:solidFill>
                  <a:srgbClr val="C38E37"/>
                </a:solidFill>
                <a:latin typeface="Arial"/>
                <a:ea typeface="Arial"/>
                <a:cs typeface="Arial"/>
              </a:defRPr>
            </a:lvl8pPr>
            <a:lvl9pPr>
              <a:defRPr sz="2850" b="1">
                <a:solidFill>
                  <a:srgbClr val="C38E37"/>
                </a:solidFill>
                <a:latin typeface="Arial"/>
                <a:ea typeface="Arial"/>
                <a:cs typeface="Arial"/>
              </a:defRPr>
            </a:lvl9pPr>
          </a:lstStyle>
          <a:p xmlns:a="http://schemas.openxmlformats.org/drawingml/2006/main">
            <a:pPr>
              <a:defRPr sz="2850" b="1">
                <a:solidFill>
                  <a:srgbClr val="C38E37"/>
                </a:solidFill>
                <a:latin typeface="Arial"/>
                <a:ea typeface="Arial"/>
                <a:cs typeface="Arial"/>
              </a:defRPr>
            </a:pPr>
            <a:r>
              <a:rPr sz="2850" b="1">
                <a:solidFill>
                  <a:srgbClr val="C38E37"/>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81945731-07FD-41FB-9683-8F75D1B1D247}"/>
              </a:ext>
            </a:extLst>
          </p:cNvPr>
          <p:cNvSpPr>
            <a:spLocks xmlns:a="http://schemas.openxmlformats.org/drawingml/2006/main" noGrp="1"/>
          </p:cNvSpPr>
          <p:nvPr/>
        </p:nvSpPr>
        <p:spPr>
          <a:xfrm xmlns:a="http://schemas.openxmlformats.org/drawingml/2006/main">
            <a:off x="1933575" y="1952625"/>
            <a:ext cx="2714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19050" rIns="19050" bIns="19050" anchor="ctr">
            <a:normAutofit fontScale="100000"/>
          </a:bodyPr>
          <a:lstStyle xmlns:a="http://schemas.openxmlformats.org/drawingml/2006/main">
            <a:defPPr>
              <a:defRPr sz="2175" b="1">
                <a:solidFill>
                  <a:srgbClr val="087E72"/>
                </a:solidFill>
                <a:latin typeface="Arial"/>
                <a:ea typeface="Arial"/>
                <a:cs typeface="Arial"/>
              </a:defRPr>
            </a:defPPr>
            <a:lvl1pPr>
              <a:defRPr sz="2175" b="1">
                <a:solidFill>
                  <a:srgbClr val="087E72"/>
                </a:solidFill>
                <a:latin typeface="Arial"/>
                <a:ea typeface="Arial"/>
                <a:cs typeface="Arial"/>
              </a:defRPr>
            </a:lvl1pPr>
            <a:lvl2pPr>
              <a:defRPr sz="2175" b="1">
                <a:solidFill>
                  <a:srgbClr val="087E72"/>
                </a:solidFill>
                <a:latin typeface="Arial"/>
                <a:ea typeface="Arial"/>
                <a:cs typeface="Arial"/>
              </a:defRPr>
            </a:lvl2pPr>
            <a:lvl3pPr>
              <a:defRPr sz="2175" b="1">
                <a:solidFill>
                  <a:srgbClr val="087E72"/>
                </a:solidFill>
                <a:latin typeface="Arial"/>
                <a:ea typeface="Arial"/>
                <a:cs typeface="Arial"/>
              </a:defRPr>
            </a:lvl3pPr>
            <a:lvl4pPr>
              <a:defRPr sz="2175" b="1">
                <a:solidFill>
                  <a:srgbClr val="087E72"/>
                </a:solidFill>
                <a:latin typeface="Arial"/>
                <a:ea typeface="Arial"/>
                <a:cs typeface="Arial"/>
              </a:defRPr>
            </a:lvl4pPr>
            <a:lvl5pPr>
              <a:defRPr sz="2175" b="1">
                <a:solidFill>
                  <a:srgbClr val="087E72"/>
                </a:solidFill>
                <a:latin typeface="Arial"/>
                <a:ea typeface="Arial"/>
                <a:cs typeface="Arial"/>
              </a:defRPr>
            </a:lvl5pPr>
            <a:lvl6pPr>
              <a:defRPr sz="2175" b="1">
                <a:solidFill>
                  <a:srgbClr val="087E72"/>
                </a:solidFill>
                <a:latin typeface="Arial"/>
                <a:ea typeface="Arial"/>
                <a:cs typeface="Arial"/>
              </a:defRPr>
            </a:lvl6pPr>
            <a:lvl7pPr>
              <a:defRPr sz="2175" b="1">
                <a:solidFill>
                  <a:srgbClr val="087E72"/>
                </a:solidFill>
                <a:latin typeface="Arial"/>
                <a:ea typeface="Arial"/>
                <a:cs typeface="Arial"/>
              </a:defRPr>
            </a:lvl7pPr>
            <a:lvl8pPr>
              <a:defRPr sz="2175" b="1">
                <a:solidFill>
                  <a:srgbClr val="087E72"/>
                </a:solidFill>
                <a:latin typeface="Arial"/>
                <a:ea typeface="Arial"/>
                <a:cs typeface="Arial"/>
              </a:defRPr>
            </a:lvl8pPr>
            <a:lvl9pPr>
              <a:defRPr sz="2175" b="1">
                <a:solidFill>
                  <a:srgbClr val="087E72"/>
                </a:solidFill>
                <a:latin typeface="Arial"/>
                <a:ea typeface="Arial"/>
                <a:cs typeface="Arial"/>
              </a:defRPr>
            </a:lvl9pPr>
          </a:lstStyle>
          <a:p xmlns:a="http://schemas.openxmlformats.org/drawingml/2006/main">
            <a:pPr>
              <a:defRPr sz="2175" b="1">
                <a:solidFill>
                  <a:srgbClr val="087E72"/>
                </a:solidFill>
                <a:latin typeface="Arial"/>
                <a:ea typeface="Arial"/>
                <a:cs typeface="Arial"/>
              </a:defRPr>
            </a:pPr>
            <a:r>
              <a:rPr sz="2175" b="1">
                <a:solidFill>
                  <a:srgbClr val="087E72"/>
                </a:solidFill>
                <a:latin typeface="Arial"/>
                <a:ea typeface="Arial"/>
                <a:cs typeface="Arial"/>
              </a:rPr>
              <a:t>Discovery</a:t>
            </a:r>
          </a:p>
        </p:txBody>
      </p:sp>
      <p:sp>
        <p:nvSpPr>
          <p:cNvPr id="7" name="">
            <a:extLst xmlns:a="http://schemas.openxmlformats.org/drawingml/2006/main">
              <a:ext uri="{FF2B5EF4-FFF2-40B4-BE49-F238E27FC236}">
                <a16:creationId xmlns:a16="http://schemas.microsoft.com/office/drawing/2014/main" id="{BF6ADB40-C7A7-4E13-85F1-BF2D1FBB1C80}"/>
              </a:ext>
            </a:extLst>
          </p:cNvPr>
          <p:cNvSpPr>
            <a:spLocks xmlns:a="http://schemas.openxmlformats.org/drawingml/2006/main" noGrp="1"/>
          </p:cNvSpPr>
          <p:nvPr/>
        </p:nvSpPr>
        <p:spPr>
          <a:xfrm xmlns:a="http://schemas.openxmlformats.org/drawingml/2006/main">
            <a:off x="5029200" y="1952625"/>
            <a:ext cx="6191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19050" rIns="19050" bIns="19050" anchor="ctr">
            <a:normAutofit fontScale="100000"/>
          </a:bodyPr>
          <a:lstStyle xmlns:a="http://schemas.openxmlformats.org/drawingml/2006/main">
            <a:defPPr>
              <a:defRPr sz="1950" b="0">
                <a:solidFill>
                  <a:srgbClr val="16333A"/>
                </a:solidFill>
                <a:latin typeface="Arial"/>
                <a:ea typeface="Arial"/>
                <a:cs typeface="Arial"/>
              </a:defRPr>
            </a:defPPr>
            <a:lvl1pPr>
              <a:defRPr sz="1950" b="0">
                <a:solidFill>
                  <a:srgbClr val="16333A"/>
                </a:solidFill>
                <a:latin typeface="Arial"/>
                <a:ea typeface="Arial"/>
                <a:cs typeface="Arial"/>
              </a:defRPr>
            </a:lvl1pPr>
            <a:lvl2pPr>
              <a:defRPr sz="1950" b="0">
                <a:solidFill>
                  <a:srgbClr val="16333A"/>
                </a:solidFill>
                <a:latin typeface="Arial"/>
                <a:ea typeface="Arial"/>
                <a:cs typeface="Arial"/>
              </a:defRPr>
            </a:lvl2pPr>
            <a:lvl3pPr>
              <a:defRPr sz="1950" b="0">
                <a:solidFill>
                  <a:srgbClr val="16333A"/>
                </a:solidFill>
                <a:latin typeface="Arial"/>
                <a:ea typeface="Arial"/>
                <a:cs typeface="Arial"/>
              </a:defRPr>
            </a:lvl3pPr>
            <a:lvl4pPr>
              <a:defRPr sz="1950" b="0">
                <a:solidFill>
                  <a:srgbClr val="16333A"/>
                </a:solidFill>
                <a:latin typeface="Arial"/>
                <a:ea typeface="Arial"/>
                <a:cs typeface="Arial"/>
              </a:defRPr>
            </a:lvl4pPr>
            <a:lvl5pPr>
              <a:defRPr sz="1950" b="0">
                <a:solidFill>
                  <a:srgbClr val="16333A"/>
                </a:solidFill>
                <a:latin typeface="Arial"/>
                <a:ea typeface="Arial"/>
                <a:cs typeface="Arial"/>
              </a:defRPr>
            </a:lvl5pPr>
            <a:lvl6pPr>
              <a:defRPr sz="1950" b="0">
                <a:solidFill>
                  <a:srgbClr val="16333A"/>
                </a:solidFill>
                <a:latin typeface="Arial"/>
                <a:ea typeface="Arial"/>
                <a:cs typeface="Arial"/>
              </a:defRPr>
            </a:lvl6pPr>
            <a:lvl7pPr>
              <a:defRPr sz="1950" b="0">
                <a:solidFill>
                  <a:srgbClr val="16333A"/>
                </a:solidFill>
                <a:latin typeface="Arial"/>
                <a:ea typeface="Arial"/>
                <a:cs typeface="Arial"/>
              </a:defRPr>
            </a:lvl7pPr>
            <a:lvl8pPr>
              <a:defRPr sz="1950" b="0">
                <a:solidFill>
                  <a:srgbClr val="16333A"/>
                </a:solidFill>
                <a:latin typeface="Arial"/>
                <a:ea typeface="Arial"/>
                <a:cs typeface="Arial"/>
              </a:defRPr>
            </a:lvl8pPr>
            <a:lvl9pPr>
              <a:defRPr sz="1950" b="0">
                <a:solidFill>
                  <a:srgbClr val="16333A"/>
                </a:solidFill>
                <a:latin typeface="Arial"/>
                <a:ea typeface="Arial"/>
                <a:cs typeface="Arial"/>
              </a:defRPr>
            </a:lvl9pPr>
          </a:lstStyle>
          <a:p xmlns:a="http://schemas.openxmlformats.org/drawingml/2006/main">
            <a:pPr>
              <a:defRPr sz="1950" b="0">
                <a:solidFill>
                  <a:srgbClr val="16333A"/>
                </a:solidFill>
                <a:latin typeface="Arial"/>
                <a:ea typeface="Arial"/>
                <a:cs typeface="Arial"/>
              </a:defRPr>
            </a:pPr>
            <a:r>
              <a:rPr sz="1950" b="0">
                <a:solidFill>
                  <a:srgbClr val="16333A"/>
                </a:solidFill>
                <a:latin typeface="Arial"/>
                <a:ea typeface="Arial"/>
                <a:cs typeface="Arial"/>
              </a:rPr>
              <a:t>Wawancara pengguna/pembeli,</a:t>
            </a:r>
          </a:p>
          <a:p xmlns:a="http://schemas.openxmlformats.org/drawingml/2006/main">
            <a:pPr>
              <a:defRPr sz="1950" b="0">
                <a:solidFill>
                  <a:srgbClr val="16333A"/>
                </a:solidFill>
                <a:latin typeface="Arial"/>
                <a:ea typeface="Arial"/>
                <a:cs typeface="Arial"/>
              </a:defRPr>
            </a:pPr>
            <a:r>
              <a:rPr sz="1950" b="0">
                <a:solidFill>
                  <a:srgbClr val="16333A"/>
                </a:solidFill>
                <a:latin typeface="Arial"/>
                <a:ea typeface="Arial"/>
                <a:cs typeface="Arial"/>
              </a:rPr>
              <a:t>review genetika dan akses data</a:t>
            </a:r>
          </a:p>
        </p:txBody>
      </p:sp>
      <p:sp>
        <p:nvSpPr>
          <p:cNvPr id="8" name="">
            <a:extLst xmlns:a="http://schemas.openxmlformats.org/drawingml/2006/main">
              <a:ext uri="{FF2B5EF4-FFF2-40B4-BE49-F238E27FC236}">
                <a16:creationId xmlns:a16="http://schemas.microsoft.com/office/drawing/2014/main" id="{74805DF0-1AFE-4F92-800B-D87C7B1D45D3}"/>
              </a:ext>
            </a:extLst>
          </p:cNvPr>
          <p:cNvSpPr>
            <a:spLocks xmlns:a="http://schemas.openxmlformats.org/drawingml/2006/main" noGrp="1"/>
          </p:cNvSpPr>
          <p:nvPr/>
        </p:nvSpPr>
        <p:spPr>
          <a:xfrm xmlns:a="http://schemas.openxmlformats.org/drawingml/2006/main">
            <a:off x="781050" y="3086100"/>
            <a:ext cx="857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19050" rIns="19050" bIns="19050" anchor="ctr">
            <a:normAutofit fontScale="100000"/>
          </a:bodyPr>
          <a:lstStyle xmlns:a="http://schemas.openxmlformats.org/drawingml/2006/main">
            <a:defPPr>
              <a:defRPr sz="2850" b="1">
                <a:solidFill>
                  <a:srgbClr val="C38E37"/>
                </a:solidFill>
                <a:latin typeface="Arial"/>
                <a:ea typeface="Arial"/>
                <a:cs typeface="Arial"/>
              </a:defRPr>
            </a:defPPr>
            <a:lvl1pPr>
              <a:defRPr sz="2850" b="1">
                <a:solidFill>
                  <a:srgbClr val="C38E37"/>
                </a:solidFill>
                <a:latin typeface="Arial"/>
                <a:ea typeface="Arial"/>
                <a:cs typeface="Arial"/>
              </a:defRPr>
            </a:lvl1pPr>
            <a:lvl2pPr>
              <a:defRPr sz="2850" b="1">
                <a:solidFill>
                  <a:srgbClr val="C38E37"/>
                </a:solidFill>
                <a:latin typeface="Arial"/>
                <a:ea typeface="Arial"/>
                <a:cs typeface="Arial"/>
              </a:defRPr>
            </a:lvl2pPr>
            <a:lvl3pPr>
              <a:defRPr sz="2850" b="1">
                <a:solidFill>
                  <a:srgbClr val="C38E37"/>
                </a:solidFill>
                <a:latin typeface="Arial"/>
                <a:ea typeface="Arial"/>
                <a:cs typeface="Arial"/>
              </a:defRPr>
            </a:lvl3pPr>
            <a:lvl4pPr>
              <a:defRPr sz="2850" b="1">
                <a:solidFill>
                  <a:srgbClr val="C38E37"/>
                </a:solidFill>
                <a:latin typeface="Arial"/>
                <a:ea typeface="Arial"/>
                <a:cs typeface="Arial"/>
              </a:defRPr>
            </a:lvl4pPr>
            <a:lvl5pPr>
              <a:defRPr sz="2850" b="1">
                <a:solidFill>
                  <a:srgbClr val="C38E37"/>
                </a:solidFill>
                <a:latin typeface="Arial"/>
                <a:ea typeface="Arial"/>
                <a:cs typeface="Arial"/>
              </a:defRPr>
            </a:lvl5pPr>
            <a:lvl6pPr>
              <a:defRPr sz="2850" b="1">
                <a:solidFill>
                  <a:srgbClr val="C38E37"/>
                </a:solidFill>
                <a:latin typeface="Arial"/>
                <a:ea typeface="Arial"/>
                <a:cs typeface="Arial"/>
              </a:defRPr>
            </a:lvl6pPr>
            <a:lvl7pPr>
              <a:defRPr sz="2850" b="1">
                <a:solidFill>
                  <a:srgbClr val="C38E37"/>
                </a:solidFill>
                <a:latin typeface="Arial"/>
                <a:ea typeface="Arial"/>
                <a:cs typeface="Arial"/>
              </a:defRPr>
            </a:lvl7pPr>
            <a:lvl8pPr>
              <a:defRPr sz="2850" b="1">
                <a:solidFill>
                  <a:srgbClr val="C38E37"/>
                </a:solidFill>
                <a:latin typeface="Arial"/>
                <a:ea typeface="Arial"/>
                <a:cs typeface="Arial"/>
              </a:defRPr>
            </a:lvl8pPr>
            <a:lvl9pPr>
              <a:defRPr sz="2850" b="1">
                <a:solidFill>
                  <a:srgbClr val="C38E37"/>
                </a:solidFill>
                <a:latin typeface="Arial"/>
                <a:ea typeface="Arial"/>
                <a:cs typeface="Arial"/>
              </a:defRPr>
            </a:lvl9pPr>
          </a:lstStyle>
          <a:p xmlns:a="http://schemas.openxmlformats.org/drawingml/2006/main">
            <a:pPr>
              <a:defRPr sz="2850" b="1">
                <a:solidFill>
                  <a:srgbClr val="C38E37"/>
                </a:solidFill>
                <a:latin typeface="Arial"/>
                <a:ea typeface="Arial"/>
                <a:cs typeface="Arial"/>
              </a:defRPr>
            </a:pPr>
            <a:r>
              <a:rPr sz="2850" b="1">
                <a:solidFill>
                  <a:srgbClr val="C38E37"/>
                </a:solidFill>
                <a:latin typeface="Arial"/>
                <a:ea typeface="Arial"/>
                <a:cs typeface="Arial"/>
              </a:rPr>
              <a:t>02</a:t>
            </a:r>
          </a:p>
        </p:txBody>
      </p:sp>
      <p:sp>
        <p:nvSpPr>
          <p:cNvPr id="9" name="">
            <a:extLst xmlns:a="http://schemas.openxmlformats.org/drawingml/2006/main">
              <a:ext uri="{FF2B5EF4-FFF2-40B4-BE49-F238E27FC236}">
                <a16:creationId xmlns:a16="http://schemas.microsoft.com/office/drawing/2014/main" id="{8F00784A-D2E7-48CF-8347-ED203A330D18}"/>
              </a:ext>
            </a:extLst>
          </p:cNvPr>
          <p:cNvSpPr>
            <a:spLocks xmlns:a="http://schemas.openxmlformats.org/drawingml/2006/main" noGrp="1"/>
          </p:cNvSpPr>
          <p:nvPr/>
        </p:nvSpPr>
        <p:spPr>
          <a:xfrm xmlns:a="http://schemas.openxmlformats.org/drawingml/2006/main">
            <a:off x="1933575" y="3086100"/>
            <a:ext cx="2714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19050" rIns="19050" bIns="19050" anchor="ctr">
            <a:normAutofit fontScale="100000"/>
          </a:bodyPr>
          <a:lstStyle xmlns:a="http://schemas.openxmlformats.org/drawingml/2006/main">
            <a:defPPr>
              <a:defRPr sz="2175" b="1">
                <a:solidFill>
                  <a:srgbClr val="087E72"/>
                </a:solidFill>
                <a:latin typeface="Arial"/>
                <a:ea typeface="Arial"/>
                <a:cs typeface="Arial"/>
              </a:defRPr>
            </a:defPPr>
            <a:lvl1pPr>
              <a:defRPr sz="2175" b="1">
                <a:solidFill>
                  <a:srgbClr val="087E72"/>
                </a:solidFill>
                <a:latin typeface="Arial"/>
                <a:ea typeface="Arial"/>
                <a:cs typeface="Arial"/>
              </a:defRPr>
            </a:lvl1pPr>
            <a:lvl2pPr>
              <a:defRPr sz="2175" b="1">
                <a:solidFill>
                  <a:srgbClr val="087E72"/>
                </a:solidFill>
                <a:latin typeface="Arial"/>
                <a:ea typeface="Arial"/>
                <a:cs typeface="Arial"/>
              </a:defRPr>
            </a:lvl2pPr>
            <a:lvl3pPr>
              <a:defRPr sz="2175" b="1">
                <a:solidFill>
                  <a:srgbClr val="087E72"/>
                </a:solidFill>
                <a:latin typeface="Arial"/>
                <a:ea typeface="Arial"/>
                <a:cs typeface="Arial"/>
              </a:defRPr>
            </a:lvl3pPr>
            <a:lvl4pPr>
              <a:defRPr sz="2175" b="1">
                <a:solidFill>
                  <a:srgbClr val="087E72"/>
                </a:solidFill>
                <a:latin typeface="Arial"/>
                <a:ea typeface="Arial"/>
                <a:cs typeface="Arial"/>
              </a:defRPr>
            </a:lvl4pPr>
            <a:lvl5pPr>
              <a:defRPr sz="2175" b="1">
                <a:solidFill>
                  <a:srgbClr val="087E72"/>
                </a:solidFill>
                <a:latin typeface="Arial"/>
                <a:ea typeface="Arial"/>
                <a:cs typeface="Arial"/>
              </a:defRPr>
            </a:lvl5pPr>
            <a:lvl6pPr>
              <a:defRPr sz="2175" b="1">
                <a:solidFill>
                  <a:srgbClr val="087E72"/>
                </a:solidFill>
                <a:latin typeface="Arial"/>
                <a:ea typeface="Arial"/>
                <a:cs typeface="Arial"/>
              </a:defRPr>
            </a:lvl6pPr>
            <a:lvl7pPr>
              <a:defRPr sz="2175" b="1">
                <a:solidFill>
                  <a:srgbClr val="087E72"/>
                </a:solidFill>
                <a:latin typeface="Arial"/>
                <a:ea typeface="Arial"/>
                <a:cs typeface="Arial"/>
              </a:defRPr>
            </a:lvl7pPr>
            <a:lvl8pPr>
              <a:defRPr sz="2175" b="1">
                <a:solidFill>
                  <a:srgbClr val="087E72"/>
                </a:solidFill>
                <a:latin typeface="Arial"/>
                <a:ea typeface="Arial"/>
                <a:cs typeface="Arial"/>
              </a:defRPr>
            </a:lvl8pPr>
            <a:lvl9pPr>
              <a:defRPr sz="2175" b="1">
                <a:solidFill>
                  <a:srgbClr val="087E72"/>
                </a:solidFill>
                <a:latin typeface="Arial"/>
                <a:ea typeface="Arial"/>
                <a:cs typeface="Arial"/>
              </a:defRPr>
            </a:lvl9pPr>
          </a:lstStyle>
          <a:p xmlns:a="http://schemas.openxmlformats.org/drawingml/2006/main">
            <a:pPr>
              <a:defRPr sz="2175" b="1">
                <a:solidFill>
                  <a:srgbClr val="087E72"/>
                </a:solidFill>
                <a:latin typeface="Arial"/>
                <a:ea typeface="Arial"/>
                <a:cs typeface="Arial"/>
              </a:defRPr>
            </a:pPr>
            <a:r>
              <a:rPr sz="2175" b="1">
                <a:solidFill>
                  <a:srgbClr val="087E72"/>
                </a:solidFill>
                <a:latin typeface="Arial"/>
                <a:ea typeface="Arial"/>
                <a:cs typeface="Arial"/>
              </a:rPr>
              <a:t>Jasa per proyek</a:t>
            </a:r>
          </a:p>
        </p:txBody>
      </p:sp>
      <p:sp>
        <p:nvSpPr>
          <p:cNvPr id="10" name="">
            <a:extLst xmlns:a="http://schemas.openxmlformats.org/drawingml/2006/main">
              <a:ext uri="{FF2B5EF4-FFF2-40B4-BE49-F238E27FC236}">
                <a16:creationId xmlns:a16="http://schemas.microsoft.com/office/drawing/2014/main" id="{66DCA072-006E-48F1-A4BF-CEAA8FF0D1BE}"/>
              </a:ext>
            </a:extLst>
          </p:cNvPr>
          <p:cNvSpPr>
            <a:spLocks xmlns:a="http://schemas.openxmlformats.org/drawingml/2006/main" noGrp="1"/>
          </p:cNvSpPr>
          <p:nvPr/>
        </p:nvSpPr>
        <p:spPr>
          <a:xfrm xmlns:a="http://schemas.openxmlformats.org/drawingml/2006/main">
            <a:off x="5029200" y="3086100"/>
            <a:ext cx="6191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19050" rIns="19050" bIns="19050" anchor="ctr">
            <a:normAutofit fontScale="100000"/>
          </a:bodyPr>
          <a:lstStyle xmlns:a="http://schemas.openxmlformats.org/drawingml/2006/main">
            <a:defPPr>
              <a:defRPr sz="1950" b="0">
                <a:solidFill>
                  <a:srgbClr val="16333A"/>
                </a:solidFill>
                <a:latin typeface="Arial"/>
                <a:ea typeface="Arial"/>
                <a:cs typeface="Arial"/>
              </a:defRPr>
            </a:defPPr>
            <a:lvl1pPr>
              <a:defRPr sz="1950" b="0">
                <a:solidFill>
                  <a:srgbClr val="16333A"/>
                </a:solidFill>
                <a:latin typeface="Arial"/>
                <a:ea typeface="Arial"/>
                <a:cs typeface="Arial"/>
              </a:defRPr>
            </a:lvl1pPr>
            <a:lvl2pPr>
              <a:defRPr sz="1950" b="0">
                <a:solidFill>
                  <a:srgbClr val="16333A"/>
                </a:solidFill>
                <a:latin typeface="Arial"/>
                <a:ea typeface="Arial"/>
                <a:cs typeface="Arial"/>
              </a:defRPr>
            </a:lvl2pPr>
            <a:lvl3pPr>
              <a:defRPr sz="1950" b="0">
                <a:solidFill>
                  <a:srgbClr val="16333A"/>
                </a:solidFill>
                <a:latin typeface="Arial"/>
                <a:ea typeface="Arial"/>
                <a:cs typeface="Arial"/>
              </a:defRPr>
            </a:lvl3pPr>
            <a:lvl4pPr>
              <a:defRPr sz="1950" b="0">
                <a:solidFill>
                  <a:srgbClr val="16333A"/>
                </a:solidFill>
                <a:latin typeface="Arial"/>
                <a:ea typeface="Arial"/>
                <a:cs typeface="Arial"/>
              </a:defRPr>
            </a:lvl4pPr>
            <a:lvl5pPr>
              <a:defRPr sz="1950" b="0">
                <a:solidFill>
                  <a:srgbClr val="16333A"/>
                </a:solidFill>
                <a:latin typeface="Arial"/>
                <a:ea typeface="Arial"/>
                <a:cs typeface="Arial"/>
              </a:defRPr>
            </a:lvl5pPr>
            <a:lvl6pPr>
              <a:defRPr sz="1950" b="0">
                <a:solidFill>
                  <a:srgbClr val="16333A"/>
                </a:solidFill>
                <a:latin typeface="Arial"/>
                <a:ea typeface="Arial"/>
                <a:cs typeface="Arial"/>
              </a:defRPr>
            </a:lvl6pPr>
            <a:lvl7pPr>
              <a:defRPr sz="1950" b="0">
                <a:solidFill>
                  <a:srgbClr val="16333A"/>
                </a:solidFill>
                <a:latin typeface="Arial"/>
                <a:ea typeface="Arial"/>
                <a:cs typeface="Arial"/>
              </a:defRPr>
            </a:lvl7pPr>
            <a:lvl8pPr>
              <a:defRPr sz="1950" b="0">
                <a:solidFill>
                  <a:srgbClr val="16333A"/>
                </a:solidFill>
                <a:latin typeface="Arial"/>
                <a:ea typeface="Arial"/>
                <a:cs typeface="Arial"/>
              </a:defRPr>
            </a:lvl8pPr>
            <a:lvl9pPr>
              <a:defRPr sz="1950" b="0">
                <a:solidFill>
                  <a:srgbClr val="16333A"/>
                </a:solidFill>
                <a:latin typeface="Arial"/>
                <a:ea typeface="Arial"/>
                <a:cs typeface="Arial"/>
              </a:defRPr>
            </a:lvl9pPr>
          </a:lstStyle>
          <a:p xmlns:a="http://schemas.openxmlformats.org/drawingml/2006/main">
            <a:pPr>
              <a:defRPr sz="1950" b="0">
                <a:solidFill>
                  <a:srgbClr val="16333A"/>
                </a:solidFill>
                <a:latin typeface="Arial"/>
                <a:ea typeface="Arial"/>
                <a:cs typeface="Arial"/>
              </a:defRPr>
            </a:pPr>
            <a:r>
              <a:rPr sz="1950" b="0">
                <a:solidFill>
                  <a:srgbClr val="16333A"/>
                </a:solidFill>
                <a:latin typeface="Arial"/>
                <a:ea typeface="Arial"/>
                <a:cs typeface="Arial"/>
              </a:rPr>
              <a:t>Freeze scope dan kriteria penerimaan;</a:t>
            </a:r>
          </a:p>
          <a:p xmlns:a="http://schemas.openxmlformats.org/drawingml/2006/main">
            <a:pPr>
              <a:defRPr sz="1950" b="0">
                <a:solidFill>
                  <a:srgbClr val="16333A"/>
                </a:solidFill>
                <a:latin typeface="Arial"/>
                <a:ea typeface="Arial"/>
                <a:cs typeface="Arial"/>
              </a:defRPr>
            </a:pPr>
            <a:r>
              <a:rPr sz="1950" b="0">
                <a:solidFill>
                  <a:srgbClr val="16333A"/>
                </a:solidFill>
                <a:latin typeface="Arial"/>
                <a:ea typeface="Arial"/>
                <a:cs typeface="Arial"/>
              </a:rPr>
              <a:t>harga setelah penawaran nyata</a:t>
            </a:r>
          </a:p>
        </p:txBody>
      </p:sp>
      <p:sp>
        <p:nvSpPr>
          <p:cNvPr id="11" name="">
            <a:extLst xmlns:a="http://schemas.openxmlformats.org/drawingml/2006/main">
              <a:ext uri="{FF2B5EF4-FFF2-40B4-BE49-F238E27FC236}">
                <a16:creationId xmlns:a16="http://schemas.microsoft.com/office/drawing/2014/main" id="{CFC4F4F0-4AA2-4E37-B9E1-A530247C8E50}"/>
              </a:ext>
            </a:extLst>
          </p:cNvPr>
          <p:cNvSpPr>
            <a:spLocks xmlns:a="http://schemas.openxmlformats.org/drawingml/2006/main" noGrp="1"/>
          </p:cNvSpPr>
          <p:nvPr/>
        </p:nvSpPr>
        <p:spPr>
          <a:xfrm xmlns:a="http://schemas.openxmlformats.org/drawingml/2006/main">
            <a:off x="781050" y="4219575"/>
            <a:ext cx="857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19050" rIns="19050" bIns="19050" anchor="ctr">
            <a:normAutofit fontScale="100000"/>
          </a:bodyPr>
          <a:lstStyle xmlns:a="http://schemas.openxmlformats.org/drawingml/2006/main">
            <a:defPPr>
              <a:defRPr sz="2850" b="1">
                <a:solidFill>
                  <a:srgbClr val="C38E37"/>
                </a:solidFill>
                <a:latin typeface="Arial"/>
                <a:ea typeface="Arial"/>
                <a:cs typeface="Arial"/>
              </a:defRPr>
            </a:defPPr>
            <a:lvl1pPr>
              <a:defRPr sz="2850" b="1">
                <a:solidFill>
                  <a:srgbClr val="C38E37"/>
                </a:solidFill>
                <a:latin typeface="Arial"/>
                <a:ea typeface="Arial"/>
                <a:cs typeface="Arial"/>
              </a:defRPr>
            </a:lvl1pPr>
            <a:lvl2pPr>
              <a:defRPr sz="2850" b="1">
                <a:solidFill>
                  <a:srgbClr val="C38E37"/>
                </a:solidFill>
                <a:latin typeface="Arial"/>
                <a:ea typeface="Arial"/>
                <a:cs typeface="Arial"/>
              </a:defRPr>
            </a:lvl2pPr>
            <a:lvl3pPr>
              <a:defRPr sz="2850" b="1">
                <a:solidFill>
                  <a:srgbClr val="C38E37"/>
                </a:solidFill>
                <a:latin typeface="Arial"/>
                <a:ea typeface="Arial"/>
                <a:cs typeface="Arial"/>
              </a:defRPr>
            </a:lvl3pPr>
            <a:lvl4pPr>
              <a:defRPr sz="2850" b="1">
                <a:solidFill>
                  <a:srgbClr val="C38E37"/>
                </a:solidFill>
                <a:latin typeface="Arial"/>
                <a:ea typeface="Arial"/>
                <a:cs typeface="Arial"/>
              </a:defRPr>
            </a:lvl4pPr>
            <a:lvl5pPr>
              <a:defRPr sz="2850" b="1">
                <a:solidFill>
                  <a:srgbClr val="C38E37"/>
                </a:solidFill>
                <a:latin typeface="Arial"/>
                <a:ea typeface="Arial"/>
                <a:cs typeface="Arial"/>
              </a:defRPr>
            </a:lvl5pPr>
            <a:lvl6pPr>
              <a:defRPr sz="2850" b="1">
                <a:solidFill>
                  <a:srgbClr val="C38E37"/>
                </a:solidFill>
                <a:latin typeface="Arial"/>
                <a:ea typeface="Arial"/>
                <a:cs typeface="Arial"/>
              </a:defRPr>
            </a:lvl6pPr>
            <a:lvl7pPr>
              <a:defRPr sz="2850" b="1">
                <a:solidFill>
                  <a:srgbClr val="C38E37"/>
                </a:solidFill>
                <a:latin typeface="Arial"/>
                <a:ea typeface="Arial"/>
                <a:cs typeface="Arial"/>
              </a:defRPr>
            </a:lvl7pPr>
            <a:lvl8pPr>
              <a:defRPr sz="2850" b="1">
                <a:solidFill>
                  <a:srgbClr val="C38E37"/>
                </a:solidFill>
                <a:latin typeface="Arial"/>
                <a:ea typeface="Arial"/>
                <a:cs typeface="Arial"/>
              </a:defRPr>
            </a:lvl8pPr>
            <a:lvl9pPr>
              <a:defRPr sz="2850" b="1">
                <a:solidFill>
                  <a:srgbClr val="C38E37"/>
                </a:solidFill>
                <a:latin typeface="Arial"/>
                <a:ea typeface="Arial"/>
                <a:cs typeface="Arial"/>
              </a:defRPr>
            </a:lvl9pPr>
          </a:lstStyle>
          <a:p xmlns:a="http://schemas.openxmlformats.org/drawingml/2006/main">
            <a:pPr>
              <a:defRPr sz="2850" b="1">
                <a:solidFill>
                  <a:srgbClr val="C38E37"/>
                </a:solidFill>
                <a:latin typeface="Arial"/>
                <a:ea typeface="Arial"/>
                <a:cs typeface="Arial"/>
              </a:defRPr>
            </a:pPr>
            <a:r>
              <a:rPr sz="2850" b="1">
                <a:solidFill>
                  <a:srgbClr val="C38E37"/>
                </a:solidFill>
                <a:latin typeface="Arial"/>
                <a:ea typeface="Arial"/>
                <a:cs typeface="Arial"/>
              </a:rPr>
              <a:t>03</a:t>
            </a:r>
          </a:p>
        </p:txBody>
      </p:sp>
      <p:sp>
        <p:nvSpPr>
          <p:cNvPr id="12" name="">
            <a:extLst xmlns:a="http://schemas.openxmlformats.org/drawingml/2006/main">
              <a:ext uri="{FF2B5EF4-FFF2-40B4-BE49-F238E27FC236}">
                <a16:creationId xmlns:a16="http://schemas.microsoft.com/office/drawing/2014/main" id="{34713A47-5C4A-4418-B312-7F83C22ECB92}"/>
              </a:ext>
            </a:extLst>
          </p:cNvPr>
          <p:cNvSpPr>
            <a:spLocks xmlns:a="http://schemas.openxmlformats.org/drawingml/2006/main" noGrp="1"/>
          </p:cNvSpPr>
          <p:nvPr/>
        </p:nvSpPr>
        <p:spPr>
          <a:xfrm xmlns:a="http://schemas.openxmlformats.org/drawingml/2006/main">
            <a:off x="1933575" y="4219575"/>
            <a:ext cx="2714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19050" rIns="19050" bIns="19050" anchor="ctr">
            <a:normAutofit fontScale="100000"/>
          </a:bodyPr>
          <a:lstStyle xmlns:a="http://schemas.openxmlformats.org/drawingml/2006/main">
            <a:defPPr>
              <a:defRPr sz="2175" b="1">
                <a:solidFill>
                  <a:srgbClr val="087E72"/>
                </a:solidFill>
                <a:latin typeface="Arial"/>
                <a:ea typeface="Arial"/>
                <a:cs typeface="Arial"/>
              </a:defRPr>
            </a:defPPr>
            <a:lvl1pPr>
              <a:defRPr sz="2175" b="1">
                <a:solidFill>
                  <a:srgbClr val="087E72"/>
                </a:solidFill>
                <a:latin typeface="Arial"/>
                <a:ea typeface="Arial"/>
                <a:cs typeface="Arial"/>
              </a:defRPr>
            </a:lvl1pPr>
            <a:lvl2pPr>
              <a:defRPr sz="2175" b="1">
                <a:solidFill>
                  <a:srgbClr val="087E72"/>
                </a:solidFill>
                <a:latin typeface="Arial"/>
                <a:ea typeface="Arial"/>
                <a:cs typeface="Arial"/>
              </a:defRPr>
            </a:lvl2pPr>
            <a:lvl3pPr>
              <a:defRPr sz="2175" b="1">
                <a:solidFill>
                  <a:srgbClr val="087E72"/>
                </a:solidFill>
                <a:latin typeface="Arial"/>
                <a:ea typeface="Arial"/>
                <a:cs typeface="Arial"/>
              </a:defRPr>
            </a:lvl3pPr>
            <a:lvl4pPr>
              <a:defRPr sz="2175" b="1">
                <a:solidFill>
                  <a:srgbClr val="087E72"/>
                </a:solidFill>
                <a:latin typeface="Arial"/>
                <a:ea typeface="Arial"/>
                <a:cs typeface="Arial"/>
              </a:defRPr>
            </a:lvl4pPr>
            <a:lvl5pPr>
              <a:defRPr sz="2175" b="1">
                <a:solidFill>
                  <a:srgbClr val="087E72"/>
                </a:solidFill>
                <a:latin typeface="Arial"/>
                <a:ea typeface="Arial"/>
                <a:cs typeface="Arial"/>
              </a:defRPr>
            </a:lvl5pPr>
            <a:lvl6pPr>
              <a:defRPr sz="2175" b="1">
                <a:solidFill>
                  <a:srgbClr val="087E72"/>
                </a:solidFill>
                <a:latin typeface="Arial"/>
                <a:ea typeface="Arial"/>
                <a:cs typeface="Arial"/>
              </a:defRPr>
            </a:lvl6pPr>
            <a:lvl7pPr>
              <a:defRPr sz="2175" b="1">
                <a:solidFill>
                  <a:srgbClr val="087E72"/>
                </a:solidFill>
                <a:latin typeface="Arial"/>
                <a:ea typeface="Arial"/>
                <a:cs typeface="Arial"/>
              </a:defRPr>
            </a:lvl7pPr>
            <a:lvl8pPr>
              <a:defRPr sz="2175" b="1">
                <a:solidFill>
                  <a:srgbClr val="087E72"/>
                </a:solidFill>
                <a:latin typeface="Arial"/>
                <a:ea typeface="Arial"/>
                <a:cs typeface="Arial"/>
              </a:defRPr>
            </a:lvl8pPr>
            <a:lvl9pPr>
              <a:defRPr sz="2175" b="1">
                <a:solidFill>
                  <a:srgbClr val="087E72"/>
                </a:solidFill>
                <a:latin typeface="Arial"/>
                <a:ea typeface="Arial"/>
                <a:cs typeface="Arial"/>
              </a:defRPr>
            </a:lvl9pPr>
          </a:lstStyle>
          <a:p xmlns:a="http://schemas.openxmlformats.org/drawingml/2006/main">
            <a:pPr>
              <a:defRPr sz="2175" b="1">
                <a:solidFill>
                  <a:srgbClr val="087E72"/>
                </a:solidFill>
                <a:latin typeface="Arial"/>
                <a:ea typeface="Arial"/>
                <a:cs typeface="Arial"/>
              </a:defRPr>
            </a:pPr>
            <a:r>
              <a:rPr sz="2175" b="1">
                <a:solidFill>
                  <a:srgbClr val="087E72"/>
                </a:solidFill>
                <a:latin typeface="Arial"/>
                <a:ea typeface="Arial"/>
                <a:cs typeface="Arial"/>
              </a:rPr>
              <a:t>Pilot assay</a:t>
            </a:r>
          </a:p>
        </p:txBody>
      </p:sp>
      <p:sp>
        <p:nvSpPr>
          <p:cNvPr id="13" name="">
            <a:extLst xmlns:a="http://schemas.openxmlformats.org/drawingml/2006/main">
              <a:ext uri="{FF2B5EF4-FFF2-40B4-BE49-F238E27FC236}">
                <a16:creationId xmlns:a16="http://schemas.microsoft.com/office/drawing/2014/main" id="{623DAE4A-2E92-480A-9A18-E5E403AFBA85}"/>
              </a:ext>
            </a:extLst>
          </p:cNvPr>
          <p:cNvSpPr>
            <a:spLocks xmlns:a="http://schemas.openxmlformats.org/drawingml/2006/main" noGrp="1"/>
          </p:cNvSpPr>
          <p:nvPr/>
        </p:nvSpPr>
        <p:spPr>
          <a:xfrm xmlns:a="http://schemas.openxmlformats.org/drawingml/2006/main">
            <a:off x="5029200" y="4219575"/>
            <a:ext cx="6191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19050" rIns="19050" bIns="19050" anchor="ctr">
            <a:normAutofit fontScale="100000"/>
          </a:bodyPr>
          <a:lstStyle xmlns:a="http://schemas.openxmlformats.org/drawingml/2006/main">
            <a:defPPr>
              <a:defRPr sz="1950" b="0">
                <a:solidFill>
                  <a:srgbClr val="16333A"/>
                </a:solidFill>
                <a:latin typeface="Arial"/>
                <a:ea typeface="Arial"/>
                <a:cs typeface="Arial"/>
              </a:defRPr>
            </a:defPPr>
            <a:lvl1pPr>
              <a:defRPr sz="1950" b="0">
                <a:solidFill>
                  <a:srgbClr val="16333A"/>
                </a:solidFill>
                <a:latin typeface="Arial"/>
                <a:ea typeface="Arial"/>
                <a:cs typeface="Arial"/>
              </a:defRPr>
            </a:lvl1pPr>
            <a:lvl2pPr>
              <a:defRPr sz="1950" b="0">
                <a:solidFill>
                  <a:srgbClr val="16333A"/>
                </a:solidFill>
                <a:latin typeface="Arial"/>
                <a:ea typeface="Arial"/>
                <a:cs typeface="Arial"/>
              </a:defRPr>
            </a:lvl2pPr>
            <a:lvl3pPr>
              <a:defRPr sz="1950" b="0">
                <a:solidFill>
                  <a:srgbClr val="16333A"/>
                </a:solidFill>
                <a:latin typeface="Arial"/>
                <a:ea typeface="Arial"/>
                <a:cs typeface="Arial"/>
              </a:defRPr>
            </a:lvl3pPr>
            <a:lvl4pPr>
              <a:defRPr sz="1950" b="0">
                <a:solidFill>
                  <a:srgbClr val="16333A"/>
                </a:solidFill>
                <a:latin typeface="Arial"/>
                <a:ea typeface="Arial"/>
                <a:cs typeface="Arial"/>
              </a:defRPr>
            </a:lvl4pPr>
            <a:lvl5pPr>
              <a:defRPr sz="1950" b="0">
                <a:solidFill>
                  <a:srgbClr val="16333A"/>
                </a:solidFill>
                <a:latin typeface="Arial"/>
                <a:ea typeface="Arial"/>
                <a:cs typeface="Arial"/>
              </a:defRPr>
            </a:lvl5pPr>
            <a:lvl6pPr>
              <a:defRPr sz="1950" b="0">
                <a:solidFill>
                  <a:srgbClr val="16333A"/>
                </a:solidFill>
                <a:latin typeface="Arial"/>
                <a:ea typeface="Arial"/>
                <a:cs typeface="Arial"/>
              </a:defRPr>
            </a:lvl6pPr>
            <a:lvl7pPr>
              <a:defRPr sz="1950" b="0">
                <a:solidFill>
                  <a:srgbClr val="16333A"/>
                </a:solidFill>
                <a:latin typeface="Arial"/>
                <a:ea typeface="Arial"/>
                <a:cs typeface="Arial"/>
              </a:defRPr>
            </a:lvl7pPr>
            <a:lvl8pPr>
              <a:defRPr sz="1950" b="0">
                <a:solidFill>
                  <a:srgbClr val="16333A"/>
                </a:solidFill>
                <a:latin typeface="Arial"/>
                <a:ea typeface="Arial"/>
                <a:cs typeface="Arial"/>
              </a:defRPr>
            </a:lvl8pPr>
            <a:lvl9pPr>
              <a:defRPr sz="1950" b="0">
                <a:solidFill>
                  <a:srgbClr val="16333A"/>
                </a:solidFill>
                <a:latin typeface="Arial"/>
                <a:ea typeface="Arial"/>
                <a:cs typeface="Arial"/>
              </a:defRPr>
            </a:lvl9pPr>
          </a:lstStyle>
          <a:p xmlns:a="http://schemas.openxmlformats.org/drawingml/2006/main">
            <a:pPr>
              <a:defRPr sz="1950" b="0">
                <a:solidFill>
                  <a:srgbClr val="16333A"/>
                </a:solidFill>
                <a:latin typeface="Arial"/>
                <a:ea typeface="Arial"/>
                <a:cs typeface="Arial"/>
              </a:defRPr>
            </a:pPr>
            <a:r>
              <a:rPr sz="1950" b="0">
                <a:solidFill>
                  <a:srgbClr val="16333A"/>
                </a:solidFill>
                <a:latin typeface="Arial"/>
                <a:ea typeface="Arial"/>
                <a:cs typeface="Arial"/>
              </a:rPr>
              <a:t>Review probe dan uji lab;</a:t>
            </a:r>
          </a:p>
          <a:p xmlns:a="http://schemas.openxmlformats.org/drawingml/2006/main">
            <a:pPr>
              <a:defRPr sz="1950" b="0">
                <a:solidFill>
                  <a:srgbClr val="16333A"/>
                </a:solidFill>
                <a:latin typeface="Arial"/>
                <a:ea typeface="Arial"/>
                <a:cs typeface="Arial"/>
              </a:defRPr>
            </a:pPr>
            <a:r>
              <a:rPr sz="1950" b="0">
                <a:solidFill>
                  <a:srgbClr val="16333A"/>
                </a:solidFill>
                <a:latin typeface="Arial"/>
                <a:ea typeface="Arial"/>
                <a:cs typeface="Arial"/>
              </a:rPr>
              <a:t>kemudian pilot prospektif</a:t>
            </a:r>
          </a:p>
        </p:txBody>
      </p:sp>
      <p:sp>
        <p:nvSpPr>
          <p:cNvPr id="14" name="">
            <a:extLst xmlns:a="http://schemas.openxmlformats.org/drawingml/2006/main">
              <a:ext uri="{FF2B5EF4-FFF2-40B4-BE49-F238E27FC236}">
                <a16:creationId xmlns:a16="http://schemas.microsoft.com/office/drawing/2014/main" id="{FB0114EA-2EA4-446E-9A65-9F70A5C830C9}"/>
              </a:ext>
            </a:extLst>
          </p:cNvPr>
          <p:cNvSpPr>
            <a:spLocks xmlns:a="http://schemas.openxmlformats.org/drawingml/2006/main" noGrp="1"/>
          </p:cNvSpPr>
          <p:nvPr/>
        </p:nvSpPr>
        <p:spPr>
          <a:xfrm xmlns:a="http://schemas.openxmlformats.org/drawingml/2006/main">
            <a:off x="762000" y="5467350"/>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19050" rIns="19050" bIns="19050" anchor="ctr">
            <a:normAutofit fontScale="100000"/>
          </a:bodyPr>
          <a:lstStyle xmlns:a="http://schemas.openxmlformats.org/drawingml/2006/main">
            <a:defPPr>
              <a:defRPr sz="1725" b="0">
                <a:solidFill>
                  <a:srgbClr val="5D7273"/>
                </a:solidFill>
                <a:latin typeface="Arial"/>
                <a:ea typeface="Arial"/>
                <a:cs typeface="Arial"/>
              </a:defRPr>
            </a:defPPr>
            <a:lvl1pPr>
              <a:defRPr sz="1725" b="0">
                <a:solidFill>
                  <a:srgbClr val="5D7273"/>
                </a:solidFill>
                <a:latin typeface="Arial"/>
                <a:ea typeface="Arial"/>
                <a:cs typeface="Arial"/>
              </a:defRPr>
            </a:lvl1pPr>
            <a:lvl2pPr>
              <a:defRPr sz="1725" b="0">
                <a:solidFill>
                  <a:srgbClr val="5D7273"/>
                </a:solidFill>
                <a:latin typeface="Arial"/>
                <a:ea typeface="Arial"/>
                <a:cs typeface="Arial"/>
              </a:defRPr>
            </a:lvl2pPr>
            <a:lvl3pPr>
              <a:defRPr sz="1725" b="0">
                <a:solidFill>
                  <a:srgbClr val="5D7273"/>
                </a:solidFill>
                <a:latin typeface="Arial"/>
                <a:ea typeface="Arial"/>
                <a:cs typeface="Arial"/>
              </a:defRPr>
            </a:lvl3pPr>
            <a:lvl4pPr>
              <a:defRPr sz="1725" b="0">
                <a:solidFill>
                  <a:srgbClr val="5D7273"/>
                </a:solidFill>
                <a:latin typeface="Arial"/>
                <a:ea typeface="Arial"/>
                <a:cs typeface="Arial"/>
              </a:defRPr>
            </a:lvl4pPr>
            <a:lvl5pPr>
              <a:defRPr sz="1725" b="0">
                <a:solidFill>
                  <a:srgbClr val="5D7273"/>
                </a:solidFill>
                <a:latin typeface="Arial"/>
                <a:ea typeface="Arial"/>
                <a:cs typeface="Arial"/>
              </a:defRPr>
            </a:lvl5pPr>
            <a:lvl6pPr>
              <a:defRPr sz="1725" b="0">
                <a:solidFill>
                  <a:srgbClr val="5D7273"/>
                </a:solidFill>
                <a:latin typeface="Arial"/>
                <a:ea typeface="Arial"/>
                <a:cs typeface="Arial"/>
              </a:defRPr>
            </a:lvl6pPr>
            <a:lvl7pPr>
              <a:defRPr sz="1725" b="0">
                <a:solidFill>
                  <a:srgbClr val="5D7273"/>
                </a:solidFill>
                <a:latin typeface="Arial"/>
                <a:ea typeface="Arial"/>
                <a:cs typeface="Arial"/>
              </a:defRPr>
            </a:lvl7pPr>
            <a:lvl8pPr>
              <a:defRPr sz="1725" b="0">
                <a:solidFill>
                  <a:srgbClr val="5D7273"/>
                </a:solidFill>
                <a:latin typeface="Arial"/>
                <a:ea typeface="Arial"/>
                <a:cs typeface="Arial"/>
              </a:defRPr>
            </a:lvl8pPr>
            <a:lvl9pPr>
              <a:defRPr sz="1725" b="0">
                <a:solidFill>
                  <a:srgbClr val="5D7273"/>
                </a:solidFill>
                <a:latin typeface="Arial"/>
                <a:ea typeface="Arial"/>
                <a:cs typeface="Arial"/>
              </a:defRPr>
            </a:lvl9pPr>
          </a:lstStyle>
          <a:p xmlns:a="http://schemas.openxmlformats.org/drawingml/2006/main">
            <a:pPr>
              <a:defRPr sz="1725" b="0">
                <a:solidFill>
                  <a:srgbClr val="5D7273"/>
                </a:solidFill>
                <a:latin typeface="Arial"/>
                <a:ea typeface="Arial"/>
                <a:cs typeface="Arial"/>
              </a:defRPr>
            </a:pPr>
            <a:r>
              <a:rPr sz="1725" b="0">
                <a:solidFill>
                  <a:srgbClr val="5D7273"/>
                </a:solidFill>
                <a:latin typeface="Arial"/>
                <a:ea typeface="Arial"/>
                <a:cs typeface="Arial"/>
              </a:rPr>
              <a:t>Champion: peneliti · pembeli: kepala lab/program · veto: data, mutu dan pengadaan</a:t>
            </a:r>
          </a:p>
        </p:txBody>
      </p:sp>
      <p:sp>
        <p:nvSpPr>
          <p:cNvPr id="15" name="">
            <a:extLst xmlns:a="http://schemas.openxmlformats.org/drawingml/2006/main">
              <a:ext uri="{FF2B5EF4-FFF2-40B4-BE49-F238E27FC236}">
                <a16:creationId xmlns:a16="http://schemas.microsoft.com/office/drawing/2014/main" id="{4E6273D9-42F3-4607-A76C-0A1D15BF2535}"/>
              </a:ext>
            </a:extLst>
          </p:cNvPr>
          <p:cNvSpPr>
            <a:spLocks xmlns:a="http://schemas.openxmlformats.org/drawingml/2006/main" noGrp="1"/>
          </p:cNvSpPr>
          <p:nvPr/>
        </p:nvSpPr>
        <p:spPr>
          <a:xfrm xmlns:a="http://schemas.openxmlformats.org/drawingml/2006/main">
            <a:off x="762000" y="598170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19050" rIns="19050" bIns="19050" anchor="ctr">
            <a:normAutofit fontScale="100000"/>
          </a:bodyPr>
          <a:lstStyle xmlns:a="http://schemas.openxmlformats.org/drawingml/2006/main">
            <a:defPPr>
              <a:defRPr sz="1425" b="0">
                <a:solidFill>
                  <a:srgbClr val="5D7273"/>
                </a:solidFill>
                <a:latin typeface="Arial"/>
                <a:ea typeface="Arial"/>
                <a:cs typeface="Arial"/>
              </a:defRPr>
            </a:defPPr>
            <a:lvl1pPr>
              <a:defRPr sz="1425" b="0">
                <a:solidFill>
                  <a:srgbClr val="5D7273"/>
                </a:solidFill>
                <a:latin typeface="Arial"/>
                <a:ea typeface="Arial"/>
                <a:cs typeface="Arial"/>
              </a:defRPr>
            </a:lvl1pPr>
            <a:lvl2pPr>
              <a:defRPr sz="1425" b="0">
                <a:solidFill>
                  <a:srgbClr val="5D7273"/>
                </a:solidFill>
                <a:latin typeface="Arial"/>
                <a:ea typeface="Arial"/>
                <a:cs typeface="Arial"/>
              </a:defRPr>
            </a:lvl2pPr>
            <a:lvl3pPr>
              <a:defRPr sz="1425" b="0">
                <a:solidFill>
                  <a:srgbClr val="5D7273"/>
                </a:solidFill>
                <a:latin typeface="Arial"/>
                <a:ea typeface="Arial"/>
                <a:cs typeface="Arial"/>
              </a:defRPr>
            </a:lvl3pPr>
            <a:lvl4pPr>
              <a:defRPr sz="1425" b="0">
                <a:solidFill>
                  <a:srgbClr val="5D7273"/>
                </a:solidFill>
                <a:latin typeface="Arial"/>
                <a:ea typeface="Arial"/>
                <a:cs typeface="Arial"/>
              </a:defRPr>
            </a:lvl4pPr>
            <a:lvl5pPr>
              <a:defRPr sz="1425" b="0">
                <a:solidFill>
                  <a:srgbClr val="5D7273"/>
                </a:solidFill>
                <a:latin typeface="Arial"/>
                <a:ea typeface="Arial"/>
                <a:cs typeface="Arial"/>
              </a:defRPr>
            </a:lvl5pPr>
            <a:lvl6pPr>
              <a:defRPr sz="1425" b="0">
                <a:solidFill>
                  <a:srgbClr val="5D7273"/>
                </a:solidFill>
                <a:latin typeface="Arial"/>
                <a:ea typeface="Arial"/>
                <a:cs typeface="Arial"/>
              </a:defRPr>
            </a:lvl6pPr>
            <a:lvl7pPr>
              <a:defRPr sz="1425" b="0">
                <a:solidFill>
                  <a:srgbClr val="5D7273"/>
                </a:solidFill>
                <a:latin typeface="Arial"/>
                <a:ea typeface="Arial"/>
                <a:cs typeface="Arial"/>
              </a:defRPr>
            </a:lvl7pPr>
            <a:lvl8pPr>
              <a:defRPr sz="1425" b="0">
                <a:solidFill>
                  <a:srgbClr val="5D7273"/>
                </a:solidFill>
                <a:latin typeface="Arial"/>
                <a:ea typeface="Arial"/>
                <a:cs typeface="Arial"/>
              </a:defRPr>
            </a:lvl8pPr>
            <a:lvl9pPr>
              <a:defRPr sz="1425" b="0">
                <a:solidFill>
                  <a:srgbClr val="5D7273"/>
                </a:solidFill>
                <a:latin typeface="Arial"/>
                <a:ea typeface="Arial"/>
                <a:cs typeface="Arial"/>
              </a:defRPr>
            </a:lvl9pPr>
          </a:lstStyle>
          <a:p xmlns:a="http://schemas.openxmlformats.org/drawingml/2006/main">
            <a:pPr>
              <a:defRPr sz="1425" b="0">
                <a:solidFill>
                  <a:srgbClr val="5D7273"/>
                </a:solidFill>
                <a:latin typeface="Arial"/>
                <a:ea typeface="Arial"/>
                <a:cs typeface="Arial"/>
              </a:defRPr>
            </a:pPr>
            <a:r>
              <a:rPr sz="1425" b="0">
                <a:solidFill>
                  <a:srgbClr val="5D7273"/>
                </a:solidFill>
                <a:latin typeface="Arial"/>
                <a:ea typeface="Arial"/>
                <a:cs typeface="Arial"/>
              </a:rPr>
              <a:t>Langganan setelah penggunaan berulang terbukti. Belum ada pendanaan atau kemitraan yang diklaim.</a:t>
            </a:r>
          </a:p>
        </p:txBody>
      </p:sp>
    </p:spTree>
    <p:extLst>
      <p:ext uri="{BB962C8B-B14F-4D97-AF65-F5344CB8AC3E}">
        <p14:creationId xmlns:p14="http://schemas.microsoft.com/office/powerpoint/2010/main" val="1269127488"/>
      </p:ext>
    </p:extLst>
  </p:cSld>
</p:sld>
</file>

<file path=ppt/slides/slide10.xml><?xml version="1.0" encoding="utf-8"?>
<p:sld xmlns:p="http://schemas.openxmlformats.org/presentationml/2006/main">
  <p:cSld>
    <p:bg>
      <p:bgPr>
        <a:solidFill xmlns:a="http://schemas.openxmlformats.org/drawingml/2006/main">
          <a:srgbClr val="F4F7F3"/>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AD9EDBC0-5D78-4619-B9F0-D3291156F6D1}"/>
              </a:ext>
            </a:extLst>
          </p:cNvPr>
          <p:cNvSpPr>
            <a:spLocks xmlns:a="http://schemas.openxmlformats.org/drawingml/2006/main" noGrp="1"/>
          </p:cNvSpPr>
          <p:nvPr/>
        </p:nvSpPr>
        <p:spPr>
          <a:xfrm xmlns:a="http://schemas.openxmlformats.org/drawingml/2006/main">
            <a:off x="685800" y="333375"/>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19050" rIns="19050" bIns="19050" anchor="ctr">
            <a:normAutofit fontScale="100000"/>
          </a:bodyPr>
          <a:lstStyle xmlns:a="http://schemas.openxmlformats.org/drawingml/2006/main">
            <a:defPPr>
              <a:defRPr sz="1200" b="1">
                <a:solidFill>
                  <a:srgbClr val="087E72"/>
                </a:solidFill>
                <a:latin typeface="Arial"/>
                <a:ea typeface="Arial"/>
                <a:cs typeface="Arial"/>
              </a:defRPr>
            </a:defPPr>
            <a:lvl1pPr>
              <a:defRPr sz="1200" b="1">
                <a:solidFill>
                  <a:srgbClr val="087E72"/>
                </a:solidFill>
                <a:latin typeface="Arial"/>
                <a:ea typeface="Arial"/>
                <a:cs typeface="Arial"/>
              </a:defRPr>
            </a:lvl1pPr>
            <a:lvl2pPr>
              <a:defRPr sz="1200" b="1">
                <a:solidFill>
                  <a:srgbClr val="087E72"/>
                </a:solidFill>
                <a:latin typeface="Arial"/>
                <a:ea typeface="Arial"/>
                <a:cs typeface="Arial"/>
              </a:defRPr>
            </a:lvl2pPr>
            <a:lvl3pPr>
              <a:defRPr sz="1200" b="1">
                <a:solidFill>
                  <a:srgbClr val="087E72"/>
                </a:solidFill>
                <a:latin typeface="Arial"/>
                <a:ea typeface="Arial"/>
                <a:cs typeface="Arial"/>
              </a:defRPr>
            </a:lvl3pPr>
            <a:lvl4pPr>
              <a:defRPr sz="1200" b="1">
                <a:solidFill>
                  <a:srgbClr val="087E72"/>
                </a:solidFill>
                <a:latin typeface="Arial"/>
                <a:ea typeface="Arial"/>
                <a:cs typeface="Arial"/>
              </a:defRPr>
            </a:lvl4pPr>
            <a:lvl5pPr>
              <a:defRPr sz="1200" b="1">
                <a:solidFill>
                  <a:srgbClr val="087E72"/>
                </a:solidFill>
                <a:latin typeface="Arial"/>
                <a:ea typeface="Arial"/>
                <a:cs typeface="Arial"/>
              </a:defRPr>
            </a:lvl5pPr>
            <a:lvl6pPr>
              <a:defRPr sz="1200" b="1">
                <a:solidFill>
                  <a:srgbClr val="087E72"/>
                </a:solidFill>
                <a:latin typeface="Arial"/>
                <a:ea typeface="Arial"/>
                <a:cs typeface="Arial"/>
              </a:defRPr>
            </a:lvl6pPr>
            <a:lvl7pPr>
              <a:defRPr sz="1200" b="1">
                <a:solidFill>
                  <a:srgbClr val="087E72"/>
                </a:solidFill>
                <a:latin typeface="Arial"/>
                <a:ea typeface="Arial"/>
                <a:cs typeface="Arial"/>
              </a:defRPr>
            </a:lvl7pPr>
            <a:lvl8pPr>
              <a:defRPr sz="1200" b="1">
                <a:solidFill>
                  <a:srgbClr val="087E72"/>
                </a:solidFill>
                <a:latin typeface="Arial"/>
                <a:ea typeface="Arial"/>
                <a:cs typeface="Arial"/>
              </a:defRPr>
            </a:lvl8pPr>
            <a:lvl9pPr>
              <a:defRPr sz="1200" b="1">
                <a:solidFill>
                  <a:srgbClr val="087E72"/>
                </a:solidFill>
                <a:latin typeface="Arial"/>
                <a:ea typeface="Arial"/>
                <a:cs typeface="Arial"/>
              </a:defRPr>
            </a:lvl9pPr>
          </a:lstStyle>
          <a:p xmlns:a="http://schemas.openxmlformats.org/drawingml/2006/main">
            <a:pPr>
              <a:defRPr sz="1200" b="1">
                <a:solidFill>
                  <a:srgbClr val="087E72"/>
                </a:solidFill>
                <a:latin typeface="Arial"/>
                <a:ea typeface="Arial"/>
                <a:cs typeface="Arial"/>
              </a:defRPr>
            </a:pPr>
            <a:r>
              <a:rPr sz="1200" b="1">
                <a:solidFill>
                  <a:srgbClr val="087E72"/>
                </a:solidFill>
                <a:latin typeface="Arial"/>
                <a:ea typeface="Arial"/>
                <a:cs typeface="Arial"/>
              </a:rPr>
              <a:t>TIM / PRE-EXISTING VS SELAMA HACKATHON</a:t>
            </a:r>
          </a:p>
        </p:txBody>
      </p:sp>
      <p:sp>
        <p:nvSpPr>
          <p:cNvPr id="2" name="">
            <a:extLst xmlns:a="http://schemas.openxmlformats.org/drawingml/2006/main">
              <a:ext uri="{FF2B5EF4-FFF2-40B4-BE49-F238E27FC236}">
                <a16:creationId xmlns:a16="http://schemas.microsoft.com/office/drawing/2014/main" id="{1D4405B9-CA4C-4C5A-943A-1CD6AC482FAD}"/>
              </a:ext>
            </a:extLst>
          </p:cNvPr>
          <p:cNvSpPr>
            <a:spLocks xmlns:a="http://schemas.openxmlformats.org/drawingml/2006/main" noGrp="1"/>
          </p:cNvSpPr>
          <p:nvPr/>
        </p:nvSpPr>
        <p:spPr>
          <a:xfrm xmlns:a="http://schemas.openxmlformats.org/drawingml/2006/main">
            <a:off x="685800" y="733425"/>
            <a:ext cx="10668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19050" rIns="19050" bIns="19050" anchor="ctr">
            <a:normAutofit fontScale="100000"/>
          </a:bodyPr>
          <a:lstStyle xmlns:a="http://schemas.openxmlformats.org/drawingml/2006/main">
            <a:defPPr>
              <a:defRPr sz="3300" b="1">
                <a:solidFill>
                  <a:srgbClr val="16333A"/>
                </a:solidFill>
                <a:latin typeface="Arial"/>
                <a:ea typeface="Arial"/>
                <a:cs typeface="Arial"/>
              </a:defRPr>
            </a:defPPr>
            <a:lvl1pPr>
              <a:defRPr sz="3300" b="1">
                <a:solidFill>
                  <a:srgbClr val="16333A"/>
                </a:solidFill>
                <a:latin typeface="Arial"/>
                <a:ea typeface="Arial"/>
                <a:cs typeface="Arial"/>
              </a:defRPr>
            </a:lvl1pPr>
            <a:lvl2pPr>
              <a:defRPr sz="3300" b="1">
                <a:solidFill>
                  <a:srgbClr val="16333A"/>
                </a:solidFill>
                <a:latin typeface="Arial"/>
                <a:ea typeface="Arial"/>
                <a:cs typeface="Arial"/>
              </a:defRPr>
            </a:lvl2pPr>
            <a:lvl3pPr>
              <a:defRPr sz="3300" b="1">
                <a:solidFill>
                  <a:srgbClr val="16333A"/>
                </a:solidFill>
                <a:latin typeface="Arial"/>
                <a:ea typeface="Arial"/>
                <a:cs typeface="Arial"/>
              </a:defRPr>
            </a:lvl3pPr>
            <a:lvl4pPr>
              <a:defRPr sz="3300" b="1">
                <a:solidFill>
                  <a:srgbClr val="16333A"/>
                </a:solidFill>
                <a:latin typeface="Arial"/>
                <a:ea typeface="Arial"/>
                <a:cs typeface="Arial"/>
              </a:defRPr>
            </a:lvl4pPr>
            <a:lvl5pPr>
              <a:defRPr sz="3300" b="1">
                <a:solidFill>
                  <a:srgbClr val="16333A"/>
                </a:solidFill>
                <a:latin typeface="Arial"/>
                <a:ea typeface="Arial"/>
                <a:cs typeface="Arial"/>
              </a:defRPr>
            </a:lvl5pPr>
            <a:lvl6pPr>
              <a:defRPr sz="3300" b="1">
                <a:solidFill>
                  <a:srgbClr val="16333A"/>
                </a:solidFill>
                <a:latin typeface="Arial"/>
                <a:ea typeface="Arial"/>
                <a:cs typeface="Arial"/>
              </a:defRPr>
            </a:lvl6pPr>
            <a:lvl7pPr>
              <a:defRPr sz="3300" b="1">
                <a:solidFill>
                  <a:srgbClr val="16333A"/>
                </a:solidFill>
                <a:latin typeface="Arial"/>
                <a:ea typeface="Arial"/>
                <a:cs typeface="Arial"/>
              </a:defRPr>
            </a:lvl7pPr>
            <a:lvl8pPr>
              <a:defRPr sz="3300" b="1">
                <a:solidFill>
                  <a:srgbClr val="16333A"/>
                </a:solidFill>
                <a:latin typeface="Arial"/>
                <a:ea typeface="Arial"/>
                <a:cs typeface="Arial"/>
              </a:defRPr>
            </a:lvl8pPr>
            <a:lvl9pPr>
              <a:defRPr sz="3300" b="1">
                <a:solidFill>
                  <a:srgbClr val="16333A"/>
                </a:solidFill>
                <a:latin typeface="Arial"/>
                <a:ea typeface="Arial"/>
                <a:cs typeface="Arial"/>
              </a:defRPr>
            </a:lvl9pPr>
          </a:lstStyle>
          <a:p xmlns:a="http://schemas.openxmlformats.org/drawingml/2006/main">
            <a:pPr>
              <a:defRPr sz="3300" b="1">
                <a:solidFill>
                  <a:srgbClr val="16333A"/>
                </a:solidFill>
                <a:latin typeface="Arial"/>
                <a:ea typeface="Arial"/>
                <a:cs typeface="Arial"/>
              </a:defRPr>
            </a:pPr>
            <a:r>
              <a:rPr sz="3300" b="1">
                <a:solidFill>
                  <a:srgbClr val="16333A"/>
                </a:solidFill>
                <a:latin typeface="Arial"/>
                <a:ea typeface="Arial"/>
                <a:cs typeface="Arial"/>
              </a:rPr>
              <a:t>Tim Exastra dan kontribusi hackathon</a:t>
            </a:r>
          </a:p>
        </p:txBody>
      </p:sp>
      <p:sp>
        <p:nvSpPr>
          <p:cNvPr id="3" name="">
            <a:extLst xmlns:a="http://schemas.openxmlformats.org/drawingml/2006/main">
              <a:ext uri="{FF2B5EF4-FFF2-40B4-BE49-F238E27FC236}">
                <a16:creationId xmlns:a16="http://schemas.microsoft.com/office/drawing/2014/main" id="{BAF4863B-6206-40F9-9665-B316AC1FC5D9}"/>
              </a:ext>
            </a:extLst>
          </p:cNvPr>
          <p:cNvSpPr>
            <a:spLocks xmlns:a="http://schemas.openxmlformats.org/drawingml/2006/main" noGrp="1"/>
          </p:cNvSpPr>
          <p:nvPr/>
        </p:nvSpPr>
        <p:spPr>
          <a:xfrm xmlns:a="http://schemas.openxmlformats.org/drawingml/2006/main">
            <a:off x="685800" y="6448425"/>
            <a:ext cx="9239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19050" rIns="19050" bIns="19050" anchor="ctr">
            <a:normAutofit fontScale="100000"/>
          </a:bodyPr>
          <a:lstStyle xmlns:a="http://schemas.openxmlformats.org/drawingml/2006/main">
            <a:defPPr>
              <a:defRPr sz="975" b="0">
                <a:solidFill>
                  <a:srgbClr val="5D7273"/>
                </a:solidFill>
                <a:latin typeface="Arial"/>
                <a:ea typeface="Arial"/>
                <a:cs typeface="Arial"/>
              </a:defRPr>
            </a:defPPr>
            <a:lvl1pPr>
              <a:defRPr sz="975" b="0">
                <a:solidFill>
                  <a:srgbClr val="5D7273"/>
                </a:solidFill>
                <a:latin typeface="Arial"/>
                <a:ea typeface="Arial"/>
                <a:cs typeface="Arial"/>
              </a:defRPr>
            </a:lvl1pPr>
            <a:lvl2pPr>
              <a:defRPr sz="975" b="0">
                <a:solidFill>
                  <a:srgbClr val="5D7273"/>
                </a:solidFill>
                <a:latin typeface="Arial"/>
                <a:ea typeface="Arial"/>
                <a:cs typeface="Arial"/>
              </a:defRPr>
            </a:lvl2pPr>
            <a:lvl3pPr>
              <a:defRPr sz="975" b="0">
                <a:solidFill>
                  <a:srgbClr val="5D7273"/>
                </a:solidFill>
                <a:latin typeface="Arial"/>
                <a:ea typeface="Arial"/>
                <a:cs typeface="Arial"/>
              </a:defRPr>
            </a:lvl3pPr>
            <a:lvl4pPr>
              <a:defRPr sz="975" b="0">
                <a:solidFill>
                  <a:srgbClr val="5D7273"/>
                </a:solidFill>
                <a:latin typeface="Arial"/>
                <a:ea typeface="Arial"/>
                <a:cs typeface="Arial"/>
              </a:defRPr>
            </a:lvl4pPr>
            <a:lvl5pPr>
              <a:defRPr sz="975" b="0">
                <a:solidFill>
                  <a:srgbClr val="5D7273"/>
                </a:solidFill>
                <a:latin typeface="Arial"/>
                <a:ea typeface="Arial"/>
                <a:cs typeface="Arial"/>
              </a:defRPr>
            </a:lvl5pPr>
            <a:lvl6pPr>
              <a:defRPr sz="975" b="0">
                <a:solidFill>
                  <a:srgbClr val="5D7273"/>
                </a:solidFill>
                <a:latin typeface="Arial"/>
                <a:ea typeface="Arial"/>
                <a:cs typeface="Arial"/>
              </a:defRPr>
            </a:lvl6pPr>
            <a:lvl7pPr>
              <a:defRPr sz="975" b="0">
                <a:solidFill>
                  <a:srgbClr val="5D7273"/>
                </a:solidFill>
                <a:latin typeface="Arial"/>
                <a:ea typeface="Arial"/>
                <a:cs typeface="Arial"/>
              </a:defRPr>
            </a:lvl7pPr>
            <a:lvl8pPr>
              <a:defRPr sz="975" b="0">
                <a:solidFill>
                  <a:srgbClr val="5D7273"/>
                </a:solidFill>
                <a:latin typeface="Arial"/>
                <a:ea typeface="Arial"/>
                <a:cs typeface="Arial"/>
              </a:defRPr>
            </a:lvl8pPr>
            <a:lvl9pPr>
              <a:defRPr sz="975" b="0">
                <a:solidFill>
                  <a:srgbClr val="5D7273"/>
                </a:solidFill>
                <a:latin typeface="Arial"/>
                <a:ea typeface="Arial"/>
                <a:cs typeface="Arial"/>
              </a:defRPr>
            </a:lvl9pPr>
          </a:lstStyle>
          <a:p xmlns:a="http://schemas.openxmlformats.org/drawingml/2006/main">
            <a:pPr>
              <a:defRPr sz="975" b="0">
                <a:solidFill>
                  <a:srgbClr val="5D7273"/>
                </a:solidFill>
                <a:latin typeface="Arial"/>
                <a:ea typeface="Arial"/>
                <a:cs typeface="Arial"/>
              </a:defRPr>
            </a:pPr>
            <a:r>
              <a:rPr sz="975" b="0">
                <a:solidFill>
                  <a:srgbClr val="5D7273"/>
                </a:solidFill>
                <a:latin typeface="Arial"/>
                <a:ea typeface="Arial"/>
                <a:cs typeface="Arial"/>
              </a:rPr>
              <a:t>EXASTRA · GENOHACK 2026 · RISET KOMPUTASIONAL</a:t>
            </a:r>
          </a:p>
        </p:txBody>
      </p:sp>
      <p:sp>
        <p:nvSpPr>
          <p:cNvPr id="4" name="">
            <a:extLst xmlns:a="http://schemas.openxmlformats.org/drawingml/2006/main">
              <a:ext uri="{FF2B5EF4-FFF2-40B4-BE49-F238E27FC236}">
                <a16:creationId xmlns:a16="http://schemas.microsoft.com/office/drawing/2014/main" id="{9BFD4205-941E-4AB7-A172-D5F3D708DC68}"/>
              </a:ext>
            </a:extLst>
          </p:cNvPr>
          <p:cNvSpPr>
            <a:spLocks xmlns:a="http://schemas.openxmlformats.org/drawingml/2006/main" noGrp="1"/>
          </p:cNvSpPr>
          <p:nvPr/>
        </p:nvSpPr>
        <p:spPr>
          <a:xfrm xmlns:a="http://schemas.openxmlformats.org/drawingml/2006/main">
            <a:off x="11125200" y="6448425"/>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19050" rIns="19050" bIns="19050" anchor="ctr">
            <a:normAutofit fontScale="100000"/>
          </a:bodyPr>
          <a:lstStyle xmlns:a="http://schemas.openxmlformats.org/drawingml/2006/main">
            <a:defPPr>
              <a:defRPr sz="1050" b="1">
                <a:solidFill>
                  <a:srgbClr val="5D7273"/>
                </a:solidFill>
                <a:latin typeface="Arial"/>
                <a:ea typeface="Arial"/>
                <a:cs typeface="Arial"/>
              </a:defRPr>
            </a:defPPr>
            <a:lvl1pPr>
              <a:defRPr sz="1050" b="1">
                <a:solidFill>
                  <a:srgbClr val="5D7273"/>
                </a:solidFill>
                <a:latin typeface="Arial"/>
                <a:ea typeface="Arial"/>
                <a:cs typeface="Arial"/>
              </a:defRPr>
            </a:lvl1pPr>
            <a:lvl2pPr>
              <a:defRPr sz="1050" b="1">
                <a:solidFill>
                  <a:srgbClr val="5D7273"/>
                </a:solidFill>
                <a:latin typeface="Arial"/>
                <a:ea typeface="Arial"/>
                <a:cs typeface="Arial"/>
              </a:defRPr>
            </a:lvl2pPr>
            <a:lvl3pPr>
              <a:defRPr sz="1050" b="1">
                <a:solidFill>
                  <a:srgbClr val="5D7273"/>
                </a:solidFill>
                <a:latin typeface="Arial"/>
                <a:ea typeface="Arial"/>
                <a:cs typeface="Arial"/>
              </a:defRPr>
            </a:lvl3pPr>
            <a:lvl4pPr>
              <a:defRPr sz="1050" b="1">
                <a:solidFill>
                  <a:srgbClr val="5D7273"/>
                </a:solidFill>
                <a:latin typeface="Arial"/>
                <a:ea typeface="Arial"/>
                <a:cs typeface="Arial"/>
              </a:defRPr>
            </a:lvl4pPr>
            <a:lvl5pPr>
              <a:defRPr sz="1050" b="1">
                <a:solidFill>
                  <a:srgbClr val="5D7273"/>
                </a:solidFill>
                <a:latin typeface="Arial"/>
                <a:ea typeface="Arial"/>
                <a:cs typeface="Arial"/>
              </a:defRPr>
            </a:lvl5pPr>
            <a:lvl6pPr>
              <a:defRPr sz="1050" b="1">
                <a:solidFill>
                  <a:srgbClr val="5D7273"/>
                </a:solidFill>
                <a:latin typeface="Arial"/>
                <a:ea typeface="Arial"/>
                <a:cs typeface="Arial"/>
              </a:defRPr>
            </a:lvl6pPr>
            <a:lvl7pPr>
              <a:defRPr sz="1050" b="1">
                <a:solidFill>
                  <a:srgbClr val="5D7273"/>
                </a:solidFill>
                <a:latin typeface="Arial"/>
                <a:ea typeface="Arial"/>
                <a:cs typeface="Arial"/>
              </a:defRPr>
            </a:lvl7pPr>
            <a:lvl8pPr>
              <a:defRPr sz="1050" b="1">
                <a:solidFill>
                  <a:srgbClr val="5D7273"/>
                </a:solidFill>
                <a:latin typeface="Arial"/>
                <a:ea typeface="Arial"/>
                <a:cs typeface="Arial"/>
              </a:defRPr>
            </a:lvl8pPr>
            <a:lvl9pPr>
              <a:defRPr sz="1050" b="1">
                <a:solidFill>
                  <a:srgbClr val="5D7273"/>
                </a:solidFill>
                <a:latin typeface="Arial"/>
                <a:ea typeface="Arial"/>
                <a:cs typeface="Arial"/>
              </a:defRPr>
            </a:lvl9pPr>
          </a:lstStyle>
          <a:p xmlns:a="http://schemas.openxmlformats.org/drawingml/2006/main">
            <a:pPr>
              <a:defRPr sz="1050" b="1">
                <a:solidFill>
                  <a:srgbClr val="5D7273"/>
                </a:solidFill>
                <a:latin typeface="Arial"/>
                <a:ea typeface="Arial"/>
                <a:cs typeface="Arial"/>
              </a:defRPr>
            </a:pPr>
            <a:r>
              <a:rPr sz="1050" b="1">
                <a:solidFill>
                  <a:srgbClr val="5D7273"/>
                </a:solidFill>
                <a:latin typeface="Arial"/>
                <a:ea typeface="Arial"/>
                <a:cs typeface="Arial"/>
              </a:rPr>
              <a:t>10</a:t>
            </a:r>
          </a:p>
        </p:txBody>
      </p:sp>
      <p:sp>
        <p:nvSpPr>
          <p:cNvPr id="5" name="">
            <a:extLst xmlns:a="http://schemas.openxmlformats.org/drawingml/2006/main">
              <a:ext uri="{FF2B5EF4-FFF2-40B4-BE49-F238E27FC236}">
                <a16:creationId xmlns:a16="http://schemas.microsoft.com/office/drawing/2014/main" id="{4D7DEAF4-3C1A-42F3-8DA6-A444BE6143E9}"/>
              </a:ext>
            </a:extLst>
          </p:cNvPr>
          <p:cNvSpPr>
            <a:spLocks xmlns:a="http://schemas.openxmlformats.org/drawingml/2006/main" noGrp="1"/>
          </p:cNvSpPr>
          <p:nvPr/>
        </p:nvSpPr>
        <p:spPr>
          <a:xfrm xmlns:a="http://schemas.openxmlformats.org/drawingml/2006/main">
            <a:off x="762000" y="1914525"/>
            <a:ext cx="457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19050" rIns="19050" bIns="19050" anchor="ctr">
            <a:normAutofit fontScale="100000"/>
          </a:bodyPr>
          <a:lstStyle xmlns:a="http://schemas.openxmlformats.org/drawingml/2006/main">
            <a:defPPr>
              <a:defRPr sz="1350" b="1">
                <a:solidFill>
                  <a:srgbClr val="087E72"/>
                </a:solidFill>
                <a:latin typeface="Arial"/>
                <a:ea typeface="Arial"/>
                <a:cs typeface="Arial"/>
              </a:defRPr>
            </a:defPPr>
            <a:lvl1pPr>
              <a:defRPr sz="1350" b="1">
                <a:solidFill>
                  <a:srgbClr val="087E72"/>
                </a:solidFill>
                <a:latin typeface="Arial"/>
                <a:ea typeface="Arial"/>
                <a:cs typeface="Arial"/>
              </a:defRPr>
            </a:lvl1pPr>
            <a:lvl2pPr>
              <a:defRPr sz="1350" b="1">
                <a:solidFill>
                  <a:srgbClr val="087E72"/>
                </a:solidFill>
                <a:latin typeface="Arial"/>
                <a:ea typeface="Arial"/>
                <a:cs typeface="Arial"/>
              </a:defRPr>
            </a:lvl2pPr>
            <a:lvl3pPr>
              <a:defRPr sz="1350" b="1">
                <a:solidFill>
                  <a:srgbClr val="087E72"/>
                </a:solidFill>
                <a:latin typeface="Arial"/>
                <a:ea typeface="Arial"/>
                <a:cs typeface="Arial"/>
              </a:defRPr>
            </a:lvl3pPr>
            <a:lvl4pPr>
              <a:defRPr sz="1350" b="1">
                <a:solidFill>
                  <a:srgbClr val="087E72"/>
                </a:solidFill>
                <a:latin typeface="Arial"/>
                <a:ea typeface="Arial"/>
                <a:cs typeface="Arial"/>
              </a:defRPr>
            </a:lvl4pPr>
            <a:lvl5pPr>
              <a:defRPr sz="1350" b="1">
                <a:solidFill>
                  <a:srgbClr val="087E72"/>
                </a:solidFill>
                <a:latin typeface="Arial"/>
                <a:ea typeface="Arial"/>
                <a:cs typeface="Arial"/>
              </a:defRPr>
            </a:lvl5pPr>
            <a:lvl6pPr>
              <a:defRPr sz="1350" b="1">
                <a:solidFill>
                  <a:srgbClr val="087E72"/>
                </a:solidFill>
                <a:latin typeface="Arial"/>
                <a:ea typeface="Arial"/>
                <a:cs typeface="Arial"/>
              </a:defRPr>
            </a:lvl6pPr>
            <a:lvl7pPr>
              <a:defRPr sz="1350" b="1">
                <a:solidFill>
                  <a:srgbClr val="087E72"/>
                </a:solidFill>
                <a:latin typeface="Arial"/>
                <a:ea typeface="Arial"/>
                <a:cs typeface="Arial"/>
              </a:defRPr>
            </a:lvl7pPr>
            <a:lvl8pPr>
              <a:defRPr sz="1350" b="1">
                <a:solidFill>
                  <a:srgbClr val="087E72"/>
                </a:solidFill>
                <a:latin typeface="Arial"/>
                <a:ea typeface="Arial"/>
                <a:cs typeface="Arial"/>
              </a:defRPr>
            </a:lvl8pPr>
            <a:lvl9pPr>
              <a:defRPr sz="1350" b="1">
                <a:solidFill>
                  <a:srgbClr val="087E72"/>
                </a:solidFill>
                <a:latin typeface="Arial"/>
                <a:ea typeface="Arial"/>
                <a:cs typeface="Arial"/>
              </a:defRPr>
            </a:lvl9pPr>
          </a:lstStyle>
          <a:p xmlns:a="http://schemas.openxmlformats.org/drawingml/2006/main">
            <a:pPr>
              <a:defRPr sz="1350" b="1">
                <a:solidFill>
                  <a:srgbClr val="087E72"/>
                </a:solidFill>
                <a:latin typeface="Arial"/>
                <a:ea typeface="Arial"/>
                <a:cs typeface="Arial"/>
              </a:defRPr>
            </a:pPr>
            <a:r>
              <a:rPr sz="1350" b="1">
                <a:solidFill>
                  <a:srgbClr val="087E72"/>
                </a:solidFill>
                <a:latin typeface="Arial"/>
                <a:ea typeface="Arial"/>
                <a:cs typeface="Arial"/>
              </a:rPr>
              <a:t>ANGGOTA TIM</a:t>
            </a:r>
          </a:p>
        </p:txBody>
      </p:sp>
      <p:sp>
        <p:nvSpPr>
          <p:cNvPr id="6" name="">
            <a:extLst xmlns:a="http://schemas.openxmlformats.org/drawingml/2006/main">
              <a:ext uri="{FF2B5EF4-FFF2-40B4-BE49-F238E27FC236}">
                <a16:creationId xmlns:a16="http://schemas.microsoft.com/office/drawing/2014/main" id="{1496F67C-FD18-43CE-8A13-C010C161ACA0}"/>
              </a:ext>
            </a:extLst>
          </p:cNvPr>
          <p:cNvSpPr>
            <a:spLocks xmlns:a="http://schemas.openxmlformats.org/drawingml/2006/main" noGrp="1"/>
          </p:cNvSpPr>
          <p:nvPr/>
        </p:nvSpPr>
        <p:spPr>
          <a:xfrm xmlns:a="http://schemas.openxmlformats.org/drawingml/2006/main">
            <a:off x="762000" y="2371725"/>
            <a:ext cx="4857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19050" rIns="19050" bIns="19050" anchor="ctr">
            <a:normAutofit fontScale="100000"/>
          </a:bodyPr>
          <a:lstStyle xmlns:a="http://schemas.openxmlformats.org/drawingml/2006/main">
            <a:defPPr>
              <a:defRPr sz="1950" b="1">
                <a:solidFill>
                  <a:srgbClr val="16333A"/>
                </a:solidFill>
                <a:latin typeface="Arial"/>
                <a:ea typeface="Arial"/>
                <a:cs typeface="Arial"/>
              </a:defRPr>
            </a:defPPr>
            <a:lvl1pPr>
              <a:defRPr sz="1950" b="1">
                <a:solidFill>
                  <a:srgbClr val="16333A"/>
                </a:solidFill>
                <a:latin typeface="Arial"/>
                <a:ea typeface="Arial"/>
                <a:cs typeface="Arial"/>
              </a:defRPr>
            </a:lvl1pPr>
            <a:lvl2pPr>
              <a:defRPr sz="1950" b="1">
                <a:solidFill>
                  <a:srgbClr val="16333A"/>
                </a:solidFill>
                <a:latin typeface="Arial"/>
                <a:ea typeface="Arial"/>
                <a:cs typeface="Arial"/>
              </a:defRPr>
            </a:lvl2pPr>
            <a:lvl3pPr>
              <a:defRPr sz="1950" b="1">
                <a:solidFill>
                  <a:srgbClr val="16333A"/>
                </a:solidFill>
                <a:latin typeface="Arial"/>
                <a:ea typeface="Arial"/>
                <a:cs typeface="Arial"/>
              </a:defRPr>
            </a:lvl3pPr>
            <a:lvl4pPr>
              <a:defRPr sz="1950" b="1">
                <a:solidFill>
                  <a:srgbClr val="16333A"/>
                </a:solidFill>
                <a:latin typeface="Arial"/>
                <a:ea typeface="Arial"/>
                <a:cs typeface="Arial"/>
              </a:defRPr>
            </a:lvl4pPr>
            <a:lvl5pPr>
              <a:defRPr sz="1950" b="1">
                <a:solidFill>
                  <a:srgbClr val="16333A"/>
                </a:solidFill>
                <a:latin typeface="Arial"/>
                <a:ea typeface="Arial"/>
                <a:cs typeface="Arial"/>
              </a:defRPr>
            </a:lvl5pPr>
            <a:lvl6pPr>
              <a:defRPr sz="1950" b="1">
                <a:solidFill>
                  <a:srgbClr val="16333A"/>
                </a:solidFill>
                <a:latin typeface="Arial"/>
                <a:ea typeface="Arial"/>
                <a:cs typeface="Arial"/>
              </a:defRPr>
            </a:lvl6pPr>
            <a:lvl7pPr>
              <a:defRPr sz="1950" b="1">
                <a:solidFill>
                  <a:srgbClr val="16333A"/>
                </a:solidFill>
                <a:latin typeface="Arial"/>
                <a:ea typeface="Arial"/>
                <a:cs typeface="Arial"/>
              </a:defRPr>
            </a:lvl7pPr>
            <a:lvl8pPr>
              <a:defRPr sz="1950" b="1">
                <a:solidFill>
                  <a:srgbClr val="16333A"/>
                </a:solidFill>
                <a:latin typeface="Arial"/>
                <a:ea typeface="Arial"/>
                <a:cs typeface="Arial"/>
              </a:defRPr>
            </a:lvl8pPr>
            <a:lvl9pPr>
              <a:defRPr sz="1950" b="1">
                <a:solidFill>
                  <a:srgbClr val="16333A"/>
                </a:solidFill>
                <a:latin typeface="Arial"/>
                <a:ea typeface="Arial"/>
                <a:cs typeface="Arial"/>
              </a:defRPr>
            </a:lvl9pPr>
          </a:lstStyle>
          <a:p xmlns:a="http://schemas.openxmlformats.org/drawingml/2006/main">
            <a:pPr>
              <a:defRPr sz="1950" b="1">
                <a:solidFill>
                  <a:srgbClr val="16333A"/>
                </a:solidFill>
                <a:latin typeface="Arial"/>
                <a:ea typeface="Arial"/>
                <a:cs typeface="Arial"/>
              </a:defRPr>
            </a:pPr>
            <a:r>
              <a:rPr sz="1950" b="1">
                <a:solidFill>
                  <a:srgbClr val="16333A"/>
                </a:solidFill>
                <a:latin typeface="Arial"/>
                <a:ea typeface="Arial"/>
                <a:cs typeface="Arial"/>
              </a:rPr>
              <a:t>Bramantyo Kunni Nurrisqi</a:t>
            </a:r>
          </a:p>
        </p:txBody>
      </p:sp>
      <p:sp>
        <p:nvSpPr>
          <p:cNvPr id="7" name="">
            <a:extLst xmlns:a="http://schemas.openxmlformats.org/drawingml/2006/main">
              <a:ext uri="{FF2B5EF4-FFF2-40B4-BE49-F238E27FC236}">
                <a16:creationId xmlns:a16="http://schemas.microsoft.com/office/drawing/2014/main" id="{DF80B354-D9C4-4C39-BA9C-F3F68F17DCD0}"/>
              </a:ext>
            </a:extLst>
          </p:cNvPr>
          <p:cNvSpPr>
            <a:spLocks xmlns:a="http://schemas.openxmlformats.org/drawingml/2006/main" noGrp="1"/>
          </p:cNvSpPr>
          <p:nvPr/>
        </p:nvSpPr>
        <p:spPr>
          <a:xfrm xmlns:a="http://schemas.openxmlformats.org/drawingml/2006/main">
            <a:off x="762000" y="2847975"/>
            <a:ext cx="4857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19050" rIns="19050" bIns="19050" anchor="ctr">
            <a:normAutofit fontScale="100000"/>
          </a:bodyPr>
          <a:lstStyle xmlns:a="http://schemas.openxmlformats.org/drawingml/2006/main">
            <a:defPPr>
              <a:defRPr sz="1950" b="1">
                <a:solidFill>
                  <a:srgbClr val="16333A"/>
                </a:solidFill>
                <a:latin typeface="Arial"/>
                <a:ea typeface="Arial"/>
                <a:cs typeface="Arial"/>
              </a:defRPr>
            </a:defPPr>
            <a:lvl1pPr>
              <a:defRPr sz="1950" b="1">
                <a:solidFill>
                  <a:srgbClr val="16333A"/>
                </a:solidFill>
                <a:latin typeface="Arial"/>
                <a:ea typeface="Arial"/>
                <a:cs typeface="Arial"/>
              </a:defRPr>
            </a:lvl1pPr>
            <a:lvl2pPr>
              <a:defRPr sz="1950" b="1">
                <a:solidFill>
                  <a:srgbClr val="16333A"/>
                </a:solidFill>
                <a:latin typeface="Arial"/>
                <a:ea typeface="Arial"/>
                <a:cs typeface="Arial"/>
              </a:defRPr>
            </a:lvl2pPr>
            <a:lvl3pPr>
              <a:defRPr sz="1950" b="1">
                <a:solidFill>
                  <a:srgbClr val="16333A"/>
                </a:solidFill>
                <a:latin typeface="Arial"/>
                <a:ea typeface="Arial"/>
                <a:cs typeface="Arial"/>
              </a:defRPr>
            </a:lvl3pPr>
            <a:lvl4pPr>
              <a:defRPr sz="1950" b="1">
                <a:solidFill>
                  <a:srgbClr val="16333A"/>
                </a:solidFill>
                <a:latin typeface="Arial"/>
                <a:ea typeface="Arial"/>
                <a:cs typeface="Arial"/>
              </a:defRPr>
            </a:lvl4pPr>
            <a:lvl5pPr>
              <a:defRPr sz="1950" b="1">
                <a:solidFill>
                  <a:srgbClr val="16333A"/>
                </a:solidFill>
                <a:latin typeface="Arial"/>
                <a:ea typeface="Arial"/>
                <a:cs typeface="Arial"/>
              </a:defRPr>
            </a:lvl5pPr>
            <a:lvl6pPr>
              <a:defRPr sz="1950" b="1">
                <a:solidFill>
                  <a:srgbClr val="16333A"/>
                </a:solidFill>
                <a:latin typeface="Arial"/>
                <a:ea typeface="Arial"/>
                <a:cs typeface="Arial"/>
              </a:defRPr>
            </a:lvl6pPr>
            <a:lvl7pPr>
              <a:defRPr sz="1950" b="1">
                <a:solidFill>
                  <a:srgbClr val="16333A"/>
                </a:solidFill>
                <a:latin typeface="Arial"/>
                <a:ea typeface="Arial"/>
                <a:cs typeface="Arial"/>
              </a:defRPr>
            </a:lvl7pPr>
            <a:lvl8pPr>
              <a:defRPr sz="1950" b="1">
                <a:solidFill>
                  <a:srgbClr val="16333A"/>
                </a:solidFill>
                <a:latin typeface="Arial"/>
                <a:ea typeface="Arial"/>
                <a:cs typeface="Arial"/>
              </a:defRPr>
            </a:lvl8pPr>
            <a:lvl9pPr>
              <a:defRPr sz="1950" b="1">
                <a:solidFill>
                  <a:srgbClr val="16333A"/>
                </a:solidFill>
                <a:latin typeface="Arial"/>
                <a:ea typeface="Arial"/>
                <a:cs typeface="Arial"/>
              </a:defRPr>
            </a:lvl9pPr>
          </a:lstStyle>
          <a:p xmlns:a="http://schemas.openxmlformats.org/drawingml/2006/main">
            <a:pPr>
              <a:defRPr sz="1950" b="1">
                <a:solidFill>
                  <a:srgbClr val="16333A"/>
                </a:solidFill>
                <a:latin typeface="Arial"/>
                <a:ea typeface="Arial"/>
                <a:cs typeface="Arial"/>
              </a:defRPr>
            </a:pPr>
            <a:r>
              <a:rPr sz="1950" b="1">
                <a:solidFill>
                  <a:srgbClr val="16333A"/>
                </a:solidFill>
                <a:latin typeface="Arial"/>
                <a:ea typeface="Arial"/>
                <a:cs typeface="Arial"/>
              </a:rPr>
              <a:t>Agathan Khairy</a:t>
            </a:r>
          </a:p>
        </p:txBody>
      </p:sp>
      <p:sp>
        <p:nvSpPr>
          <p:cNvPr id="8" name="">
            <a:extLst xmlns:a="http://schemas.openxmlformats.org/drawingml/2006/main">
              <a:ext uri="{FF2B5EF4-FFF2-40B4-BE49-F238E27FC236}">
                <a16:creationId xmlns:a16="http://schemas.microsoft.com/office/drawing/2014/main" id="{A504633C-5AC9-419D-B65C-65799EC409D9}"/>
              </a:ext>
            </a:extLst>
          </p:cNvPr>
          <p:cNvSpPr>
            <a:spLocks xmlns:a="http://schemas.openxmlformats.org/drawingml/2006/main" noGrp="1"/>
          </p:cNvSpPr>
          <p:nvPr/>
        </p:nvSpPr>
        <p:spPr>
          <a:xfrm xmlns:a="http://schemas.openxmlformats.org/drawingml/2006/main">
            <a:off x="762000" y="3324225"/>
            <a:ext cx="4857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19050" rIns="19050" bIns="19050" anchor="ctr">
            <a:normAutofit fontScale="100000"/>
          </a:bodyPr>
          <a:lstStyle xmlns:a="http://schemas.openxmlformats.org/drawingml/2006/main">
            <a:defPPr>
              <a:defRPr sz="1950" b="1">
                <a:solidFill>
                  <a:srgbClr val="16333A"/>
                </a:solidFill>
                <a:latin typeface="Arial"/>
                <a:ea typeface="Arial"/>
                <a:cs typeface="Arial"/>
              </a:defRPr>
            </a:defPPr>
            <a:lvl1pPr>
              <a:defRPr sz="1950" b="1">
                <a:solidFill>
                  <a:srgbClr val="16333A"/>
                </a:solidFill>
                <a:latin typeface="Arial"/>
                <a:ea typeface="Arial"/>
                <a:cs typeface="Arial"/>
              </a:defRPr>
            </a:lvl1pPr>
            <a:lvl2pPr>
              <a:defRPr sz="1950" b="1">
                <a:solidFill>
                  <a:srgbClr val="16333A"/>
                </a:solidFill>
                <a:latin typeface="Arial"/>
                <a:ea typeface="Arial"/>
                <a:cs typeface="Arial"/>
              </a:defRPr>
            </a:lvl2pPr>
            <a:lvl3pPr>
              <a:defRPr sz="1950" b="1">
                <a:solidFill>
                  <a:srgbClr val="16333A"/>
                </a:solidFill>
                <a:latin typeface="Arial"/>
                <a:ea typeface="Arial"/>
                <a:cs typeface="Arial"/>
              </a:defRPr>
            </a:lvl3pPr>
            <a:lvl4pPr>
              <a:defRPr sz="1950" b="1">
                <a:solidFill>
                  <a:srgbClr val="16333A"/>
                </a:solidFill>
                <a:latin typeface="Arial"/>
                <a:ea typeface="Arial"/>
                <a:cs typeface="Arial"/>
              </a:defRPr>
            </a:lvl4pPr>
            <a:lvl5pPr>
              <a:defRPr sz="1950" b="1">
                <a:solidFill>
                  <a:srgbClr val="16333A"/>
                </a:solidFill>
                <a:latin typeface="Arial"/>
                <a:ea typeface="Arial"/>
                <a:cs typeface="Arial"/>
              </a:defRPr>
            </a:lvl5pPr>
            <a:lvl6pPr>
              <a:defRPr sz="1950" b="1">
                <a:solidFill>
                  <a:srgbClr val="16333A"/>
                </a:solidFill>
                <a:latin typeface="Arial"/>
                <a:ea typeface="Arial"/>
                <a:cs typeface="Arial"/>
              </a:defRPr>
            </a:lvl6pPr>
            <a:lvl7pPr>
              <a:defRPr sz="1950" b="1">
                <a:solidFill>
                  <a:srgbClr val="16333A"/>
                </a:solidFill>
                <a:latin typeface="Arial"/>
                <a:ea typeface="Arial"/>
                <a:cs typeface="Arial"/>
              </a:defRPr>
            </a:lvl7pPr>
            <a:lvl8pPr>
              <a:defRPr sz="1950" b="1">
                <a:solidFill>
                  <a:srgbClr val="16333A"/>
                </a:solidFill>
                <a:latin typeface="Arial"/>
                <a:ea typeface="Arial"/>
                <a:cs typeface="Arial"/>
              </a:defRPr>
            </a:lvl8pPr>
            <a:lvl9pPr>
              <a:defRPr sz="1950" b="1">
                <a:solidFill>
                  <a:srgbClr val="16333A"/>
                </a:solidFill>
                <a:latin typeface="Arial"/>
                <a:ea typeface="Arial"/>
                <a:cs typeface="Arial"/>
              </a:defRPr>
            </a:lvl9pPr>
          </a:lstStyle>
          <a:p xmlns:a="http://schemas.openxmlformats.org/drawingml/2006/main">
            <a:pPr>
              <a:defRPr sz="1950" b="1">
                <a:solidFill>
                  <a:srgbClr val="16333A"/>
                </a:solidFill>
                <a:latin typeface="Arial"/>
                <a:ea typeface="Arial"/>
                <a:cs typeface="Arial"/>
              </a:defRPr>
            </a:pPr>
            <a:r>
              <a:rPr sz="1950" b="1">
                <a:solidFill>
                  <a:srgbClr val="16333A"/>
                </a:solidFill>
                <a:latin typeface="Arial"/>
                <a:ea typeface="Arial"/>
                <a:cs typeface="Arial"/>
              </a:rPr>
              <a:t>Bowo Laksono</a:t>
            </a:r>
          </a:p>
        </p:txBody>
      </p:sp>
      <p:sp>
        <p:nvSpPr>
          <p:cNvPr id="9" name="">
            <a:extLst xmlns:a="http://schemas.openxmlformats.org/drawingml/2006/main">
              <a:ext uri="{FF2B5EF4-FFF2-40B4-BE49-F238E27FC236}">
                <a16:creationId xmlns:a16="http://schemas.microsoft.com/office/drawing/2014/main" id="{027D4D2E-1AEC-44B9-BD21-D435437E434E}"/>
              </a:ext>
            </a:extLst>
          </p:cNvPr>
          <p:cNvSpPr>
            <a:spLocks xmlns:a="http://schemas.openxmlformats.org/drawingml/2006/main" noGrp="1"/>
          </p:cNvSpPr>
          <p:nvPr/>
        </p:nvSpPr>
        <p:spPr>
          <a:xfrm xmlns:a="http://schemas.openxmlformats.org/drawingml/2006/main">
            <a:off x="762000" y="3800475"/>
            <a:ext cx="4857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19050" rIns="19050" bIns="19050" anchor="ctr">
            <a:normAutofit fontScale="100000"/>
          </a:bodyPr>
          <a:lstStyle xmlns:a="http://schemas.openxmlformats.org/drawingml/2006/main">
            <a:defPPr>
              <a:defRPr sz="1950" b="1">
                <a:solidFill>
                  <a:srgbClr val="16333A"/>
                </a:solidFill>
                <a:latin typeface="Arial"/>
                <a:ea typeface="Arial"/>
                <a:cs typeface="Arial"/>
              </a:defRPr>
            </a:defPPr>
            <a:lvl1pPr>
              <a:defRPr sz="1950" b="1">
                <a:solidFill>
                  <a:srgbClr val="16333A"/>
                </a:solidFill>
                <a:latin typeface="Arial"/>
                <a:ea typeface="Arial"/>
                <a:cs typeface="Arial"/>
              </a:defRPr>
            </a:lvl1pPr>
            <a:lvl2pPr>
              <a:defRPr sz="1950" b="1">
                <a:solidFill>
                  <a:srgbClr val="16333A"/>
                </a:solidFill>
                <a:latin typeface="Arial"/>
                <a:ea typeface="Arial"/>
                <a:cs typeface="Arial"/>
              </a:defRPr>
            </a:lvl2pPr>
            <a:lvl3pPr>
              <a:defRPr sz="1950" b="1">
                <a:solidFill>
                  <a:srgbClr val="16333A"/>
                </a:solidFill>
                <a:latin typeface="Arial"/>
                <a:ea typeface="Arial"/>
                <a:cs typeface="Arial"/>
              </a:defRPr>
            </a:lvl3pPr>
            <a:lvl4pPr>
              <a:defRPr sz="1950" b="1">
                <a:solidFill>
                  <a:srgbClr val="16333A"/>
                </a:solidFill>
                <a:latin typeface="Arial"/>
                <a:ea typeface="Arial"/>
                <a:cs typeface="Arial"/>
              </a:defRPr>
            </a:lvl4pPr>
            <a:lvl5pPr>
              <a:defRPr sz="1950" b="1">
                <a:solidFill>
                  <a:srgbClr val="16333A"/>
                </a:solidFill>
                <a:latin typeface="Arial"/>
                <a:ea typeface="Arial"/>
                <a:cs typeface="Arial"/>
              </a:defRPr>
            </a:lvl5pPr>
            <a:lvl6pPr>
              <a:defRPr sz="1950" b="1">
                <a:solidFill>
                  <a:srgbClr val="16333A"/>
                </a:solidFill>
                <a:latin typeface="Arial"/>
                <a:ea typeface="Arial"/>
                <a:cs typeface="Arial"/>
              </a:defRPr>
            </a:lvl6pPr>
            <a:lvl7pPr>
              <a:defRPr sz="1950" b="1">
                <a:solidFill>
                  <a:srgbClr val="16333A"/>
                </a:solidFill>
                <a:latin typeface="Arial"/>
                <a:ea typeface="Arial"/>
                <a:cs typeface="Arial"/>
              </a:defRPr>
            </a:lvl7pPr>
            <a:lvl8pPr>
              <a:defRPr sz="1950" b="1">
                <a:solidFill>
                  <a:srgbClr val="16333A"/>
                </a:solidFill>
                <a:latin typeface="Arial"/>
                <a:ea typeface="Arial"/>
                <a:cs typeface="Arial"/>
              </a:defRPr>
            </a:lvl8pPr>
            <a:lvl9pPr>
              <a:defRPr sz="1950" b="1">
                <a:solidFill>
                  <a:srgbClr val="16333A"/>
                </a:solidFill>
                <a:latin typeface="Arial"/>
                <a:ea typeface="Arial"/>
                <a:cs typeface="Arial"/>
              </a:defRPr>
            </a:lvl9pPr>
          </a:lstStyle>
          <a:p xmlns:a="http://schemas.openxmlformats.org/drawingml/2006/main">
            <a:pPr>
              <a:defRPr sz="1950" b="1">
                <a:solidFill>
                  <a:srgbClr val="16333A"/>
                </a:solidFill>
                <a:latin typeface="Arial"/>
                <a:ea typeface="Arial"/>
                <a:cs typeface="Arial"/>
              </a:defRPr>
            </a:pPr>
            <a:r>
              <a:rPr sz="1950" b="1">
                <a:solidFill>
                  <a:srgbClr val="16333A"/>
                </a:solidFill>
                <a:latin typeface="Arial"/>
                <a:ea typeface="Arial"/>
                <a:cs typeface="Arial"/>
              </a:rPr>
              <a:t>Bagus Athallah</a:t>
            </a:r>
          </a:p>
        </p:txBody>
      </p:sp>
      <p:sp>
        <p:nvSpPr>
          <p:cNvPr id="10" name="">
            <a:extLst xmlns:a="http://schemas.openxmlformats.org/drawingml/2006/main">
              <a:ext uri="{FF2B5EF4-FFF2-40B4-BE49-F238E27FC236}">
                <a16:creationId xmlns:a16="http://schemas.microsoft.com/office/drawing/2014/main" id="{9623F80C-8649-4BB5-9401-F8AAA22DF72A}"/>
              </a:ext>
            </a:extLst>
          </p:cNvPr>
          <p:cNvSpPr>
            <a:spLocks xmlns:a="http://schemas.openxmlformats.org/drawingml/2006/main" noGrp="1"/>
          </p:cNvSpPr>
          <p:nvPr/>
        </p:nvSpPr>
        <p:spPr>
          <a:xfrm xmlns:a="http://schemas.openxmlformats.org/drawingml/2006/main">
            <a:off x="6381750" y="1914525"/>
            <a:ext cx="476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19050" rIns="19050" bIns="19050" anchor="ctr">
            <a:normAutofit fontScale="100000"/>
          </a:bodyPr>
          <a:lstStyle xmlns:a="http://schemas.openxmlformats.org/drawingml/2006/main">
            <a:defPPr>
              <a:defRPr sz="1350" b="1">
                <a:solidFill>
                  <a:srgbClr val="087E72"/>
                </a:solidFill>
                <a:latin typeface="Arial"/>
                <a:ea typeface="Arial"/>
                <a:cs typeface="Arial"/>
              </a:defRPr>
            </a:defPPr>
            <a:lvl1pPr>
              <a:defRPr sz="1350" b="1">
                <a:solidFill>
                  <a:srgbClr val="087E72"/>
                </a:solidFill>
                <a:latin typeface="Arial"/>
                <a:ea typeface="Arial"/>
                <a:cs typeface="Arial"/>
              </a:defRPr>
            </a:lvl1pPr>
            <a:lvl2pPr>
              <a:defRPr sz="1350" b="1">
                <a:solidFill>
                  <a:srgbClr val="087E72"/>
                </a:solidFill>
                <a:latin typeface="Arial"/>
                <a:ea typeface="Arial"/>
                <a:cs typeface="Arial"/>
              </a:defRPr>
            </a:lvl2pPr>
            <a:lvl3pPr>
              <a:defRPr sz="1350" b="1">
                <a:solidFill>
                  <a:srgbClr val="087E72"/>
                </a:solidFill>
                <a:latin typeface="Arial"/>
                <a:ea typeface="Arial"/>
                <a:cs typeface="Arial"/>
              </a:defRPr>
            </a:lvl3pPr>
            <a:lvl4pPr>
              <a:defRPr sz="1350" b="1">
                <a:solidFill>
                  <a:srgbClr val="087E72"/>
                </a:solidFill>
                <a:latin typeface="Arial"/>
                <a:ea typeface="Arial"/>
                <a:cs typeface="Arial"/>
              </a:defRPr>
            </a:lvl4pPr>
            <a:lvl5pPr>
              <a:defRPr sz="1350" b="1">
                <a:solidFill>
                  <a:srgbClr val="087E72"/>
                </a:solidFill>
                <a:latin typeface="Arial"/>
                <a:ea typeface="Arial"/>
                <a:cs typeface="Arial"/>
              </a:defRPr>
            </a:lvl5pPr>
            <a:lvl6pPr>
              <a:defRPr sz="1350" b="1">
                <a:solidFill>
                  <a:srgbClr val="087E72"/>
                </a:solidFill>
                <a:latin typeface="Arial"/>
                <a:ea typeface="Arial"/>
                <a:cs typeface="Arial"/>
              </a:defRPr>
            </a:lvl6pPr>
            <a:lvl7pPr>
              <a:defRPr sz="1350" b="1">
                <a:solidFill>
                  <a:srgbClr val="087E72"/>
                </a:solidFill>
                <a:latin typeface="Arial"/>
                <a:ea typeface="Arial"/>
                <a:cs typeface="Arial"/>
              </a:defRPr>
            </a:lvl7pPr>
            <a:lvl8pPr>
              <a:defRPr sz="1350" b="1">
                <a:solidFill>
                  <a:srgbClr val="087E72"/>
                </a:solidFill>
                <a:latin typeface="Arial"/>
                <a:ea typeface="Arial"/>
                <a:cs typeface="Arial"/>
              </a:defRPr>
            </a:lvl8pPr>
            <a:lvl9pPr>
              <a:defRPr sz="1350" b="1">
                <a:solidFill>
                  <a:srgbClr val="087E72"/>
                </a:solidFill>
                <a:latin typeface="Arial"/>
                <a:ea typeface="Arial"/>
                <a:cs typeface="Arial"/>
              </a:defRPr>
            </a:lvl9pPr>
          </a:lstStyle>
          <a:p xmlns:a="http://schemas.openxmlformats.org/drawingml/2006/main">
            <a:pPr>
              <a:defRPr sz="1350" b="1">
                <a:solidFill>
                  <a:srgbClr val="087E72"/>
                </a:solidFill>
                <a:latin typeface="Arial"/>
                <a:ea typeface="Arial"/>
                <a:cs typeface="Arial"/>
              </a:defRPr>
            </a:pPr>
            <a:r>
              <a:rPr sz="1350" b="1">
                <a:solidFill>
                  <a:srgbClr val="087E72"/>
                </a:solidFill>
                <a:latin typeface="Arial"/>
                <a:ea typeface="Arial"/>
                <a:cs typeface="Arial"/>
              </a:rPr>
              <a:t>SEBELUM KICKOFF</a:t>
            </a:r>
          </a:p>
        </p:txBody>
      </p:sp>
      <p:sp>
        <p:nvSpPr>
          <p:cNvPr id="11" name="">
            <a:extLst xmlns:a="http://schemas.openxmlformats.org/drawingml/2006/main">
              <a:ext uri="{FF2B5EF4-FFF2-40B4-BE49-F238E27FC236}">
                <a16:creationId xmlns:a16="http://schemas.microsoft.com/office/drawing/2014/main" id="{2D842415-6A70-4F04-A99C-CE77E497CE9D}"/>
              </a:ext>
            </a:extLst>
          </p:cNvPr>
          <p:cNvSpPr>
            <a:spLocks xmlns:a="http://schemas.openxmlformats.org/drawingml/2006/main" noGrp="1"/>
          </p:cNvSpPr>
          <p:nvPr/>
        </p:nvSpPr>
        <p:spPr>
          <a:xfrm xmlns:a="http://schemas.openxmlformats.org/drawingml/2006/main">
            <a:off x="6381750" y="2352675"/>
            <a:ext cx="4857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19050" rIns="19050" bIns="19050" anchor="ctr">
            <a:normAutofit fontScale="100000"/>
          </a:bodyPr>
          <a:lstStyle xmlns:a="http://schemas.openxmlformats.org/drawingml/2006/main">
            <a:defPPr>
              <a:defRPr sz="2025" b="0">
                <a:solidFill>
                  <a:srgbClr val="16333A"/>
                </a:solidFill>
                <a:latin typeface="Arial"/>
                <a:ea typeface="Arial"/>
                <a:cs typeface="Arial"/>
              </a:defRPr>
            </a:defPPr>
            <a:lvl1pPr>
              <a:defRPr sz="2025" b="0">
                <a:solidFill>
                  <a:srgbClr val="16333A"/>
                </a:solidFill>
                <a:latin typeface="Arial"/>
                <a:ea typeface="Arial"/>
                <a:cs typeface="Arial"/>
              </a:defRPr>
            </a:lvl1pPr>
            <a:lvl2pPr>
              <a:defRPr sz="2025" b="0">
                <a:solidFill>
                  <a:srgbClr val="16333A"/>
                </a:solidFill>
                <a:latin typeface="Arial"/>
                <a:ea typeface="Arial"/>
                <a:cs typeface="Arial"/>
              </a:defRPr>
            </a:lvl2pPr>
            <a:lvl3pPr>
              <a:defRPr sz="2025" b="0">
                <a:solidFill>
                  <a:srgbClr val="16333A"/>
                </a:solidFill>
                <a:latin typeface="Arial"/>
                <a:ea typeface="Arial"/>
                <a:cs typeface="Arial"/>
              </a:defRPr>
            </a:lvl3pPr>
            <a:lvl4pPr>
              <a:defRPr sz="2025" b="0">
                <a:solidFill>
                  <a:srgbClr val="16333A"/>
                </a:solidFill>
                <a:latin typeface="Arial"/>
                <a:ea typeface="Arial"/>
                <a:cs typeface="Arial"/>
              </a:defRPr>
            </a:lvl4pPr>
            <a:lvl5pPr>
              <a:defRPr sz="2025" b="0">
                <a:solidFill>
                  <a:srgbClr val="16333A"/>
                </a:solidFill>
                <a:latin typeface="Arial"/>
                <a:ea typeface="Arial"/>
                <a:cs typeface="Arial"/>
              </a:defRPr>
            </a:lvl5pPr>
            <a:lvl6pPr>
              <a:defRPr sz="2025" b="0">
                <a:solidFill>
                  <a:srgbClr val="16333A"/>
                </a:solidFill>
                <a:latin typeface="Arial"/>
                <a:ea typeface="Arial"/>
                <a:cs typeface="Arial"/>
              </a:defRPr>
            </a:lvl6pPr>
            <a:lvl7pPr>
              <a:defRPr sz="2025" b="0">
                <a:solidFill>
                  <a:srgbClr val="16333A"/>
                </a:solidFill>
                <a:latin typeface="Arial"/>
                <a:ea typeface="Arial"/>
                <a:cs typeface="Arial"/>
              </a:defRPr>
            </a:lvl7pPr>
            <a:lvl8pPr>
              <a:defRPr sz="2025" b="0">
                <a:solidFill>
                  <a:srgbClr val="16333A"/>
                </a:solidFill>
                <a:latin typeface="Arial"/>
                <a:ea typeface="Arial"/>
                <a:cs typeface="Arial"/>
              </a:defRPr>
            </a:lvl8pPr>
            <a:lvl9pPr>
              <a:defRPr sz="2025" b="0">
                <a:solidFill>
                  <a:srgbClr val="16333A"/>
                </a:solidFill>
                <a:latin typeface="Arial"/>
                <a:ea typeface="Arial"/>
                <a:cs typeface="Arial"/>
              </a:defRPr>
            </a:lvl9pPr>
          </a:lstStyle>
          <a:p xmlns:a="http://schemas.openxmlformats.org/drawingml/2006/main">
            <a:pPr>
              <a:defRPr sz="2025" b="0">
                <a:solidFill>
                  <a:srgbClr val="16333A"/>
                </a:solidFill>
                <a:latin typeface="Arial"/>
                <a:ea typeface="Arial"/>
                <a:cs typeface="Arial"/>
              </a:defRPr>
            </a:pPr>
            <a:r>
              <a:rPr sz="2025" b="0">
                <a:solidFill>
                  <a:srgbClr val="16333A"/>
                </a:solidFill>
                <a:latin typeface="Arial"/>
                <a:ea typeface="Arial"/>
                <a:cs typeface="Arial"/>
              </a:rPr>
              <a:t>Ide/proposal awal, sumber publik</a:t>
            </a:r>
          </a:p>
          <a:p xmlns:a="http://schemas.openxmlformats.org/drawingml/2006/main">
            <a:pPr>
              <a:defRPr sz="2025" b="0">
                <a:solidFill>
                  <a:srgbClr val="16333A"/>
                </a:solidFill>
                <a:latin typeface="Arial"/>
                <a:ea typeface="Arial"/>
                <a:cs typeface="Arial"/>
              </a:defRPr>
            </a:pPr>
            <a:r>
              <a:rPr sz="2025" b="0">
                <a:solidFill>
                  <a:srgbClr val="16333A"/>
                </a:solidFill>
                <a:latin typeface="Arial"/>
                <a:ea typeface="Arial"/>
                <a:cs typeface="Arial"/>
              </a:rPr>
              <a:t>dan materi referensi bootcamp</a:t>
            </a:r>
          </a:p>
        </p:txBody>
      </p:sp>
      <p:sp>
        <p:nvSpPr>
          <p:cNvPr id="12" name="">
            <a:extLst xmlns:a="http://schemas.openxmlformats.org/drawingml/2006/main">
              <a:ext uri="{FF2B5EF4-FFF2-40B4-BE49-F238E27FC236}">
                <a16:creationId xmlns:a16="http://schemas.microsoft.com/office/drawing/2014/main" id="{93423103-6CC0-4200-BB6A-FD21C0D9E992}"/>
              </a:ext>
            </a:extLst>
          </p:cNvPr>
          <p:cNvSpPr>
            <a:spLocks xmlns:a="http://schemas.openxmlformats.org/drawingml/2006/main" noGrp="1"/>
          </p:cNvSpPr>
          <p:nvPr/>
        </p:nvSpPr>
        <p:spPr>
          <a:xfrm xmlns:a="http://schemas.openxmlformats.org/drawingml/2006/main">
            <a:off x="6381750" y="3486150"/>
            <a:ext cx="476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19050" rIns="19050" bIns="19050" anchor="ctr">
            <a:normAutofit fontScale="100000"/>
          </a:bodyPr>
          <a:lstStyle xmlns:a="http://schemas.openxmlformats.org/drawingml/2006/main">
            <a:defPPr>
              <a:defRPr sz="1350" b="1">
                <a:solidFill>
                  <a:srgbClr val="087E72"/>
                </a:solidFill>
                <a:latin typeface="Arial"/>
                <a:ea typeface="Arial"/>
                <a:cs typeface="Arial"/>
              </a:defRPr>
            </a:defPPr>
            <a:lvl1pPr>
              <a:defRPr sz="1350" b="1">
                <a:solidFill>
                  <a:srgbClr val="087E72"/>
                </a:solidFill>
                <a:latin typeface="Arial"/>
                <a:ea typeface="Arial"/>
                <a:cs typeface="Arial"/>
              </a:defRPr>
            </a:lvl1pPr>
            <a:lvl2pPr>
              <a:defRPr sz="1350" b="1">
                <a:solidFill>
                  <a:srgbClr val="087E72"/>
                </a:solidFill>
                <a:latin typeface="Arial"/>
                <a:ea typeface="Arial"/>
                <a:cs typeface="Arial"/>
              </a:defRPr>
            </a:lvl2pPr>
            <a:lvl3pPr>
              <a:defRPr sz="1350" b="1">
                <a:solidFill>
                  <a:srgbClr val="087E72"/>
                </a:solidFill>
                <a:latin typeface="Arial"/>
                <a:ea typeface="Arial"/>
                <a:cs typeface="Arial"/>
              </a:defRPr>
            </a:lvl3pPr>
            <a:lvl4pPr>
              <a:defRPr sz="1350" b="1">
                <a:solidFill>
                  <a:srgbClr val="087E72"/>
                </a:solidFill>
                <a:latin typeface="Arial"/>
                <a:ea typeface="Arial"/>
                <a:cs typeface="Arial"/>
              </a:defRPr>
            </a:lvl4pPr>
            <a:lvl5pPr>
              <a:defRPr sz="1350" b="1">
                <a:solidFill>
                  <a:srgbClr val="087E72"/>
                </a:solidFill>
                <a:latin typeface="Arial"/>
                <a:ea typeface="Arial"/>
                <a:cs typeface="Arial"/>
              </a:defRPr>
            </a:lvl5pPr>
            <a:lvl6pPr>
              <a:defRPr sz="1350" b="1">
                <a:solidFill>
                  <a:srgbClr val="087E72"/>
                </a:solidFill>
                <a:latin typeface="Arial"/>
                <a:ea typeface="Arial"/>
                <a:cs typeface="Arial"/>
              </a:defRPr>
            </a:lvl6pPr>
            <a:lvl7pPr>
              <a:defRPr sz="1350" b="1">
                <a:solidFill>
                  <a:srgbClr val="087E72"/>
                </a:solidFill>
                <a:latin typeface="Arial"/>
                <a:ea typeface="Arial"/>
                <a:cs typeface="Arial"/>
              </a:defRPr>
            </a:lvl7pPr>
            <a:lvl8pPr>
              <a:defRPr sz="1350" b="1">
                <a:solidFill>
                  <a:srgbClr val="087E72"/>
                </a:solidFill>
                <a:latin typeface="Arial"/>
                <a:ea typeface="Arial"/>
                <a:cs typeface="Arial"/>
              </a:defRPr>
            </a:lvl8pPr>
            <a:lvl9pPr>
              <a:defRPr sz="1350" b="1">
                <a:solidFill>
                  <a:srgbClr val="087E72"/>
                </a:solidFill>
                <a:latin typeface="Arial"/>
                <a:ea typeface="Arial"/>
                <a:cs typeface="Arial"/>
              </a:defRPr>
            </a:lvl9pPr>
          </a:lstStyle>
          <a:p xmlns:a="http://schemas.openxmlformats.org/drawingml/2006/main">
            <a:pPr>
              <a:defRPr sz="1350" b="1">
                <a:solidFill>
                  <a:srgbClr val="087E72"/>
                </a:solidFill>
                <a:latin typeface="Arial"/>
                <a:ea typeface="Arial"/>
                <a:cs typeface="Arial"/>
              </a:defRPr>
            </a:pPr>
            <a:r>
              <a:rPr sz="1350" b="1">
                <a:solidFill>
                  <a:srgbClr val="087E72"/>
                </a:solidFill>
                <a:latin typeface="Arial"/>
                <a:ea typeface="Arial"/>
                <a:cs typeface="Arial"/>
              </a:rPr>
              <a:t>SELAMA HACKATHON</a:t>
            </a:r>
          </a:p>
        </p:txBody>
      </p:sp>
      <p:sp>
        <p:nvSpPr>
          <p:cNvPr id="13" name="">
            <a:extLst xmlns:a="http://schemas.openxmlformats.org/drawingml/2006/main">
              <a:ext uri="{FF2B5EF4-FFF2-40B4-BE49-F238E27FC236}">
                <a16:creationId xmlns:a16="http://schemas.microsoft.com/office/drawing/2014/main" id="{9A4AF0F3-4134-481A-A7C9-18CA5CF1CDD5}"/>
              </a:ext>
            </a:extLst>
          </p:cNvPr>
          <p:cNvSpPr>
            <a:spLocks xmlns:a="http://schemas.openxmlformats.org/drawingml/2006/main" noGrp="1"/>
          </p:cNvSpPr>
          <p:nvPr/>
        </p:nvSpPr>
        <p:spPr>
          <a:xfrm xmlns:a="http://schemas.openxmlformats.org/drawingml/2006/main">
            <a:off x="6381750" y="3876675"/>
            <a:ext cx="48577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19050" rIns="19050" bIns="19050" anchor="ctr">
            <a:normAutofit fontScale="100000"/>
          </a:bodyPr>
          <a:lstStyle xmlns:a="http://schemas.openxmlformats.org/drawingml/2006/main">
            <a:defPPr>
              <a:defRPr sz="1875" b="0">
                <a:solidFill>
                  <a:srgbClr val="16333A"/>
                </a:solidFill>
                <a:latin typeface="Arial"/>
                <a:ea typeface="Arial"/>
                <a:cs typeface="Arial"/>
              </a:defRPr>
            </a:defPPr>
            <a:lvl1pPr>
              <a:defRPr sz="1875" b="0">
                <a:solidFill>
                  <a:srgbClr val="16333A"/>
                </a:solidFill>
                <a:latin typeface="Arial"/>
                <a:ea typeface="Arial"/>
                <a:cs typeface="Arial"/>
              </a:defRPr>
            </a:lvl1pPr>
            <a:lvl2pPr>
              <a:defRPr sz="1875" b="0">
                <a:solidFill>
                  <a:srgbClr val="16333A"/>
                </a:solidFill>
                <a:latin typeface="Arial"/>
                <a:ea typeface="Arial"/>
                <a:cs typeface="Arial"/>
              </a:defRPr>
            </a:lvl2pPr>
            <a:lvl3pPr>
              <a:defRPr sz="1875" b="0">
                <a:solidFill>
                  <a:srgbClr val="16333A"/>
                </a:solidFill>
                <a:latin typeface="Arial"/>
                <a:ea typeface="Arial"/>
                <a:cs typeface="Arial"/>
              </a:defRPr>
            </a:lvl3pPr>
            <a:lvl4pPr>
              <a:defRPr sz="1875" b="0">
                <a:solidFill>
                  <a:srgbClr val="16333A"/>
                </a:solidFill>
                <a:latin typeface="Arial"/>
                <a:ea typeface="Arial"/>
                <a:cs typeface="Arial"/>
              </a:defRPr>
            </a:lvl4pPr>
            <a:lvl5pPr>
              <a:defRPr sz="1875" b="0">
                <a:solidFill>
                  <a:srgbClr val="16333A"/>
                </a:solidFill>
                <a:latin typeface="Arial"/>
                <a:ea typeface="Arial"/>
                <a:cs typeface="Arial"/>
              </a:defRPr>
            </a:lvl5pPr>
            <a:lvl6pPr>
              <a:defRPr sz="1875" b="0">
                <a:solidFill>
                  <a:srgbClr val="16333A"/>
                </a:solidFill>
                <a:latin typeface="Arial"/>
                <a:ea typeface="Arial"/>
                <a:cs typeface="Arial"/>
              </a:defRPr>
            </a:lvl6pPr>
            <a:lvl7pPr>
              <a:defRPr sz="1875" b="0">
                <a:solidFill>
                  <a:srgbClr val="16333A"/>
                </a:solidFill>
                <a:latin typeface="Arial"/>
                <a:ea typeface="Arial"/>
                <a:cs typeface="Arial"/>
              </a:defRPr>
            </a:lvl7pPr>
            <a:lvl8pPr>
              <a:defRPr sz="1875" b="0">
                <a:solidFill>
                  <a:srgbClr val="16333A"/>
                </a:solidFill>
                <a:latin typeface="Arial"/>
                <a:ea typeface="Arial"/>
                <a:cs typeface="Arial"/>
              </a:defRPr>
            </a:lvl8pPr>
            <a:lvl9pPr>
              <a:defRPr sz="1875" b="0">
                <a:solidFill>
                  <a:srgbClr val="16333A"/>
                </a:solidFill>
                <a:latin typeface="Arial"/>
                <a:ea typeface="Arial"/>
                <a:cs typeface="Arial"/>
              </a:defRPr>
            </a:lvl9pPr>
          </a:lstStyle>
          <a:p xmlns:a="http://schemas.openxmlformats.org/drawingml/2006/main">
            <a:pPr>
              <a:defRPr sz="1875" b="0">
                <a:solidFill>
                  <a:srgbClr val="16333A"/>
                </a:solidFill>
                <a:latin typeface="Arial"/>
                <a:ea typeface="Arial"/>
                <a:cs typeface="Arial"/>
              </a:defRPr>
            </a:pPr>
            <a:r>
              <a:rPr sz="1875" b="0">
                <a:solidFill>
                  <a:srgbClr val="16333A"/>
                </a:solidFill>
                <a:latin typeface="Arial"/>
                <a:ea typeface="Arial"/>
                <a:cs typeface="Arial"/>
              </a:rPr>
              <a:t>Pipeline, benchmark, S1, PCA,</a:t>
            </a:r>
          </a:p>
          <a:p xmlns:a="http://schemas.openxmlformats.org/drawingml/2006/main">
            <a:pPr>
              <a:defRPr sz="1875" b="0">
                <a:solidFill>
                  <a:srgbClr val="16333A"/>
                </a:solidFill>
                <a:latin typeface="Arial"/>
                <a:ea typeface="Arial"/>
                <a:cs typeface="Arial"/>
              </a:defRPr>
            </a:pPr>
            <a:r>
              <a:rPr sz="1875" b="0">
                <a:solidFill>
                  <a:srgbClr val="16333A"/>
                </a:solidFill>
                <a:latin typeface="Arial"/>
                <a:ea typeface="Arial"/>
                <a:cs typeface="Arial"/>
              </a:rPr>
              <a:t>dashboard dan paket pitch</a:t>
            </a:r>
          </a:p>
          <a:p xmlns:a="http://schemas.openxmlformats.org/drawingml/2006/main">
            <a:pPr>
              <a:defRPr sz="1875" b="0">
                <a:solidFill>
                  <a:srgbClr val="16333A"/>
                </a:solidFill>
                <a:latin typeface="Arial"/>
                <a:ea typeface="Arial"/>
                <a:cs typeface="Arial"/>
              </a:defRPr>
            </a:pPr>
            <a:r>
              <a:rPr sz="1875" b="0">
                <a:solidFill>
                  <a:srgbClr val="16333A"/>
                </a:solidFill>
                <a:latin typeface="Arial"/>
                <a:ea typeface="Arial"/>
                <a:cs typeface="Arial"/>
              </a:rPr>
              <a:t>Source tag: mvp-v1.0-source</a:t>
            </a:r>
          </a:p>
        </p:txBody>
      </p:sp>
      <p:sp>
        <p:nvSpPr>
          <p:cNvPr id="14" name="">
            <a:extLst xmlns:a="http://schemas.openxmlformats.org/drawingml/2006/main">
              <a:ext uri="{FF2B5EF4-FFF2-40B4-BE49-F238E27FC236}">
                <a16:creationId xmlns:a16="http://schemas.microsoft.com/office/drawing/2014/main" id="{8BF7FED8-375E-4C38-84A2-6ACBF9519FBD}"/>
              </a:ext>
            </a:extLst>
          </p:cNvPr>
          <p:cNvSpPr>
            <a:spLocks xmlns:a="http://schemas.openxmlformats.org/drawingml/2006/main" noGrp="1"/>
          </p:cNvSpPr>
          <p:nvPr/>
        </p:nvSpPr>
        <p:spPr>
          <a:xfrm xmlns:a="http://schemas.openxmlformats.org/drawingml/2006/main">
            <a:off x="762000" y="5229225"/>
            <a:ext cx="1047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19050" rIns="19050" bIns="19050" anchor="ctr">
            <a:normAutofit fontScale="100000"/>
          </a:bodyPr>
          <a:lstStyle xmlns:a="http://schemas.openxmlformats.org/drawingml/2006/main">
            <a:defPPr>
              <a:defRPr sz="1575" b="0">
                <a:solidFill>
                  <a:srgbClr val="5D7273"/>
                </a:solidFill>
                <a:latin typeface="Arial"/>
                <a:ea typeface="Arial"/>
                <a:cs typeface="Arial"/>
              </a:defRPr>
            </a:defPPr>
            <a:lvl1pPr>
              <a:defRPr sz="1575" b="0">
                <a:solidFill>
                  <a:srgbClr val="5D7273"/>
                </a:solidFill>
                <a:latin typeface="Arial"/>
                <a:ea typeface="Arial"/>
                <a:cs typeface="Arial"/>
              </a:defRPr>
            </a:lvl1pPr>
            <a:lvl2pPr>
              <a:defRPr sz="1575" b="0">
                <a:solidFill>
                  <a:srgbClr val="5D7273"/>
                </a:solidFill>
                <a:latin typeface="Arial"/>
                <a:ea typeface="Arial"/>
                <a:cs typeface="Arial"/>
              </a:defRPr>
            </a:lvl2pPr>
            <a:lvl3pPr>
              <a:defRPr sz="1575" b="0">
                <a:solidFill>
                  <a:srgbClr val="5D7273"/>
                </a:solidFill>
                <a:latin typeface="Arial"/>
                <a:ea typeface="Arial"/>
                <a:cs typeface="Arial"/>
              </a:defRPr>
            </a:lvl3pPr>
            <a:lvl4pPr>
              <a:defRPr sz="1575" b="0">
                <a:solidFill>
                  <a:srgbClr val="5D7273"/>
                </a:solidFill>
                <a:latin typeface="Arial"/>
                <a:ea typeface="Arial"/>
                <a:cs typeface="Arial"/>
              </a:defRPr>
            </a:lvl4pPr>
            <a:lvl5pPr>
              <a:defRPr sz="1575" b="0">
                <a:solidFill>
                  <a:srgbClr val="5D7273"/>
                </a:solidFill>
                <a:latin typeface="Arial"/>
                <a:ea typeface="Arial"/>
                <a:cs typeface="Arial"/>
              </a:defRPr>
            </a:lvl5pPr>
            <a:lvl6pPr>
              <a:defRPr sz="1575" b="0">
                <a:solidFill>
                  <a:srgbClr val="5D7273"/>
                </a:solidFill>
                <a:latin typeface="Arial"/>
                <a:ea typeface="Arial"/>
                <a:cs typeface="Arial"/>
              </a:defRPr>
            </a:lvl6pPr>
            <a:lvl7pPr>
              <a:defRPr sz="1575" b="0">
                <a:solidFill>
                  <a:srgbClr val="5D7273"/>
                </a:solidFill>
                <a:latin typeface="Arial"/>
                <a:ea typeface="Arial"/>
                <a:cs typeface="Arial"/>
              </a:defRPr>
            </a:lvl7pPr>
            <a:lvl8pPr>
              <a:defRPr sz="1575" b="0">
                <a:solidFill>
                  <a:srgbClr val="5D7273"/>
                </a:solidFill>
                <a:latin typeface="Arial"/>
                <a:ea typeface="Arial"/>
                <a:cs typeface="Arial"/>
              </a:defRPr>
            </a:lvl8pPr>
            <a:lvl9pPr>
              <a:defRPr sz="1575" b="0">
                <a:solidFill>
                  <a:srgbClr val="5D7273"/>
                </a:solidFill>
                <a:latin typeface="Arial"/>
                <a:ea typeface="Arial"/>
                <a:cs typeface="Arial"/>
              </a:defRPr>
            </a:lvl9pPr>
          </a:lstStyle>
          <a:p xmlns:a="http://schemas.openxmlformats.org/drawingml/2006/main">
            <a:pPr>
              <a:defRPr sz="1575" b="0">
                <a:solidFill>
                  <a:srgbClr val="5D7273"/>
                </a:solidFill>
                <a:latin typeface="Arial"/>
                <a:ea typeface="Arial"/>
                <a:cs typeface="Arial"/>
              </a:defRPr>
            </a:pPr>
            <a:r>
              <a:rPr sz="1575" b="0">
                <a:solidFill>
                  <a:srgbClr val="5D7273"/>
                </a:solidFill>
                <a:latin typeface="Arial"/>
                <a:ea typeface="Arial"/>
                <a:cs typeface="Arial"/>
              </a:rPr>
              <a:t>Alur kerja yang diusulkan: metode/QC · komputasi/produk · assay/kemitraan · pelanggan/bisnis</a:t>
            </a:r>
          </a:p>
        </p:txBody>
      </p:sp>
      <p:sp>
        <p:nvSpPr>
          <p:cNvPr id="15" name="">
            <a:extLst xmlns:a="http://schemas.openxmlformats.org/drawingml/2006/main">
              <a:ext uri="{FF2B5EF4-FFF2-40B4-BE49-F238E27FC236}">
                <a16:creationId xmlns:a16="http://schemas.microsoft.com/office/drawing/2014/main" id="{A089D285-6A4D-4140-9028-9E7B7AF41900}"/>
              </a:ext>
            </a:extLst>
          </p:cNvPr>
          <p:cNvSpPr>
            <a:spLocks xmlns:a="http://schemas.openxmlformats.org/drawingml/2006/main" noGrp="1"/>
          </p:cNvSpPr>
          <p:nvPr/>
        </p:nvSpPr>
        <p:spPr>
          <a:xfrm xmlns:a="http://schemas.openxmlformats.org/drawingml/2006/main">
            <a:off x="762000" y="5819775"/>
            <a:ext cx="104775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19050" rIns="19050" bIns="19050" anchor="ctr">
            <a:normAutofit fontScale="100000"/>
          </a:bodyPr>
          <a:lstStyle xmlns:a="http://schemas.openxmlformats.org/drawingml/2006/main">
            <a:defPPr>
              <a:defRPr sz="1500" b="1">
                <a:solidFill>
                  <a:srgbClr val="C38E37"/>
                </a:solidFill>
                <a:latin typeface="Arial"/>
                <a:ea typeface="Arial"/>
                <a:cs typeface="Arial"/>
              </a:defRPr>
            </a:defPPr>
            <a:lvl1pPr>
              <a:defRPr sz="1500" b="1">
                <a:solidFill>
                  <a:srgbClr val="C38E37"/>
                </a:solidFill>
                <a:latin typeface="Arial"/>
                <a:ea typeface="Arial"/>
                <a:cs typeface="Arial"/>
              </a:defRPr>
            </a:lvl1pPr>
            <a:lvl2pPr>
              <a:defRPr sz="1500" b="1">
                <a:solidFill>
                  <a:srgbClr val="C38E37"/>
                </a:solidFill>
                <a:latin typeface="Arial"/>
                <a:ea typeface="Arial"/>
                <a:cs typeface="Arial"/>
              </a:defRPr>
            </a:lvl2pPr>
            <a:lvl3pPr>
              <a:defRPr sz="1500" b="1">
                <a:solidFill>
                  <a:srgbClr val="C38E37"/>
                </a:solidFill>
                <a:latin typeface="Arial"/>
                <a:ea typeface="Arial"/>
                <a:cs typeface="Arial"/>
              </a:defRPr>
            </a:lvl3pPr>
            <a:lvl4pPr>
              <a:defRPr sz="1500" b="1">
                <a:solidFill>
                  <a:srgbClr val="C38E37"/>
                </a:solidFill>
                <a:latin typeface="Arial"/>
                <a:ea typeface="Arial"/>
                <a:cs typeface="Arial"/>
              </a:defRPr>
            </a:lvl4pPr>
            <a:lvl5pPr>
              <a:defRPr sz="1500" b="1">
                <a:solidFill>
                  <a:srgbClr val="C38E37"/>
                </a:solidFill>
                <a:latin typeface="Arial"/>
                <a:ea typeface="Arial"/>
                <a:cs typeface="Arial"/>
              </a:defRPr>
            </a:lvl5pPr>
            <a:lvl6pPr>
              <a:defRPr sz="1500" b="1">
                <a:solidFill>
                  <a:srgbClr val="C38E37"/>
                </a:solidFill>
                <a:latin typeface="Arial"/>
                <a:ea typeface="Arial"/>
                <a:cs typeface="Arial"/>
              </a:defRPr>
            </a:lvl6pPr>
            <a:lvl7pPr>
              <a:defRPr sz="1500" b="1">
                <a:solidFill>
                  <a:srgbClr val="C38E37"/>
                </a:solidFill>
                <a:latin typeface="Arial"/>
                <a:ea typeface="Arial"/>
                <a:cs typeface="Arial"/>
              </a:defRPr>
            </a:lvl7pPr>
            <a:lvl8pPr>
              <a:defRPr sz="1500" b="1">
                <a:solidFill>
                  <a:srgbClr val="C38E37"/>
                </a:solidFill>
                <a:latin typeface="Arial"/>
                <a:ea typeface="Arial"/>
                <a:cs typeface="Arial"/>
              </a:defRPr>
            </a:lvl8pPr>
            <a:lvl9pPr>
              <a:defRPr sz="1500" b="1">
                <a:solidFill>
                  <a:srgbClr val="C38E37"/>
                </a:solidFill>
                <a:latin typeface="Arial"/>
                <a:ea typeface="Arial"/>
                <a:cs typeface="Arial"/>
              </a:defRPr>
            </a:lvl9pPr>
          </a:lstStyle>
          <a:p xmlns:a="http://schemas.openxmlformats.org/drawingml/2006/main">
            <a:pPr>
              <a:defRPr sz="1500" b="1">
                <a:solidFill>
                  <a:srgbClr val="C38E37"/>
                </a:solidFill>
                <a:latin typeface="Arial"/>
                <a:ea typeface="Arial"/>
                <a:cs typeface="Arial"/>
              </a:defRPr>
            </a:pPr>
            <a:r>
              <a:rPr sz="1500" b="1">
                <a:solidFill>
                  <a:srgbClr val="C38E37"/>
                </a:solidFill>
                <a:latin typeface="Arial"/>
                <a:ea typeface="Arial"/>
                <a:cs typeface="Arial"/>
              </a:rPr>
              <a:t>Advisor: genetika populasi, assay SNP, ekonomi lab. Peran, kualifikasi, dan waktu penulisan perlu konfirmasi tim.</a:t>
            </a:r>
          </a:p>
        </p:txBody>
      </p:sp>
    </p:spTree>
    <p:extLst>
      <p:ext uri="{BB962C8B-B14F-4D97-AF65-F5344CB8AC3E}">
        <p14:creationId xmlns:p14="http://schemas.microsoft.com/office/powerpoint/2010/main" val="2112782237"/>
      </p:ext>
    </p:extLst>
  </p:cSld>
</p:sld>
</file>

<file path=ppt/slides/slide11.xml><?xml version="1.0" encoding="utf-8"?>
<p:sld xmlns:p="http://schemas.openxmlformats.org/presentationml/2006/main">
  <p:cSld>
    <p:bg>
      <p:bgPr>
        <a:solidFill xmlns:a="http://schemas.openxmlformats.org/drawingml/2006/main">
          <a:srgbClr val="F4F7F3"/>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C04ADBF2-3B8E-47E5-BE27-44DC45BFC041}"/>
              </a:ext>
            </a:extLst>
          </p:cNvPr>
          <p:cNvSpPr>
            <a:spLocks xmlns:a="http://schemas.openxmlformats.org/drawingml/2006/main" noGrp="1"/>
          </p:cNvSpPr>
          <p:nvPr/>
        </p:nvSpPr>
        <p:spPr>
          <a:xfrm xmlns:a="http://schemas.openxmlformats.org/drawingml/2006/main">
            <a:off x="685800" y="333375"/>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19050" rIns="19050" bIns="19050" anchor="ctr">
            <a:normAutofit fontScale="100000"/>
          </a:bodyPr>
          <a:lstStyle xmlns:a="http://schemas.openxmlformats.org/drawingml/2006/main">
            <a:defPPr>
              <a:defRPr sz="1200" b="1">
                <a:solidFill>
                  <a:srgbClr val="087E72"/>
                </a:solidFill>
                <a:latin typeface="Arial"/>
                <a:ea typeface="Arial"/>
                <a:cs typeface="Arial"/>
              </a:defRPr>
            </a:defPPr>
            <a:lvl1pPr>
              <a:defRPr sz="1200" b="1">
                <a:solidFill>
                  <a:srgbClr val="087E72"/>
                </a:solidFill>
                <a:latin typeface="Arial"/>
                <a:ea typeface="Arial"/>
                <a:cs typeface="Arial"/>
              </a:defRPr>
            </a:lvl1pPr>
            <a:lvl2pPr>
              <a:defRPr sz="1200" b="1">
                <a:solidFill>
                  <a:srgbClr val="087E72"/>
                </a:solidFill>
                <a:latin typeface="Arial"/>
                <a:ea typeface="Arial"/>
                <a:cs typeface="Arial"/>
              </a:defRPr>
            </a:lvl2pPr>
            <a:lvl3pPr>
              <a:defRPr sz="1200" b="1">
                <a:solidFill>
                  <a:srgbClr val="087E72"/>
                </a:solidFill>
                <a:latin typeface="Arial"/>
                <a:ea typeface="Arial"/>
                <a:cs typeface="Arial"/>
              </a:defRPr>
            </a:lvl3pPr>
            <a:lvl4pPr>
              <a:defRPr sz="1200" b="1">
                <a:solidFill>
                  <a:srgbClr val="087E72"/>
                </a:solidFill>
                <a:latin typeface="Arial"/>
                <a:ea typeface="Arial"/>
                <a:cs typeface="Arial"/>
              </a:defRPr>
            </a:lvl4pPr>
            <a:lvl5pPr>
              <a:defRPr sz="1200" b="1">
                <a:solidFill>
                  <a:srgbClr val="087E72"/>
                </a:solidFill>
                <a:latin typeface="Arial"/>
                <a:ea typeface="Arial"/>
                <a:cs typeface="Arial"/>
              </a:defRPr>
            </a:lvl5pPr>
            <a:lvl6pPr>
              <a:defRPr sz="1200" b="1">
                <a:solidFill>
                  <a:srgbClr val="087E72"/>
                </a:solidFill>
                <a:latin typeface="Arial"/>
                <a:ea typeface="Arial"/>
                <a:cs typeface="Arial"/>
              </a:defRPr>
            </a:lvl6pPr>
            <a:lvl7pPr>
              <a:defRPr sz="1200" b="1">
                <a:solidFill>
                  <a:srgbClr val="087E72"/>
                </a:solidFill>
                <a:latin typeface="Arial"/>
                <a:ea typeface="Arial"/>
                <a:cs typeface="Arial"/>
              </a:defRPr>
            </a:lvl7pPr>
            <a:lvl8pPr>
              <a:defRPr sz="1200" b="1">
                <a:solidFill>
                  <a:srgbClr val="087E72"/>
                </a:solidFill>
                <a:latin typeface="Arial"/>
                <a:ea typeface="Arial"/>
                <a:cs typeface="Arial"/>
              </a:defRPr>
            </a:lvl8pPr>
            <a:lvl9pPr>
              <a:defRPr sz="1200" b="1">
                <a:solidFill>
                  <a:srgbClr val="087E72"/>
                </a:solidFill>
                <a:latin typeface="Arial"/>
                <a:ea typeface="Arial"/>
                <a:cs typeface="Arial"/>
              </a:defRPr>
            </a:lvl9pPr>
          </a:lstStyle>
          <a:p xmlns:a="http://schemas.openxmlformats.org/drawingml/2006/main">
            <a:pPr>
              <a:defRPr sz="1200" b="1">
                <a:solidFill>
                  <a:srgbClr val="087E72"/>
                </a:solidFill>
                <a:latin typeface="Arial"/>
                <a:ea typeface="Arial"/>
                <a:cs typeface="Arial"/>
              </a:defRPr>
            </a:pPr>
            <a:r>
              <a:rPr sz="1200" b="1">
                <a:solidFill>
                  <a:srgbClr val="087E72"/>
                </a:solidFill>
                <a:latin typeface="Arial"/>
                <a:ea typeface="Arial"/>
                <a:cs typeface="Arial"/>
              </a:rPr>
              <a:t>SUMMARY / ROADMAP / ASK</a:t>
            </a:r>
          </a:p>
        </p:txBody>
      </p:sp>
      <p:sp>
        <p:nvSpPr>
          <p:cNvPr id="2" name="">
            <a:extLst xmlns:a="http://schemas.openxmlformats.org/drawingml/2006/main">
              <a:ext uri="{FF2B5EF4-FFF2-40B4-BE49-F238E27FC236}">
                <a16:creationId xmlns:a16="http://schemas.microsoft.com/office/drawing/2014/main" id="{0B280B20-15E7-4982-B629-5D2515FF5081}"/>
              </a:ext>
            </a:extLst>
          </p:cNvPr>
          <p:cNvSpPr>
            <a:spLocks xmlns:a="http://schemas.openxmlformats.org/drawingml/2006/main" noGrp="1"/>
          </p:cNvSpPr>
          <p:nvPr/>
        </p:nvSpPr>
        <p:spPr>
          <a:xfrm xmlns:a="http://schemas.openxmlformats.org/drawingml/2006/main">
            <a:off x="685800" y="733425"/>
            <a:ext cx="10668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19050" rIns="19050" bIns="19050" anchor="ctr">
            <a:normAutofit fontScale="100000"/>
          </a:bodyPr>
          <a:lstStyle xmlns:a="http://schemas.openxmlformats.org/drawingml/2006/main">
            <a:defPPr>
              <a:defRPr sz="3300" b="1">
                <a:solidFill>
                  <a:srgbClr val="16333A"/>
                </a:solidFill>
                <a:latin typeface="Arial"/>
                <a:ea typeface="Arial"/>
                <a:cs typeface="Arial"/>
              </a:defRPr>
            </a:defPPr>
            <a:lvl1pPr>
              <a:defRPr sz="3300" b="1">
                <a:solidFill>
                  <a:srgbClr val="16333A"/>
                </a:solidFill>
                <a:latin typeface="Arial"/>
                <a:ea typeface="Arial"/>
                <a:cs typeface="Arial"/>
              </a:defRPr>
            </a:lvl1pPr>
            <a:lvl2pPr>
              <a:defRPr sz="3300" b="1">
                <a:solidFill>
                  <a:srgbClr val="16333A"/>
                </a:solidFill>
                <a:latin typeface="Arial"/>
                <a:ea typeface="Arial"/>
                <a:cs typeface="Arial"/>
              </a:defRPr>
            </a:lvl2pPr>
            <a:lvl3pPr>
              <a:defRPr sz="3300" b="1">
                <a:solidFill>
                  <a:srgbClr val="16333A"/>
                </a:solidFill>
                <a:latin typeface="Arial"/>
                <a:ea typeface="Arial"/>
                <a:cs typeface="Arial"/>
              </a:defRPr>
            </a:lvl3pPr>
            <a:lvl4pPr>
              <a:defRPr sz="3300" b="1">
                <a:solidFill>
                  <a:srgbClr val="16333A"/>
                </a:solidFill>
                <a:latin typeface="Arial"/>
                <a:ea typeface="Arial"/>
                <a:cs typeface="Arial"/>
              </a:defRPr>
            </a:lvl4pPr>
            <a:lvl5pPr>
              <a:defRPr sz="3300" b="1">
                <a:solidFill>
                  <a:srgbClr val="16333A"/>
                </a:solidFill>
                <a:latin typeface="Arial"/>
                <a:ea typeface="Arial"/>
                <a:cs typeface="Arial"/>
              </a:defRPr>
            </a:lvl5pPr>
            <a:lvl6pPr>
              <a:defRPr sz="3300" b="1">
                <a:solidFill>
                  <a:srgbClr val="16333A"/>
                </a:solidFill>
                <a:latin typeface="Arial"/>
                <a:ea typeface="Arial"/>
                <a:cs typeface="Arial"/>
              </a:defRPr>
            </a:lvl6pPr>
            <a:lvl7pPr>
              <a:defRPr sz="3300" b="1">
                <a:solidFill>
                  <a:srgbClr val="16333A"/>
                </a:solidFill>
                <a:latin typeface="Arial"/>
                <a:ea typeface="Arial"/>
                <a:cs typeface="Arial"/>
              </a:defRPr>
            </a:lvl7pPr>
            <a:lvl8pPr>
              <a:defRPr sz="3300" b="1">
                <a:solidFill>
                  <a:srgbClr val="16333A"/>
                </a:solidFill>
                <a:latin typeface="Arial"/>
                <a:ea typeface="Arial"/>
                <a:cs typeface="Arial"/>
              </a:defRPr>
            </a:lvl8pPr>
            <a:lvl9pPr>
              <a:defRPr sz="3300" b="1">
                <a:solidFill>
                  <a:srgbClr val="16333A"/>
                </a:solidFill>
                <a:latin typeface="Arial"/>
                <a:ea typeface="Arial"/>
                <a:cs typeface="Arial"/>
              </a:defRPr>
            </a:lvl9pPr>
          </a:lstStyle>
          <a:p xmlns:a="http://schemas.openxmlformats.org/drawingml/2006/main">
            <a:pPr>
              <a:defRPr sz="3300" b="1">
                <a:solidFill>
                  <a:srgbClr val="16333A"/>
                </a:solidFill>
                <a:latin typeface="Arial"/>
                <a:ea typeface="Arial"/>
                <a:cs typeface="Arial"/>
              </a:defRPr>
            </a:pPr>
            <a:r>
              <a:rPr sz="3300" b="1">
                <a:solidFill>
                  <a:srgbClr val="16333A"/>
                </a:solidFill>
                <a:latin typeface="Arial"/>
                <a:ea typeface="Arial"/>
                <a:cs typeface="Arial"/>
              </a:rPr>
              <a:t>Validasi berikutnya dan dukungan yang dicari</a:t>
            </a:r>
          </a:p>
        </p:txBody>
      </p:sp>
      <p:sp>
        <p:nvSpPr>
          <p:cNvPr id="3" name="">
            <a:extLst xmlns:a="http://schemas.openxmlformats.org/drawingml/2006/main">
              <a:ext uri="{FF2B5EF4-FFF2-40B4-BE49-F238E27FC236}">
                <a16:creationId xmlns:a16="http://schemas.microsoft.com/office/drawing/2014/main" id="{56FE0B96-1178-4719-978C-5504234A7036}"/>
              </a:ext>
            </a:extLst>
          </p:cNvPr>
          <p:cNvSpPr>
            <a:spLocks xmlns:a="http://schemas.openxmlformats.org/drawingml/2006/main" noGrp="1"/>
          </p:cNvSpPr>
          <p:nvPr/>
        </p:nvSpPr>
        <p:spPr>
          <a:xfrm xmlns:a="http://schemas.openxmlformats.org/drawingml/2006/main">
            <a:off x="685800" y="6448425"/>
            <a:ext cx="9239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19050" rIns="19050" bIns="19050" anchor="ctr">
            <a:normAutofit fontScale="100000"/>
          </a:bodyPr>
          <a:lstStyle xmlns:a="http://schemas.openxmlformats.org/drawingml/2006/main">
            <a:defPPr>
              <a:defRPr sz="975" b="0">
                <a:solidFill>
                  <a:srgbClr val="5D7273"/>
                </a:solidFill>
                <a:latin typeface="Arial"/>
                <a:ea typeface="Arial"/>
                <a:cs typeface="Arial"/>
              </a:defRPr>
            </a:defPPr>
            <a:lvl1pPr>
              <a:defRPr sz="975" b="0">
                <a:solidFill>
                  <a:srgbClr val="5D7273"/>
                </a:solidFill>
                <a:latin typeface="Arial"/>
                <a:ea typeface="Arial"/>
                <a:cs typeface="Arial"/>
              </a:defRPr>
            </a:lvl1pPr>
            <a:lvl2pPr>
              <a:defRPr sz="975" b="0">
                <a:solidFill>
                  <a:srgbClr val="5D7273"/>
                </a:solidFill>
                <a:latin typeface="Arial"/>
                <a:ea typeface="Arial"/>
                <a:cs typeface="Arial"/>
              </a:defRPr>
            </a:lvl2pPr>
            <a:lvl3pPr>
              <a:defRPr sz="975" b="0">
                <a:solidFill>
                  <a:srgbClr val="5D7273"/>
                </a:solidFill>
                <a:latin typeface="Arial"/>
                <a:ea typeface="Arial"/>
                <a:cs typeface="Arial"/>
              </a:defRPr>
            </a:lvl3pPr>
            <a:lvl4pPr>
              <a:defRPr sz="975" b="0">
                <a:solidFill>
                  <a:srgbClr val="5D7273"/>
                </a:solidFill>
                <a:latin typeface="Arial"/>
                <a:ea typeface="Arial"/>
                <a:cs typeface="Arial"/>
              </a:defRPr>
            </a:lvl4pPr>
            <a:lvl5pPr>
              <a:defRPr sz="975" b="0">
                <a:solidFill>
                  <a:srgbClr val="5D7273"/>
                </a:solidFill>
                <a:latin typeface="Arial"/>
                <a:ea typeface="Arial"/>
                <a:cs typeface="Arial"/>
              </a:defRPr>
            </a:lvl5pPr>
            <a:lvl6pPr>
              <a:defRPr sz="975" b="0">
                <a:solidFill>
                  <a:srgbClr val="5D7273"/>
                </a:solidFill>
                <a:latin typeface="Arial"/>
                <a:ea typeface="Arial"/>
                <a:cs typeface="Arial"/>
              </a:defRPr>
            </a:lvl6pPr>
            <a:lvl7pPr>
              <a:defRPr sz="975" b="0">
                <a:solidFill>
                  <a:srgbClr val="5D7273"/>
                </a:solidFill>
                <a:latin typeface="Arial"/>
                <a:ea typeface="Arial"/>
                <a:cs typeface="Arial"/>
              </a:defRPr>
            </a:lvl7pPr>
            <a:lvl8pPr>
              <a:defRPr sz="975" b="0">
                <a:solidFill>
                  <a:srgbClr val="5D7273"/>
                </a:solidFill>
                <a:latin typeface="Arial"/>
                <a:ea typeface="Arial"/>
                <a:cs typeface="Arial"/>
              </a:defRPr>
            </a:lvl8pPr>
            <a:lvl9pPr>
              <a:defRPr sz="975" b="0">
                <a:solidFill>
                  <a:srgbClr val="5D7273"/>
                </a:solidFill>
                <a:latin typeface="Arial"/>
                <a:ea typeface="Arial"/>
                <a:cs typeface="Arial"/>
              </a:defRPr>
            </a:lvl9pPr>
          </a:lstStyle>
          <a:p xmlns:a="http://schemas.openxmlformats.org/drawingml/2006/main">
            <a:pPr>
              <a:defRPr sz="975" b="0">
                <a:solidFill>
                  <a:srgbClr val="5D7273"/>
                </a:solidFill>
                <a:latin typeface="Arial"/>
                <a:ea typeface="Arial"/>
                <a:cs typeface="Arial"/>
              </a:defRPr>
            </a:pPr>
            <a:r>
              <a:rPr sz="975" b="0">
                <a:solidFill>
                  <a:srgbClr val="5D7273"/>
                </a:solidFill>
                <a:latin typeface="Arial"/>
                <a:ea typeface="Arial"/>
                <a:cs typeface="Arial"/>
              </a:rPr>
              <a:t>EXASTRA · GENOHACK 2026 · RISET KOMPUTASIONAL</a:t>
            </a:r>
          </a:p>
        </p:txBody>
      </p:sp>
      <p:sp>
        <p:nvSpPr>
          <p:cNvPr id="4" name="">
            <a:extLst xmlns:a="http://schemas.openxmlformats.org/drawingml/2006/main">
              <a:ext uri="{FF2B5EF4-FFF2-40B4-BE49-F238E27FC236}">
                <a16:creationId xmlns:a16="http://schemas.microsoft.com/office/drawing/2014/main" id="{1450B04E-3507-44EC-A3A4-AC4150E09ADD}"/>
              </a:ext>
            </a:extLst>
          </p:cNvPr>
          <p:cNvSpPr>
            <a:spLocks xmlns:a="http://schemas.openxmlformats.org/drawingml/2006/main" noGrp="1"/>
          </p:cNvSpPr>
          <p:nvPr/>
        </p:nvSpPr>
        <p:spPr>
          <a:xfrm xmlns:a="http://schemas.openxmlformats.org/drawingml/2006/main">
            <a:off x="11125200" y="6448425"/>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19050" rIns="19050" bIns="19050" anchor="ctr">
            <a:normAutofit fontScale="100000"/>
          </a:bodyPr>
          <a:lstStyle xmlns:a="http://schemas.openxmlformats.org/drawingml/2006/main">
            <a:defPPr>
              <a:defRPr sz="1050" b="1">
                <a:solidFill>
                  <a:srgbClr val="5D7273"/>
                </a:solidFill>
                <a:latin typeface="Arial"/>
                <a:ea typeface="Arial"/>
                <a:cs typeface="Arial"/>
              </a:defRPr>
            </a:defPPr>
            <a:lvl1pPr>
              <a:defRPr sz="1050" b="1">
                <a:solidFill>
                  <a:srgbClr val="5D7273"/>
                </a:solidFill>
                <a:latin typeface="Arial"/>
                <a:ea typeface="Arial"/>
                <a:cs typeface="Arial"/>
              </a:defRPr>
            </a:lvl1pPr>
            <a:lvl2pPr>
              <a:defRPr sz="1050" b="1">
                <a:solidFill>
                  <a:srgbClr val="5D7273"/>
                </a:solidFill>
                <a:latin typeface="Arial"/>
                <a:ea typeface="Arial"/>
                <a:cs typeface="Arial"/>
              </a:defRPr>
            </a:lvl2pPr>
            <a:lvl3pPr>
              <a:defRPr sz="1050" b="1">
                <a:solidFill>
                  <a:srgbClr val="5D7273"/>
                </a:solidFill>
                <a:latin typeface="Arial"/>
                <a:ea typeface="Arial"/>
                <a:cs typeface="Arial"/>
              </a:defRPr>
            </a:lvl3pPr>
            <a:lvl4pPr>
              <a:defRPr sz="1050" b="1">
                <a:solidFill>
                  <a:srgbClr val="5D7273"/>
                </a:solidFill>
                <a:latin typeface="Arial"/>
                <a:ea typeface="Arial"/>
                <a:cs typeface="Arial"/>
              </a:defRPr>
            </a:lvl4pPr>
            <a:lvl5pPr>
              <a:defRPr sz="1050" b="1">
                <a:solidFill>
                  <a:srgbClr val="5D7273"/>
                </a:solidFill>
                <a:latin typeface="Arial"/>
                <a:ea typeface="Arial"/>
                <a:cs typeface="Arial"/>
              </a:defRPr>
            </a:lvl5pPr>
            <a:lvl6pPr>
              <a:defRPr sz="1050" b="1">
                <a:solidFill>
                  <a:srgbClr val="5D7273"/>
                </a:solidFill>
                <a:latin typeface="Arial"/>
                <a:ea typeface="Arial"/>
                <a:cs typeface="Arial"/>
              </a:defRPr>
            </a:lvl6pPr>
            <a:lvl7pPr>
              <a:defRPr sz="1050" b="1">
                <a:solidFill>
                  <a:srgbClr val="5D7273"/>
                </a:solidFill>
                <a:latin typeface="Arial"/>
                <a:ea typeface="Arial"/>
                <a:cs typeface="Arial"/>
              </a:defRPr>
            </a:lvl7pPr>
            <a:lvl8pPr>
              <a:defRPr sz="1050" b="1">
                <a:solidFill>
                  <a:srgbClr val="5D7273"/>
                </a:solidFill>
                <a:latin typeface="Arial"/>
                <a:ea typeface="Arial"/>
                <a:cs typeface="Arial"/>
              </a:defRPr>
            </a:lvl8pPr>
            <a:lvl9pPr>
              <a:defRPr sz="1050" b="1">
                <a:solidFill>
                  <a:srgbClr val="5D7273"/>
                </a:solidFill>
                <a:latin typeface="Arial"/>
                <a:ea typeface="Arial"/>
                <a:cs typeface="Arial"/>
              </a:defRPr>
            </a:lvl9pPr>
          </a:lstStyle>
          <a:p xmlns:a="http://schemas.openxmlformats.org/drawingml/2006/main">
            <a:pPr>
              <a:defRPr sz="1050" b="1">
                <a:solidFill>
                  <a:srgbClr val="5D7273"/>
                </a:solidFill>
                <a:latin typeface="Arial"/>
                <a:ea typeface="Arial"/>
                <a:cs typeface="Arial"/>
              </a:defRPr>
            </a:pPr>
            <a:r>
              <a:rPr sz="1050" b="1">
                <a:solidFill>
                  <a:srgbClr val="5D7273"/>
                </a:solidFill>
                <a:latin typeface="Arial"/>
                <a:ea typeface="Arial"/>
                <a:cs typeface="Arial"/>
              </a:rPr>
              <a:t>11</a:t>
            </a:r>
          </a:p>
        </p:txBody>
      </p:sp>
      <p:sp>
        <p:nvSpPr>
          <p:cNvPr id="5" name="">
            <a:extLst xmlns:a="http://schemas.openxmlformats.org/drawingml/2006/main">
              <a:ext uri="{FF2B5EF4-FFF2-40B4-BE49-F238E27FC236}">
                <a16:creationId xmlns:a16="http://schemas.microsoft.com/office/drawing/2014/main" id="{0C9530F0-8C01-40A5-9528-6A89BB923202}"/>
              </a:ext>
            </a:extLst>
          </p:cNvPr>
          <p:cNvSpPr>
            <a:spLocks xmlns:a="http://schemas.openxmlformats.org/drawingml/2006/main" noGrp="1"/>
          </p:cNvSpPr>
          <p:nvPr/>
        </p:nvSpPr>
        <p:spPr>
          <a:xfrm xmlns:a="http://schemas.openxmlformats.org/drawingml/2006/main">
            <a:off x="762000" y="2009775"/>
            <a:ext cx="1905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19050" rIns="19050" bIns="19050" anchor="ctr">
            <a:normAutofit fontScale="100000"/>
          </a:bodyPr>
          <a:lstStyle xmlns:a="http://schemas.openxmlformats.org/drawingml/2006/main">
            <a:defPPr>
              <a:defRPr sz="2025" b="1">
                <a:solidFill>
                  <a:srgbClr val="087E72"/>
                </a:solidFill>
                <a:latin typeface="Arial"/>
                <a:ea typeface="Arial"/>
                <a:cs typeface="Arial"/>
              </a:defRPr>
            </a:defPPr>
            <a:lvl1pPr>
              <a:defRPr sz="2025" b="1">
                <a:solidFill>
                  <a:srgbClr val="087E72"/>
                </a:solidFill>
                <a:latin typeface="Arial"/>
                <a:ea typeface="Arial"/>
                <a:cs typeface="Arial"/>
              </a:defRPr>
            </a:lvl1pPr>
            <a:lvl2pPr>
              <a:defRPr sz="2025" b="1">
                <a:solidFill>
                  <a:srgbClr val="087E72"/>
                </a:solidFill>
                <a:latin typeface="Arial"/>
                <a:ea typeface="Arial"/>
                <a:cs typeface="Arial"/>
              </a:defRPr>
            </a:lvl2pPr>
            <a:lvl3pPr>
              <a:defRPr sz="2025" b="1">
                <a:solidFill>
                  <a:srgbClr val="087E72"/>
                </a:solidFill>
                <a:latin typeface="Arial"/>
                <a:ea typeface="Arial"/>
                <a:cs typeface="Arial"/>
              </a:defRPr>
            </a:lvl3pPr>
            <a:lvl4pPr>
              <a:defRPr sz="2025" b="1">
                <a:solidFill>
                  <a:srgbClr val="087E72"/>
                </a:solidFill>
                <a:latin typeface="Arial"/>
                <a:ea typeface="Arial"/>
                <a:cs typeface="Arial"/>
              </a:defRPr>
            </a:lvl4pPr>
            <a:lvl5pPr>
              <a:defRPr sz="2025" b="1">
                <a:solidFill>
                  <a:srgbClr val="087E72"/>
                </a:solidFill>
                <a:latin typeface="Arial"/>
                <a:ea typeface="Arial"/>
                <a:cs typeface="Arial"/>
              </a:defRPr>
            </a:lvl5pPr>
            <a:lvl6pPr>
              <a:defRPr sz="2025" b="1">
                <a:solidFill>
                  <a:srgbClr val="087E72"/>
                </a:solidFill>
                <a:latin typeface="Arial"/>
                <a:ea typeface="Arial"/>
                <a:cs typeface="Arial"/>
              </a:defRPr>
            </a:lvl6pPr>
            <a:lvl7pPr>
              <a:defRPr sz="2025" b="1">
                <a:solidFill>
                  <a:srgbClr val="087E72"/>
                </a:solidFill>
                <a:latin typeface="Arial"/>
                <a:ea typeface="Arial"/>
                <a:cs typeface="Arial"/>
              </a:defRPr>
            </a:lvl7pPr>
            <a:lvl8pPr>
              <a:defRPr sz="2025" b="1">
                <a:solidFill>
                  <a:srgbClr val="087E72"/>
                </a:solidFill>
                <a:latin typeface="Arial"/>
                <a:ea typeface="Arial"/>
                <a:cs typeface="Arial"/>
              </a:defRPr>
            </a:lvl8pPr>
            <a:lvl9pPr>
              <a:defRPr sz="2025" b="1">
                <a:solidFill>
                  <a:srgbClr val="087E72"/>
                </a:solidFill>
                <a:latin typeface="Arial"/>
                <a:ea typeface="Arial"/>
                <a:cs typeface="Arial"/>
              </a:defRPr>
            </a:lvl9pPr>
          </a:lstStyle>
          <a:p xmlns:a="http://schemas.openxmlformats.org/drawingml/2006/main">
            <a:pPr>
              <a:defRPr sz="2025" b="1">
                <a:solidFill>
                  <a:srgbClr val="087E72"/>
                </a:solidFill>
                <a:latin typeface="Arial"/>
                <a:ea typeface="Arial"/>
                <a:cs typeface="Arial"/>
              </a:defRPr>
            </a:pPr>
            <a:r>
              <a:rPr sz="2025" b="1">
                <a:solidFill>
                  <a:srgbClr val="087E72"/>
                </a:solidFill>
                <a:latin typeface="Arial"/>
                <a:ea typeface="Arial"/>
                <a:cs typeface="Arial"/>
              </a:rPr>
              <a:t>1–3 bulan</a:t>
            </a:r>
          </a:p>
        </p:txBody>
      </p:sp>
      <p:sp>
        <p:nvSpPr>
          <p:cNvPr id="6" name="">
            <a:extLst xmlns:a="http://schemas.openxmlformats.org/drawingml/2006/main">
              <a:ext uri="{FF2B5EF4-FFF2-40B4-BE49-F238E27FC236}">
                <a16:creationId xmlns:a16="http://schemas.microsoft.com/office/drawing/2014/main" id="{9D93DB31-3338-4D5F-AF0A-A317E77FBCCA}"/>
              </a:ext>
            </a:extLst>
          </p:cNvPr>
          <p:cNvSpPr>
            <a:spLocks xmlns:a="http://schemas.openxmlformats.org/drawingml/2006/main" noGrp="1"/>
          </p:cNvSpPr>
          <p:nvPr/>
        </p:nvSpPr>
        <p:spPr>
          <a:xfrm xmlns:a="http://schemas.openxmlformats.org/drawingml/2006/main">
            <a:off x="2895600" y="1971675"/>
            <a:ext cx="8382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19050" rIns="19050" bIns="19050" anchor="ctr">
            <a:normAutofit fontScale="100000"/>
          </a:bodyPr>
          <a:lstStyle xmlns:a="http://schemas.openxmlformats.org/drawingml/2006/main">
            <a:defPPr>
              <a:defRPr sz="2100" b="0">
                <a:solidFill>
                  <a:srgbClr val="16333A"/>
                </a:solidFill>
                <a:latin typeface="Arial"/>
                <a:ea typeface="Arial"/>
                <a:cs typeface="Arial"/>
              </a:defRPr>
            </a:defPPr>
            <a:lvl1pPr>
              <a:defRPr sz="2100" b="0">
                <a:solidFill>
                  <a:srgbClr val="16333A"/>
                </a:solidFill>
                <a:latin typeface="Arial"/>
                <a:ea typeface="Arial"/>
                <a:cs typeface="Arial"/>
              </a:defRPr>
            </a:lvl1pPr>
            <a:lvl2pPr>
              <a:defRPr sz="2100" b="0">
                <a:solidFill>
                  <a:srgbClr val="16333A"/>
                </a:solidFill>
                <a:latin typeface="Arial"/>
                <a:ea typeface="Arial"/>
                <a:cs typeface="Arial"/>
              </a:defRPr>
            </a:lvl2pPr>
            <a:lvl3pPr>
              <a:defRPr sz="2100" b="0">
                <a:solidFill>
                  <a:srgbClr val="16333A"/>
                </a:solidFill>
                <a:latin typeface="Arial"/>
                <a:ea typeface="Arial"/>
                <a:cs typeface="Arial"/>
              </a:defRPr>
            </a:lvl3pPr>
            <a:lvl4pPr>
              <a:defRPr sz="2100" b="0">
                <a:solidFill>
                  <a:srgbClr val="16333A"/>
                </a:solidFill>
                <a:latin typeface="Arial"/>
                <a:ea typeface="Arial"/>
                <a:cs typeface="Arial"/>
              </a:defRPr>
            </a:lvl4pPr>
            <a:lvl5pPr>
              <a:defRPr sz="2100" b="0">
                <a:solidFill>
                  <a:srgbClr val="16333A"/>
                </a:solidFill>
                <a:latin typeface="Arial"/>
                <a:ea typeface="Arial"/>
                <a:cs typeface="Arial"/>
              </a:defRPr>
            </a:lvl5pPr>
            <a:lvl6pPr>
              <a:defRPr sz="2100" b="0">
                <a:solidFill>
                  <a:srgbClr val="16333A"/>
                </a:solidFill>
                <a:latin typeface="Arial"/>
                <a:ea typeface="Arial"/>
                <a:cs typeface="Arial"/>
              </a:defRPr>
            </a:lvl6pPr>
            <a:lvl7pPr>
              <a:defRPr sz="2100" b="0">
                <a:solidFill>
                  <a:srgbClr val="16333A"/>
                </a:solidFill>
                <a:latin typeface="Arial"/>
                <a:ea typeface="Arial"/>
                <a:cs typeface="Arial"/>
              </a:defRPr>
            </a:lvl7pPr>
            <a:lvl8pPr>
              <a:defRPr sz="2100" b="0">
                <a:solidFill>
                  <a:srgbClr val="16333A"/>
                </a:solidFill>
                <a:latin typeface="Arial"/>
                <a:ea typeface="Arial"/>
                <a:cs typeface="Arial"/>
              </a:defRPr>
            </a:lvl8pPr>
            <a:lvl9pPr>
              <a:defRPr sz="2100" b="0">
                <a:solidFill>
                  <a:srgbClr val="16333A"/>
                </a:solidFill>
                <a:latin typeface="Arial"/>
                <a:ea typeface="Arial"/>
                <a:cs typeface="Arial"/>
              </a:defRPr>
            </a:lvl9pPr>
          </a:lstStyle>
          <a:p xmlns:a="http://schemas.openxmlformats.org/drawingml/2006/main">
            <a:pPr>
              <a:defRPr sz="2100" b="0">
                <a:solidFill>
                  <a:srgbClr val="16333A"/>
                </a:solidFill>
                <a:latin typeface="Arial"/>
                <a:ea typeface="Arial"/>
                <a:cs typeface="Arial"/>
              </a:defRPr>
            </a:pPr>
            <a:r>
              <a:rPr sz="2100" b="0">
                <a:solidFill>
                  <a:srgbClr val="16333A"/>
                </a:solidFill>
                <a:latin typeface="Arial"/>
                <a:ea typeface="Arial"/>
                <a:cs typeface="Arial"/>
              </a:rPr>
              <a:t>Kohort independen, metadata kinship, desain kalibrasi</a:t>
            </a:r>
          </a:p>
        </p:txBody>
      </p:sp>
      <p:sp>
        <p:nvSpPr>
          <p:cNvPr id="7" name="">
            <a:extLst xmlns:a="http://schemas.openxmlformats.org/drawingml/2006/main">
              <a:ext uri="{FF2B5EF4-FFF2-40B4-BE49-F238E27FC236}">
                <a16:creationId xmlns:a16="http://schemas.microsoft.com/office/drawing/2014/main" id="{EA8CED72-908A-4251-86C1-3F4CB0589F1C}"/>
              </a:ext>
            </a:extLst>
          </p:cNvPr>
          <p:cNvSpPr>
            <a:spLocks xmlns:a="http://schemas.openxmlformats.org/drawingml/2006/main" noGrp="1"/>
          </p:cNvSpPr>
          <p:nvPr/>
        </p:nvSpPr>
        <p:spPr>
          <a:xfrm xmlns:a="http://schemas.openxmlformats.org/drawingml/2006/main">
            <a:off x="762000" y="2924175"/>
            <a:ext cx="1905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19050" rIns="19050" bIns="19050" anchor="ctr">
            <a:normAutofit fontScale="100000"/>
          </a:bodyPr>
          <a:lstStyle xmlns:a="http://schemas.openxmlformats.org/drawingml/2006/main">
            <a:defPPr>
              <a:defRPr sz="2025" b="1">
                <a:solidFill>
                  <a:srgbClr val="087E72"/>
                </a:solidFill>
                <a:latin typeface="Arial"/>
                <a:ea typeface="Arial"/>
                <a:cs typeface="Arial"/>
              </a:defRPr>
            </a:defPPr>
            <a:lvl1pPr>
              <a:defRPr sz="2025" b="1">
                <a:solidFill>
                  <a:srgbClr val="087E72"/>
                </a:solidFill>
                <a:latin typeface="Arial"/>
                <a:ea typeface="Arial"/>
                <a:cs typeface="Arial"/>
              </a:defRPr>
            </a:lvl1pPr>
            <a:lvl2pPr>
              <a:defRPr sz="2025" b="1">
                <a:solidFill>
                  <a:srgbClr val="087E72"/>
                </a:solidFill>
                <a:latin typeface="Arial"/>
                <a:ea typeface="Arial"/>
                <a:cs typeface="Arial"/>
              </a:defRPr>
            </a:lvl2pPr>
            <a:lvl3pPr>
              <a:defRPr sz="2025" b="1">
                <a:solidFill>
                  <a:srgbClr val="087E72"/>
                </a:solidFill>
                <a:latin typeface="Arial"/>
                <a:ea typeface="Arial"/>
                <a:cs typeface="Arial"/>
              </a:defRPr>
            </a:lvl3pPr>
            <a:lvl4pPr>
              <a:defRPr sz="2025" b="1">
                <a:solidFill>
                  <a:srgbClr val="087E72"/>
                </a:solidFill>
                <a:latin typeface="Arial"/>
                <a:ea typeface="Arial"/>
                <a:cs typeface="Arial"/>
              </a:defRPr>
            </a:lvl4pPr>
            <a:lvl5pPr>
              <a:defRPr sz="2025" b="1">
                <a:solidFill>
                  <a:srgbClr val="087E72"/>
                </a:solidFill>
                <a:latin typeface="Arial"/>
                <a:ea typeface="Arial"/>
                <a:cs typeface="Arial"/>
              </a:defRPr>
            </a:lvl5pPr>
            <a:lvl6pPr>
              <a:defRPr sz="2025" b="1">
                <a:solidFill>
                  <a:srgbClr val="087E72"/>
                </a:solidFill>
                <a:latin typeface="Arial"/>
                <a:ea typeface="Arial"/>
                <a:cs typeface="Arial"/>
              </a:defRPr>
            </a:lvl6pPr>
            <a:lvl7pPr>
              <a:defRPr sz="2025" b="1">
                <a:solidFill>
                  <a:srgbClr val="087E72"/>
                </a:solidFill>
                <a:latin typeface="Arial"/>
                <a:ea typeface="Arial"/>
                <a:cs typeface="Arial"/>
              </a:defRPr>
            </a:lvl7pPr>
            <a:lvl8pPr>
              <a:defRPr sz="2025" b="1">
                <a:solidFill>
                  <a:srgbClr val="087E72"/>
                </a:solidFill>
                <a:latin typeface="Arial"/>
                <a:ea typeface="Arial"/>
                <a:cs typeface="Arial"/>
              </a:defRPr>
            </a:lvl8pPr>
            <a:lvl9pPr>
              <a:defRPr sz="2025" b="1">
                <a:solidFill>
                  <a:srgbClr val="087E72"/>
                </a:solidFill>
                <a:latin typeface="Arial"/>
                <a:ea typeface="Arial"/>
                <a:cs typeface="Arial"/>
              </a:defRPr>
            </a:lvl9pPr>
          </a:lstStyle>
          <a:p xmlns:a="http://schemas.openxmlformats.org/drawingml/2006/main">
            <a:pPr>
              <a:defRPr sz="2025" b="1">
                <a:solidFill>
                  <a:srgbClr val="087E72"/>
                </a:solidFill>
                <a:latin typeface="Arial"/>
                <a:ea typeface="Arial"/>
                <a:cs typeface="Arial"/>
              </a:defRPr>
            </a:pPr>
            <a:r>
              <a:rPr sz="2025" b="1">
                <a:solidFill>
                  <a:srgbClr val="087E72"/>
                </a:solidFill>
                <a:latin typeface="Arial"/>
                <a:ea typeface="Arial"/>
                <a:cs typeface="Arial"/>
              </a:rPr>
              <a:t>4–6 bulan</a:t>
            </a:r>
          </a:p>
        </p:txBody>
      </p:sp>
      <p:sp>
        <p:nvSpPr>
          <p:cNvPr id="8" name="">
            <a:extLst xmlns:a="http://schemas.openxmlformats.org/drawingml/2006/main">
              <a:ext uri="{FF2B5EF4-FFF2-40B4-BE49-F238E27FC236}">
                <a16:creationId xmlns:a16="http://schemas.microsoft.com/office/drawing/2014/main" id="{416A0376-B39E-4551-8766-B6F4E1F62556}"/>
              </a:ext>
            </a:extLst>
          </p:cNvPr>
          <p:cNvSpPr>
            <a:spLocks xmlns:a="http://schemas.openxmlformats.org/drawingml/2006/main" noGrp="1"/>
          </p:cNvSpPr>
          <p:nvPr/>
        </p:nvSpPr>
        <p:spPr>
          <a:xfrm xmlns:a="http://schemas.openxmlformats.org/drawingml/2006/main">
            <a:off x="2895600" y="2886075"/>
            <a:ext cx="8382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19050" rIns="19050" bIns="19050" anchor="ctr">
            <a:normAutofit fontScale="100000"/>
          </a:bodyPr>
          <a:lstStyle xmlns:a="http://schemas.openxmlformats.org/drawingml/2006/main">
            <a:defPPr>
              <a:defRPr sz="2100" b="0">
                <a:solidFill>
                  <a:srgbClr val="16333A"/>
                </a:solidFill>
                <a:latin typeface="Arial"/>
                <a:ea typeface="Arial"/>
                <a:cs typeface="Arial"/>
              </a:defRPr>
            </a:defPPr>
            <a:lvl1pPr>
              <a:defRPr sz="2100" b="0">
                <a:solidFill>
                  <a:srgbClr val="16333A"/>
                </a:solidFill>
                <a:latin typeface="Arial"/>
                <a:ea typeface="Arial"/>
                <a:cs typeface="Arial"/>
              </a:defRPr>
            </a:lvl1pPr>
            <a:lvl2pPr>
              <a:defRPr sz="2100" b="0">
                <a:solidFill>
                  <a:srgbClr val="16333A"/>
                </a:solidFill>
                <a:latin typeface="Arial"/>
                <a:ea typeface="Arial"/>
                <a:cs typeface="Arial"/>
              </a:defRPr>
            </a:lvl2pPr>
            <a:lvl3pPr>
              <a:defRPr sz="2100" b="0">
                <a:solidFill>
                  <a:srgbClr val="16333A"/>
                </a:solidFill>
                <a:latin typeface="Arial"/>
                <a:ea typeface="Arial"/>
                <a:cs typeface="Arial"/>
              </a:defRPr>
            </a:lvl3pPr>
            <a:lvl4pPr>
              <a:defRPr sz="2100" b="0">
                <a:solidFill>
                  <a:srgbClr val="16333A"/>
                </a:solidFill>
                <a:latin typeface="Arial"/>
                <a:ea typeface="Arial"/>
                <a:cs typeface="Arial"/>
              </a:defRPr>
            </a:lvl4pPr>
            <a:lvl5pPr>
              <a:defRPr sz="2100" b="0">
                <a:solidFill>
                  <a:srgbClr val="16333A"/>
                </a:solidFill>
                <a:latin typeface="Arial"/>
                <a:ea typeface="Arial"/>
                <a:cs typeface="Arial"/>
              </a:defRPr>
            </a:lvl5pPr>
            <a:lvl6pPr>
              <a:defRPr sz="2100" b="0">
                <a:solidFill>
                  <a:srgbClr val="16333A"/>
                </a:solidFill>
                <a:latin typeface="Arial"/>
                <a:ea typeface="Arial"/>
                <a:cs typeface="Arial"/>
              </a:defRPr>
            </a:lvl6pPr>
            <a:lvl7pPr>
              <a:defRPr sz="2100" b="0">
                <a:solidFill>
                  <a:srgbClr val="16333A"/>
                </a:solidFill>
                <a:latin typeface="Arial"/>
                <a:ea typeface="Arial"/>
                <a:cs typeface="Arial"/>
              </a:defRPr>
            </a:lvl7pPr>
            <a:lvl8pPr>
              <a:defRPr sz="2100" b="0">
                <a:solidFill>
                  <a:srgbClr val="16333A"/>
                </a:solidFill>
                <a:latin typeface="Arial"/>
                <a:ea typeface="Arial"/>
                <a:cs typeface="Arial"/>
              </a:defRPr>
            </a:lvl8pPr>
            <a:lvl9pPr>
              <a:defRPr sz="2100" b="0">
                <a:solidFill>
                  <a:srgbClr val="16333A"/>
                </a:solidFill>
                <a:latin typeface="Arial"/>
                <a:ea typeface="Arial"/>
                <a:cs typeface="Arial"/>
              </a:defRPr>
            </a:lvl9pPr>
          </a:lstStyle>
          <a:p xmlns:a="http://schemas.openxmlformats.org/drawingml/2006/main">
            <a:pPr>
              <a:defRPr sz="2100" b="0">
                <a:solidFill>
                  <a:srgbClr val="16333A"/>
                </a:solidFill>
                <a:latin typeface="Arial"/>
                <a:ea typeface="Arial"/>
                <a:cs typeface="Arial"/>
              </a:defRPr>
            </a:pPr>
            <a:r>
              <a:rPr sz="2100" b="0">
                <a:solidFill>
                  <a:srgbClr val="16333A"/>
                </a:solidFill>
                <a:latin typeface="Arial"/>
                <a:ea typeface="Arial"/>
                <a:cs typeface="Arial"/>
              </a:rPr>
              <a:t>Freeze panel, ambang independen, validasi eksternal</a:t>
            </a:r>
          </a:p>
        </p:txBody>
      </p:sp>
      <p:sp>
        <p:nvSpPr>
          <p:cNvPr id="9" name="">
            <a:extLst xmlns:a="http://schemas.openxmlformats.org/drawingml/2006/main">
              <a:ext uri="{FF2B5EF4-FFF2-40B4-BE49-F238E27FC236}">
                <a16:creationId xmlns:a16="http://schemas.microsoft.com/office/drawing/2014/main" id="{1270C6C1-2B46-460C-8BA6-9358841730CF}"/>
              </a:ext>
            </a:extLst>
          </p:cNvPr>
          <p:cNvSpPr>
            <a:spLocks xmlns:a="http://schemas.openxmlformats.org/drawingml/2006/main" noGrp="1"/>
          </p:cNvSpPr>
          <p:nvPr/>
        </p:nvSpPr>
        <p:spPr>
          <a:xfrm xmlns:a="http://schemas.openxmlformats.org/drawingml/2006/main">
            <a:off x="762000" y="3838575"/>
            <a:ext cx="1905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19050" rIns="19050" bIns="19050" anchor="ctr">
            <a:normAutofit fontScale="100000"/>
          </a:bodyPr>
          <a:lstStyle xmlns:a="http://schemas.openxmlformats.org/drawingml/2006/main">
            <a:defPPr>
              <a:defRPr sz="2025" b="1">
                <a:solidFill>
                  <a:srgbClr val="087E72"/>
                </a:solidFill>
                <a:latin typeface="Arial"/>
                <a:ea typeface="Arial"/>
                <a:cs typeface="Arial"/>
              </a:defRPr>
            </a:defPPr>
            <a:lvl1pPr>
              <a:defRPr sz="2025" b="1">
                <a:solidFill>
                  <a:srgbClr val="087E72"/>
                </a:solidFill>
                <a:latin typeface="Arial"/>
                <a:ea typeface="Arial"/>
                <a:cs typeface="Arial"/>
              </a:defRPr>
            </a:lvl1pPr>
            <a:lvl2pPr>
              <a:defRPr sz="2025" b="1">
                <a:solidFill>
                  <a:srgbClr val="087E72"/>
                </a:solidFill>
                <a:latin typeface="Arial"/>
                <a:ea typeface="Arial"/>
                <a:cs typeface="Arial"/>
              </a:defRPr>
            </a:lvl2pPr>
            <a:lvl3pPr>
              <a:defRPr sz="2025" b="1">
                <a:solidFill>
                  <a:srgbClr val="087E72"/>
                </a:solidFill>
                <a:latin typeface="Arial"/>
                <a:ea typeface="Arial"/>
                <a:cs typeface="Arial"/>
              </a:defRPr>
            </a:lvl3pPr>
            <a:lvl4pPr>
              <a:defRPr sz="2025" b="1">
                <a:solidFill>
                  <a:srgbClr val="087E72"/>
                </a:solidFill>
                <a:latin typeface="Arial"/>
                <a:ea typeface="Arial"/>
                <a:cs typeface="Arial"/>
              </a:defRPr>
            </a:lvl4pPr>
            <a:lvl5pPr>
              <a:defRPr sz="2025" b="1">
                <a:solidFill>
                  <a:srgbClr val="087E72"/>
                </a:solidFill>
                <a:latin typeface="Arial"/>
                <a:ea typeface="Arial"/>
                <a:cs typeface="Arial"/>
              </a:defRPr>
            </a:lvl5pPr>
            <a:lvl6pPr>
              <a:defRPr sz="2025" b="1">
                <a:solidFill>
                  <a:srgbClr val="087E72"/>
                </a:solidFill>
                <a:latin typeface="Arial"/>
                <a:ea typeface="Arial"/>
                <a:cs typeface="Arial"/>
              </a:defRPr>
            </a:lvl6pPr>
            <a:lvl7pPr>
              <a:defRPr sz="2025" b="1">
                <a:solidFill>
                  <a:srgbClr val="087E72"/>
                </a:solidFill>
                <a:latin typeface="Arial"/>
                <a:ea typeface="Arial"/>
                <a:cs typeface="Arial"/>
              </a:defRPr>
            </a:lvl7pPr>
            <a:lvl8pPr>
              <a:defRPr sz="2025" b="1">
                <a:solidFill>
                  <a:srgbClr val="087E72"/>
                </a:solidFill>
                <a:latin typeface="Arial"/>
                <a:ea typeface="Arial"/>
                <a:cs typeface="Arial"/>
              </a:defRPr>
            </a:lvl8pPr>
            <a:lvl9pPr>
              <a:defRPr sz="2025" b="1">
                <a:solidFill>
                  <a:srgbClr val="087E72"/>
                </a:solidFill>
                <a:latin typeface="Arial"/>
                <a:ea typeface="Arial"/>
                <a:cs typeface="Arial"/>
              </a:defRPr>
            </a:lvl9pPr>
          </a:lstStyle>
          <a:p xmlns:a="http://schemas.openxmlformats.org/drawingml/2006/main">
            <a:pPr>
              <a:defRPr sz="2025" b="1">
                <a:solidFill>
                  <a:srgbClr val="087E72"/>
                </a:solidFill>
                <a:latin typeface="Arial"/>
                <a:ea typeface="Arial"/>
                <a:cs typeface="Arial"/>
              </a:defRPr>
            </a:pPr>
            <a:r>
              <a:rPr sz="2025" b="1">
                <a:solidFill>
                  <a:srgbClr val="087E72"/>
                </a:solidFill>
                <a:latin typeface="Arial"/>
                <a:ea typeface="Arial"/>
                <a:cs typeface="Arial"/>
              </a:rPr>
              <a:t>7–12 bulan</a:t>
            </a:r>
          </a:p>
        </p:txBody>
      </p:sp>
      <p:sp>
        <p:nvSpPr>
          <p:cNvPr id="10" name="">
            <a:extLst xmlns:a="http://schemas.openxmlformats.org/drawingml/2006/main">
              <a:ext uri="{FF2B5EF4-FFF2-40B4-BE49-F238E27FC236}">
                <a16:creationId xmlns:a16="http://schemas.microsoft.com/office/drawing/2014/main" id="{FFE5ACBF-C51C-4550-8882-2DB116384E01}"/>
              </a:ext>
            </a:extLst>
          </p:cNvPr>
          <p:cNvSpPr>
            <a:spLocks xmlns:a="http://schemas.openxmlformats.org/drawingml/2006/main" noGrp="1"/>
          </p:cNvSpPr>
          <p:nvPr/>
        </p:nvSpPr>
        <p:spPr>
          <a:xfrm xmlns:a="http://schemas.openxmlformats.org/drawingml/2006/main">
            <a:off x="2895600" y="3800475"/>
            <a:ext cx="8382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19050" rIns="19050" bIns="19050" anchor="ctr">
            <a:normAutofit fontScale="100000"/>
          </a:bodyPr>
          <a:lstStyle xmlns:a="http://schemas.openxmlformats.org/drawingml/2006/main">
            <a:defPPr>
              <a:defRPr sz="2100" b="0">
                <a:solidFill>
                  <a:srgbClr val="16333A"/>
                </a:solidFill>
                <a:latin typeface="Arial"/>
                <a:ea typeface="Arial"/>
                <a:cs typeface="Arial"/>
              </a:defRPr>
            </a:defPPr>
            <a:lvl1pPr>
              <a:defRPr sz="2100" b="0">
                <a:solidFill>
                  <a:srgbClr val="16333A"/>
                </a:solidFill>
                <a:latin typeface="Arial"/>
                <a:ea typeface="Arial"/>
                <a:cs typeface="Arial"/>
              </a:defRPr>
            </a:lvl1pPr>
            <a:lvl2pPr>
              <a:defRPr sz="2100" b="0">
                <a:solidFill>
                  <a:srgbClr val="16333A"/>
                </a:solidFill>
                <a:latin typeface="Arial"/>
                <a:ea typeface="Arial"/>
                <a:cs typeface="Arial"/>
              </a:defRPr>
            </a:lvl2pPr>
            <a:lvl3pPr>
              <a:defRPr sz="2100" b="0">
                <a:solidFill>
                  <a:srgbClr val="16333A"/>
                </a:solidFill>
                <a:latin typeface="Arial"/>
                <a:ea typeface="Arial"/>
                <a:cs typeface="Arial"/>
              </a:defRPr>
            </a:lvl3pPr>
            <a:lvl4pPr>
              <a:defRPr sz="2100" b="0">
                <a:solidFill>
                  <a:srgbClr val="16333A"/>
                </a:solidFill>
                <a:latin typeface="Arial"/>
                <a:ea typeface="Arial"/>
                <a:cs typeface="Arial"/>
              </a:defRPr>
            </a:lvl4pPr>
            <a:lvl5pPr>
              <a:defRPr sz="2100" b="0">
                <a:solidFill>
                  <a:srgbClr val="16333A"/>
                </a:solidFill>
                <a:latin typeface="Arial"/>
                <a:ea typeface="Arial"/>
                <a:cs typeface="Arial"/>
              </a:defRPr>
            </a:lvl5pPr>
            <a:lvl6pPr>
              <a:defRPr sz="2100" b="0">
                <a:solidFill>
                  <a:srgbClr val="16333A"/>
                </a:solidFill>
                <a:latin typeface="Arial"/>
                <a:ea typeface="Arial"/>
                <a:cs typeface="Arial"/>
              </a:defRPr>
            </a:lvl6pPr>
            <a:lvl7pPr>
              <a:defRPr sz="2100" b="0">
                <a:solidFill>
                  <a:srgbClr val="16333A"/>
                </a:solidFill>
                <a:latin typeface="Arial"/>
                <a:ea typeface="Arial"/>
                <a:cs typeface="Arial"/>
              </a:defRPr>
            </a:lvl7pPr>
            <a:lvl8pPr>
              <a:defRPr sz="2100" b="0">
                <a:solidFill>
                  <a:srgbClr val="16333A"/>
                </a:solidFill>
                <a:latin typeface="Arial"/>
                <a:ea typeface="Arial"/>
                <a:cs typeface="Arial"/>
              </a:defRPr>
            </a:lvl8pPr>
            <a:lvl9pPr>
              <a:defRPr sz="2100" b="0">
                <a:solidFill>
                  <a:srgbClr val="16333A"/>
                </a:solidFill>
                <a:latin typeface="Arial"/>
                <a:ea typeface="Arial"/>
                <a:cs typeface="Arial"/>
              </a:defRPr>
            </a:lvl9pPr>
          </a:lstStyle>
          <a:p xmlns:a="http://schemas.openxmlformats.org/drawingml/2006/main">
            <a:pPr>
              <a:defRPr sz="2100" b="0">
                <a:solidFill>
                  <a:srgbClr val="16333A"/>
                </a:solidFill>
                <a:latin typeface="Arial"/>
                <a:ea typeface="Arial"/>
                <a:cs typeface="Arial"/>
              </a:defRPr>
            </a:pPr>
            <a:r>
              <a:rPr sz="2100" b="0">
                <a:solidFill>
                  <a:srgbClr val="16333A"/>
                </a:solidFill>
                <a:latin typeface="Arial"/>
                <a:ea typeface="Arial"/>
                <a:cs typeface="Arial"/>
              </a:rPr>
              <a:t>Review probe, uji assay, lalu pilot prospektif</a:t>
            </a:r>
          </a:p>
        </p:txBody>
      </p:sp>
      <p:sp>
        <p:nvSpPr>
          <p:cNvPr id="11" name="">
            <a:extLst xmlns:a="http://schemas.openxmlformats.org/drawingml/2006/main">
              <a:ext uri="{FF2B5EF4-FFF2-40B4-BE49-F238E27FC236}">
                <a16:creationId xmlns:a16="http://schemas.microsoft.com/office/drawing/2014/main" id="{32378A78-9ECB-4A00-A387-6E59742C11A6}"/>
              </a:ext>
            </a:extLst>
          </p:cNvPr>
          <p:cNvSpPr>
            <a:spLocks xmlns:a="http://schemas.openxmlformats.org/drawingml/2006/main" noGrp="1"/>
          </p:cNvSpPr>
          <p:nvPr/>
        </p:nvSpPr>
        <p:spPr>
          <a:xfrm xmlns:a="http://schemas.openxmlformats.org/drawingml/2006/main">
            <a:off x="762000" y="4857750"/>
            <a:ext cx="10572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19050" rIns="19050" bIns="19050" anchor="ctr">
            <a:normAutofit fontScale="97342"/>
          </a:bodyPr>
          <a:lstStyle xmlns:a="http://schemas.openxmlformats.org/drawingml/2006/main">
            <a:defPPr>
              <a:defRPr sz="2250" b="1">
                <a:solidFill>
                  <a:srgbClr val="087E72"/>
                </a:solidFill>
                <a:latin typeface="Arial"/>
                <a:ea typeface="Arial"/>
                <a:cs typeface="Arial"/>
              </a:defRPr>
            </a:defPPr>
            <a:lvl1pPr>
              <a:defRPr sz="2250" b="1">
                <a:solidFill>
                  <a:srgbClr val="087E72"/>
                </a:solidFill>
                <a:latin typeface="Arial"/>
                <a:ea typeface="Arial"/>
                <a:cs typeface="Arial"/>
              </a:defRPr>
            </a:lvl1pPr>
            <a:lvl2pPr>
              <a:defRPr sz="2250" b="1">
                <a:solidFill>
                  <a:srgbClr val="087E72"/>
                </a:solidFill>
                <a:latin typeface="Arial"/>
                <a:ea typeface="Arial"/>
                <a:cs typeface="Arial"/>
              </a:defRPr>
            </a:lvl2pPr>
            <a:lvl3pPr>
              <a:defRPr sz="2250" b="1">
                <a:solidFill>
                  <a:srgbClr val="087E72"/>
                </a:solidFill>
                <a:latin typeface="Arial"/>
                <a:ea typeface="Arial"/>
                <a:cs typeface="Arial"/>
              </a:defRPr>
            </a:lvl3pPr>
            <a:lvl4pPr>
              <a:defRPr sz="2250" b="1">
                <a:solidFill>
                  <a:srgbClr val="087E72"/>
                </a:solidFill>
                <a:latin typeface="Arial"/>
                <a:ea typeface="Arial"/>
                <a:cs typeface="Arial"/>
              </a:defRPr>
            </a:lvl4pPr>
            <a:lvl5pPr>
              <a:defRPr sz="2250" b="1">
                <a:solidFill>
                  <a:srgbClr val="087E72"/>
                </a:solidFill>
                <a:latin typeface="Arial"/>
                <a:ea typeface="Arial"/>
                <a:cs typeface="Arial"/>
              </a:defRPr>
            </a:lvl5pPr>
            <a:lvl6pPr>
              <a:defRPr sz="2250" b="1">
                <a:solidFill>
                  <a:srgbClr val="087E72"/>
                </a:solidFill>
                <a:latin typeface="Arial"/>
                <a:ea typeface="Arial"/>
                <a:cs typeface="Arial"/>
              </a:defRPr>
            </a:lvl6pPr>
            <a:lvl7pPr>
              <a:defRPr sz="2250" b="1">
                <a:solidFill>
                  <a:srgbClr val="087E72"/>
                </a:solidFill>
                <a:latin typeface="Arial"/>
                <a:ea typeface="Arial"/>
                <a:cs typeface="Arial"/>
              </a:defRPr>
            </a:lvl7pPr>
            <a:lvl8pPr>
              <a:defRPr sz="2250" b="1">
                <a:solidFill>
                  <a:srgbClr val="087E72"/>
                </a:solidFill>
                <a:latin typeface="Arial"/>
                <a:ea typeface="Arial"/>
                <a:cs typeface="Arial"/>
              </a:defRPr>
            </a:lvl8pPr>
            <a:lvl9pPr>
              <a:defRPr sz="2250" b="1">
                <a:solidFill>
                  <a:srgbClr val="087E72"/>
                </a:solidFill>
                <a:latin typeface="Arial"/>
                <a:ea typeface="Arial"/>
                <a:cs typeface="Arial"/>
              </a:defRPr>
            </a:lvl9pPr>
          </a:lstStyle>
          <a:p xmlns:a="http://schemas.openxmlformats.org/drawingml/2006/main">
            <a:pPr>
              <a:defRPr sz="2250" b="1">
                <a:solidFill>
                  <a:srgbClr val="087E72"/>
                </a:solidFill>
                <a:latin typeface="Arial"/>
                <a:ea typeface="Arial"/>
                <a:cs typeface="Arial"/>
              </a:defRPr>
            </a:pPr>
            <a:r>
              <a:rPr sz="2250" b="1">
                <a:solidFill>
                  <a:srgbClr val="087E72"/>
                </a:solidFill>
                <a:latin typeface="Arial"/>
                <a:ea typeface="Arial"/>
                <a:cs typeface="Arial"/>
              </a:rPr>
              <a:t>ASK: satu kohort Bali bermetadata · satu mitra assay · introduksi calon pembeli</a:t>
            </a:r>
          </a:p>
        </p:txBody>
      </p:sp>
      <p:sp>
        <p:nvSpPr>
          <p:cNvPr id="12" name="">
            <a:extLst xmlns:a="http://schemas.openxmlformats.org/drawingml/2006/main">
              <a:ext uri="{FF2B5EF4-FFF2-40B4-BE49-F238E27FC236}">
                <a16:creationId xmlns:a16="http://schemas.microsoft.com/office/drawing/2014/main" id="{143FC4BE-B095-4427-9C02-0363E45E3952}"/>
              </a:ext>
            </a:extLst>
          </p:cNvPr>
          <p:cNvSpPr>
            <a:spLocks xmlns:a="http://schemas.openxmlformats.org/drawingml/2006/main" noGrp="1"/>
          </p:cNvSpPr>
          <p:nvPr/>
        </p:nvSpPr>
        <p:spPr>
          <a:xfrm xmlns:a="http://schemas.openxmlformats.org/drawingml/2006/main">
            <a:off x="762000" y="58102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19050" rIns="19050" bIns="19050" anchor="ctr">
            <a:normAutofit fontScale="99469"/>
          </a:bodyPr>
          <a:lstStyle xmlns:a="http://schemas.openxmlformats.org/drawingml/2006/main">
            <a:defPPr>
              <a:defRPr sz="1800" b="1">
                <a:solidFill>
                  <a:srgbClr val="16333A"/>
                </a:solidFill>
                <a:latin typeface="Arial"/>
                <a:ea typeface="Arial"/>
                <a:cs typeface="Arial"/>
              </a:defRPr>
            </a:defPPr>
            <a:lvl1pPr>
              <a:defRPr sz="1800" b="1">
                <a:solidFill>
                  <a:srgbClr val="16333A"/>
                </a:solidFill>
                <a:latin typeface="Arial"/>
                <a:ea typeface="Arial"/>
                <a:cs typeface="Arial"/>
              </a:defRPr>
            </a:lvl1pPr>
            <a:lvl2pPr>
              <a:defRPr sz="1800" b="1">
                <a:solidFill>
                  <a:srgbClr val="16333A"/>
                </a:solidFill>
                <a:latin typeface="Arial"/>
                <a:ea typeface="Arial"/>
                <a:cs typeface="Arial"/>
              </a:defRPr>
            </a:lvl2pPr>
            <a:lvl3pPr>
              <a:defRPr sz="1800" b="1">
                <a:solidFill>
                  <a:srgbClr val="16333A"/>
                </a:solidFill>
                <a:latin typeface="Arial"/>
                <a:ea typeface="Arial"/>
                <a:cs typeface="Arial"/>
              </a:defRPr>
            </a:lvl3pPr>
            <a:lvl4pPr>
              <a:defRPr sz="1800" b="1">
                <a:solidFill>
                  <a:srgbClr val="16333A"/>
                </a:solidFill>
                <a:latin typeface="Arial"/>
                <a:ea typeface="Arial"/>
                <a:cs typeface="Arial"/>
              </a:defRPr>
            </a:lvl4pPr>
            <a:lvl5pPr>
              <a:defRPr sz="1800" b="1">
                <a:solidFill>
                  <a:srgbClr val="16333A"/>
                </a:solidFill>
                <a:latin typeface="Arial"/>
                <a:ea typeface="Arial"/>
                <a:cs typeface="Arial"/>
              </a:defRPr>
            </a:lvl5pPr>
            <a:lvl6pPr>
              <a:defRPr sz="1800" b="1">
                <a:solidFill>
                  <a:srgbClr val="16333A"/>
                </a:solidFill>
                <a:latin typeface="Arial"/>
                <a:ea typeface="Arial"/>
                <a:cs typeface="Arial"/>
              </a:defRPr>
            </a:lvl6pPr>
            <a:lvl7pPr>
              <a:defRPr sz="1800" b="1">
                <a:solidFill>
                  <a:srgbClr val="16333A"/>
                </a:solidFill>
                <a:latin typeface="Arial"/>
                <a:ea typeface="Arial"/>
                <a:cs typeface="Arial"/>
              </a:defRPr>
            </a:lvl7pPr>
            <a:lvl8pPr>
              <a:defRPr sz="1800" b="1">
                <a:solidFill>
                  <a:srgbClr val="16333A"/>
                </a:solidFill>
                <a:latin typeface="Arial"/>
                <a:ea typeface="Arial"/>
                <a:cs typeface="Arial"/>
              </a:defRPr>
            </a:lvl8pPr>
            <a:lvl9pPr>
              <a:defRPr sz="1800" b="1">
                <a:solidFill>
                  <a:srgbClr val="16333A"/>
                </a:solidFill>
                <a:latin typeface="Arial"/>
                <a:ea typeface="Arial"/>
                <a:cs typeface="Arial"/>
              </a:defRPr>
            </a:lvl9pPr>
          </a:lstStyle>
          <a:p xmlns:a="http://schemas.openxmlformats.org/drawingml/2006/main">
            <a:pPr>
              <a:defRPr sz="1800" b="1">
                <a:solidFill>
                  <a:srgbClr val="16333A"/>
                </a:solidFill>
                <a:latin typeface="Arial"/>
                <a:ea typeface="Arial"/>
                <a:cs typeface="Arial"/>
              </a:defRPr>
            </a:pPr>
            <a:r>
              <a:rPr sz="1800" b="1">
                <a:solidFill>
                  <a:srgbClr val="16333A"/>
                </a:solidFill>
                <a:latin typeface="Arial"/>
                <a:ea typeface="Arial"/>
                <a:cs typeface="Arial"/>
              </a:rPr>
              <a:t>Bukti dapat diaudit. Hasil negatif tetap terlihat. Keuntungan simulasi diuji lagi pada ternak nyata.</a:t>
            </a:r>
          </a:p>
        </p:txBody>
      </p:sp>
    </p:spTree>
    <p:extLst>
      <p:ext uri="{BB962C8B-B14F-4D97-AF65-F5344CB8AC3E}">
        <p14:creationId xmlns:p14="http://schemas.microsoft.com/office/powerpoint/2010/main" val="75152747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2026-10-24T02:59:44.1590000Z</dcterms:created>
  <dcterms:modified xsi:type="dcterms:W3CDTF">2026-10-24T02:59:44.1590000Z</dcterms:modified>
</coreProperties>
</file>